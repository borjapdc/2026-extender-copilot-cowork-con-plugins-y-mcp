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4"/>
  </p:notesMasterIdLst>
  <p:sldIdLst>
    <p:sldId id="456" r:id="rId5"/>
    <p:sldId id="441" r:id="rId6"/>
    <p:sldId id="2723" r:id="rId7"/>
    <p:sldId id="2724" r:id="rId8"/>
    <p:sldId id="657" r:id="rId9"/>
    <p:sldId id="859" r:id="rId10"/>
    <p:sldId id="1062" r:id="rId11"/>
    <p:sldId id="1266" r:id="rId12"/>
    <p:sldId id="1471" r:id="rId13"/>
    <p:sldId id="1677" r:id="rId14"/>
    <p:sldId id="1884" r:id="rId15"/>
    <p:sldId id="2092" r:id="rId16"/>
    <p:sldId id="2301" r:id="rId17"/>
    <p:sldId id="2511" r:id="rId18"/>
    <p:sldId id="2722" r:id="rId19"/>
    <p:sldId id="2725" r:id="rId20"/>
    <p:sldId id="2726" r:id="rId21"/>
    <p:sldId id="398" r:id="rId22"/>
    <p:sldId id="444"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lides fijas" id="{FC851C87-7643-4CD9-83E8-FE222C8F104C}">
          <p14:sldIdLst>
            <p14:sldId id="456"/>
            <p14:sldId id="441"/>
            <p14:sldId id="2723"/>
            <p14:sldId id="2724"/>
            <p14:sldId id="657"/>
            <p14:sldId id="859"/>
            <p14:sldId id="1062"/>
            <p14:sldId id="1266"/>
            <p14:sldId id="1471"/>
            <p14:sldId id="1677"/>
            <p14:sldId id="1884"/>
            <p14:sldId id="2092"/>
            <p14:sldId id="2301"/>
            <p14:sldId id="2511"/>
            <p14:sldId id="2722"/>
            <p14:sldId id="2725"/>
            <p14:sldId id="2726"/>
            <p14:sldId id="398"/>
            <p14:sldId id="444"/>
          </p14:sldIdLst>
        </p14:section>
        <p14:section name="Contenido" id="{65540704-81EE-4826-A409-2690FEEE9EB7}">
          <p14:sldIdLst/>
        </p14:section>
      </p14:sectionLst>
    </p:ext>
    <p:ext uri="{EFAFB233-063F-42B5-8137-9DF3F51BA10A}">
      <p15:sldGuideLst xmlns:p15="http://schemas.microsoft.com/office/powerpoint/2012/main">
        <p15:guide id="3" pos="235" userDrawn="1">
          <p15:clr>
            <a:srgbClr val="5ACBF0"/>
          </p15:clr>
        </p15:guide>
        <p15:guide id="4" pos="7447" userDrawn="1">
          <p15:clr>
            <a:srgbClr val="5ACBF0"/>
          </p15:clr>
        </p15:guide>
        <p15:guide id="6" pos="688" userDrawn="1">
          <p15:clr>
            <a:srgbClr val="5ACBF0"/>
          </p15:clr>
        </p15:guide>
        <p15:guide id="7" pos="6992" userDrawn="1">
          <p15:clr>
            <a:srgbClr val="5ACBF0"/>
          </p15:clr>
        </p15:guide>
        <p15:guide id="8" orient="horz" pos="164" userDrawn="1">
          <p15:clr>
            <a:srgbClr val="5ACBF0"/>
          </p15:clr>
        </p15:guide>
        <p15:guide id="9" orient="horz" pos="4156" userDrawn="1">
          <p15:clr>
            <a:srgbClr val="5ACBF0"/>
          </p15:clr>
        </p15:guide>
        <p15:guide id="10" pos="461" userDrawn="1">
          <p15:clr>
            <a:srgbClr val="5ACBF0"/>
          </p15:clr>
        </p15:guide>
        <p15:guide id="11" pos="7219" userDrawn="1">
          <p15:clr>
            <a:srgbClr val="5ACBF0"/>
          </p15:clr>
        </p15:guide>
        <p15:guide id="12" orient="horz" pos="391" userDrawn="1">
          <p15:clr>
            <a:srgbClr val="5ACBF0"/>
          </p15:clr>
        </p15:guide>
        <p15:guide id="13" orient="horz" pos="3929" userDrawn="1">
          <p15:clr>
            <a:srgbClr val="5ACBF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2B45"/>
    <a:srgbClr val="F5F6FA"/>
    <a:srgbClr val="0F101C"/>
    <a:srgbClr val="14152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24AA281-B423-47FF-958E-8986F8FD530E}" v="25" dt="2026-10-02T22:02:05.7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1359" autoAdjust="0"/>
  </p:normalViewPr>
  <p:slideViewPr>
    <p:cSldViewPr snapToGrid="0">
      <p:cViewPr varScale="1">
        <p:scale>
          <a:sx n="75" d="100"/>
          <a:sy n="75" d="100"/>
        </p:scale>
        <p:origin x="1308" y="56"/>
      </p:cViewPr>
      <p:guideLst>
        <p:guide pos="235"/>
        <p:guide pos="7447"/>
        <p:guide pos="688"/>
        <p:guide pos="6992"/>
        <p:guide orient="horz" pos="164"/>
        <p:guide orient="horz" pos="4156"/>
        <p:guide pos="461"/>
        <p:guide pos="7219"/>
        <p:guide orient="horz" pos="391"/>
        <p:guide orient="horz" pos="392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824AA281-B423-47FF-958E-8986F8FD530E}"/>
    <pc:docChg chg="mod addSld delSld modSld sldOrd modSection">
      <pc:chgData name="" userId="" providerId="" clId="Web-{824AA281-B423-47FF-958E-8986F8FD530E}" dt="2026-10-02T22:05:33.881" v="58" actId="34807"/>
      <pc:docMkLst>
        <pc:docMk/>
      </pc:docMkLst>
      <pc:sldChg chg="del">
        <pc:chgData name="" userId="" providerId="" clId="Web-{824AA281-B423-47FF-958E-8986F8FD530E}" dt="2026-10-02T21:43:09.402" v="4" actId="34807"/>
        <pc:sldMkLst>
          <pc:docMk/>
          <pc:sldMk cId="3239835269" sldId="260"/>
        </pc:sldMkLst>
      </pc:sldChg>
      <pc:sldChg chg="del">
        <pc:chgData name="" userId="" providerId="" clId="Web-{824AA281-B423-47FF-958E-8986F8FD530E}" dt="2026-10-02T21:43:09.402" v="4" actId="34807"/>
        <pc:sldMkLst>
          <pc:docMk/>
          <pc:sldMk cId="537274207" sldId="342"/>
        </pc:sldMkLst>
      </pc:sldChg>
      <pc:sldChg chg="del">
        <pc:chgData name="" userId="" providerId="" clId="Web-{824AA281-B423-47FF-958E-8986F8FD530E}" dt="2026-10-02T21:43:09.402" v="4" actId="34807"/>
        <pc:sldMkLst>
          <pc:docMk/>
          <pc:sldMk cId="1371029601" sldId="347"/>
        </pc:sldMkLst>
      </pc:sldChg>
      <pc:sldChg chg="addSp delSp modSp del mod setBg modNotesTx">
        <pc:chgData name="" userId="" providerId="" clId="Web-{824AA281-B423-47FF-958E-8986F8FD530E}" dt="2026-10-02T21:43:09.402" v="4" actId="34807"/>
        <pc:sldMkLst>
          <pc:docMk/>
          <pc:sldMk cId="539045174" sldId="351"/>
        </pc:sldMkLst>
        <pc:spChg chg="del">
          <ac:chgData name="" userId="" providerId="" clId="Web-{824AA281-B423-47FF-958E-8986F8FD530E}" dt="2026-10-02T21:40:26.673" v="2" actId="34807"/>
          <ac:spMkLst>
            <pc:docMk/>
            <pc:sldMk cId="539045174" sldId="351"/>
            <ac:spMk id="14" creationId="{2921E7F8-57ED-61DB-4C4A-AE57E5351894}"/>
          </ac:spMkLst>
        </pc:spChg>
        <pc:spChg chg="del">
          <ac:chgData name="" userId="" providerId="" clId="Web-{824AA281-B423-47FF-958E-8986F8FD530E}" dt="2026-10-02T21:40:26.673" v="2" actId="34807"/>
          <ac:spMkLst>
            <pc:docMk/>
            <pc:sldMk cId="539045174" sldId="351"/>
            <ac:spMk id="15" creationId="{E4DE1087-C48A-4984-832A-C9D09D342340}"/>
          </ac:spMkLst>
        </pc:spChg>
        <pc:spChg chg="del">
          <ac:chgData name="" userId="" providerId="" clId="Web-{824AA281-B423-47FF-958E-8986F8FD530E}" dt="2026-10-02T21:40:26.673" v="2" actId="34807"/>
          <ac:spMkLst>
            <pc:docMk/>
            <pc:sldMk cId="539045174" sldId="351"/>
            <ac:spMk id="71" creationId="{FDE71F51-E210-FD7D-51B8-B69393F509B3}"/>
          </ac:spMkLst>
        </pc:spChg>
        <pc:spChg chg="add mod">
          <ac:chgData name="" userId="" providerId="" clId="Web-{824AA281-B423-47FF-958E-8986F8FD530E}" dt="2026-10-02T21:40:24.813" v="1" actId="34807"/>
          <ac:spMkLst>
            <pc:docMk/>
            <pc:sldMk cId="539045174" sldId="351"/>
            <ac:spMk id="2058" creationId="{D43D5685-4142-F160-D9E5-1AA26E2E0F16}"/>
          </ac:spMkLst>
        </pc:spChg>
        <pc:spChg chg="add mod">
          <ac:chgData name="" userId="" providerId="" clId="Web-{824AA281-B423-47FF-958E-8986F8FD530E}" dt="2026-10-02T21:40:24.813" v="1" actId="34807"/>
          <ac:spMkLst>
            <pc:docMk/>
            <pc:sldMk cId="539045174" sldId="351"/>
            <ac:spMk id="2060" creationId="{5092145E-CE8C-3AEC-7664-2DB99717740F}"/>
          </ac:spMkLst>
        </pc:spChg>
        <pc:spChg chg="add mod">
          <ac:chgData name="" userId="" providerId="" clId="Web-{824AA281-B423-47FF-958E-8986F8FD530E}" dt="2026-10-02T21:40:24.813" v="1" actId="34807"/>
          <ac:spMkLst>
            <pc:docMk/>
            <pc:sldMk cId="539045174" sldId="351"/>
            <ac:spMk id="2063" creationId="{CC4D87D5-507F-48D1-6CFF-15C630529996}"/>
          </ac:spMkLst>
        </pc:spChg>
        <pc:spChg chg="add mod">
          <ac:chgData name="" userId="" providerId="" clId="Web-{824AA281-B423-47FF-958E-8986F8FD530E}" dt="2026-10-02T21:40:24.813" v="1" actId="34807"/>
          <ac:spMkLst>
            <pc:docMk/>
            <pc:sldMk cId="539045174" sldId="351"/>
            <ac:spMk id="2067" creationId="{F0017B9A-2CD6-D7A6-CA75-3E5CA7EAEDC0}"/>
          </ac:spMkLst>
        </pc:spChg>
        <pc:spChg chg="add mod">
          <ac:chgData name="" userId="" providerId="" clId="Web-{824AA281-B423-47FF-958E-8986F8FD530E}" dt="2026-10-02T21:40:24.813" v="1" actId="34807"/>
          <ac:spMkLst>
            <pc:docMk/>
            <pc:sldMk cId="539045174" sldId="351"/>
            <ac:spMk id="2072" creationId="{AE381175-9E32-5524-6563-2E7C1E5DF688}"/>
          </ac:spMkLst>
        </pc:spChg>
      </pc:sldChg>
      <pc:sldChg chg="del">
        <pc:chgData name="" userId="" providerId="" clId="Web-{824AA281-B423-47FF-958E-8986F8FD530E}" dt="2026-10-02T21:43:09.402" v="4" actId="34807"/>
        <pc:sldMkLst>
          <pc:docMk/>
          <pc:sldMk cId="4163478677" sldId="352"/>
        </pc:sldMkLst>
      </pc:sldChg>
      <pc:sldChg chg="del">
        <pc:chgData name="" userId="" providerId="" clId="Web-{824AA281-B423-47FF-958E-8986F8FD530E}" dt="2026-10-02T21:43:09.402" v="4" actId="34807"/>
        <pc:sldMkLst>
          <pc:docMk/>
          <pc:sldMk cId="1665165212" sldId="354"/>
        </pc:sldMkLst>
      </pc:sldChg>
      <pc:sldChg chg="del">
        <pc:chgData name="" userId="" providerId="" clId="Web-{824AA281-B423-47FF-958E-8986F8FD530E}" dt="2026-10-02T21:43:09.402" v="4" actId="34807"/>
        <pc:sldMkLst>
          <pc:docMk/>
          <pc:sldMk cId="3534391456" sldId="356"/>
        </pc:sldMkLst>
      </pc:sldChg>
      <pc:sldChg chg="del">
        <pc:chgData name="" userId="" providerId="" clId="Web-{824AA281-B423-47FF-958E-8986F8FD530E}" dt="2026-10-02T21:43:09.402" v="4" actId="34807"/>
        <pc:sldMkLst>
          <pc:docMk/>
          <pc:sldMk cId="3090770231" sldId="357"/>
        </pc:sldMkLst>
      </pc:sldChg>
      <pc:sldChg chg="del">
        <pc:chgData name="" userId="" providerId="" clId="Web-{824AA281-B423-47FF-958E-8986F8FD530E}" dt="2026-10-02T21:43:09.402" v="4" actId="34807"/>
        <pc:sldMkLst>
          <pc:docMk/>
          <pc:sldMk cId="1382416527" sldId="358"/>
        </pc:sldMkLst>
      </pc:sldChg>
      <pc:sldChg chg="del">
        <pc:chgData name="" userId="" providerId="" clId="Web-{824AA281-B423-47FF-958E-8986F8FD530E}" dt="2026-10-02T21:43:09.402" v="4" actId="34807"/>
        <pc:sldMkLst>
          <pc:docMk/>
          <pc:sldMk cId="1560478175" sldId="359"/>
        </pc:sldMkLst>
      </pc:sldChg>
      <pc:sldChg chg="del">
        <pc:chgData name="" userId="" providerId="" clId="Web-{824AA281-B423-47FF-958E-8986F8FD530E}" dt="2026-10-02T21:43:09.402" v="4" actId="34807"/>
        <pc:sldMkLst>
          <pc:docMk/>
          <pc:sldMk cId="1284403406" sldId="360"/>
        </pc:sldMkLst>
      </pc:sldChg>
      <pc:sldChg chg="del">
        <pc:chgData name="" userId="" providerId="" clId="Web-{824AA281-B423-47FF-958E-8986F8FD530E}" dt="2026-10-02T21:43:09.402" v="4" actId="34807"/>
        <pc:sldMkLst>
          <pc:docMk/>
          <pc:sldMk cId="2627433105" sldId="365"/>
        </pc:sldMkLst>
      </pc:sldChg>
      <pc:sldChg chg="del">
        <pc:chgData name="" userId="" providerId="" clId="Web-{824AA281-B423-47FF-958E-8986F8FD530E}" dt="2026-10-02T21:43:09.402" v="4" actId="34807"/>
        <pc:sldMkLst>
          <pc:docMk/>
          <pc:sldMk cId="3195950461" sldId="367"/>
        </pc:sldMkLst>
      </pc:sldChg>
      <pc:sldChg chg="del">
        <pc:chgData name="" userId="" providerId="" clId="Web-{824AA281-B423-47FF-958E-8986F8FD530E}" dt="2026-10-02T21:43:09.402" v="4" actId="34807"/>
        <pc:sldMkLst>
          <pc:docMk/>
          <pc:sldMk cId="3758885069" sldId="383"/>
        </pc:sldMkLst>
      </pc:sldChg>
      <pc:sldChg chg="del">
        <pc:chgData name="" userId="" providerId="" clId="Web-{824AA281-B423-47FF-958E-8986F8FD530E}" dt="2026-10-02T21:43:09.402" v="4" actId="34807"/>
        <pc:sldMkLst>
          <pc:docMk/>
          <pc:sldMk cId="2659386433" sldId="384"/>
        </pc:sldMkLst>
      </pc:sldChg>
      <pc:sldChg chg="del">
        <pc:chgData name="" userId="" providerId="" clId="Web-{824AA281-B423-47FF-958E-8986F8FD530E}" dt="2026-10-02T21:43:09.402" v="4" actId="34807"/>
        <pc:sldMkLst>
          <pc:docMk/>
          <pc:sldMk cId="2340877269" sldId="385"/>
        </pc:sldMkLst>
      </pc:sldChg>
      <pc:sldChg chg="del">
        <pc:chgData name="" userId="" providerId="" clId="Web-{824AA281-B423-47FF-958E-8986F8FD530E}" dt="2026-10-02T21:43:09.402" v="4" actId="34807"/>
        <pc:sldMkLst>
          <pc:docMk/>
          <pc:sldMk cId="2755598289" sldId="387"/>
        </pc:sldMkLst>
      </pc:sldChg>
      <pc:sldChg chg="del">
        <pc:chgData name="" userId="" providerId="" clId="Web-{824AA281-B423-47FF-958E-8986F8FD530E}" dt="2026-10-02T21:43:09.402" v="4" actId="34807"/>
        <pc:sldMkLst>
          <pc:docMk/>
          <pc:sldMk cId="764868293" sldId="388"/>
        </pc:sldMkLst>
      </pc:sldChg>
      <pc:sldChg chg="del">
        <pc:chgData name="" userId="" providerId="" clId="Web-{824AA281-B423-47FF-958E-8986F8FD530E}" dt="2026-10-02T21:43:09.402" v="4" actId="34807"/>
        <pc:sldMkLst>
          <pc:docMk/>
          <pc:sldMk cId="2467203172" sldId="397"/>
        </pc:sldMkLst>
      </pc:sldChg>
      <pc:sldChg chg="del">
        <pc:chgData name="" userId="" providerId="" clId="Web-{824AA281-B423-47FF-958E-8986F8FD530E}" dt="2026-10-02T21:43:09.402" v="4" actId="34807"/>
        <pc:sldMkLst>
          <pc:docMk/>
          <pc:sldMk cId="4077146169" sldId="398"/>
        </pc:sldMkLst>
      </pc:sldChg>
      <pc:sldChg chg="del">
        <pc:chgData name="" userId="" providerId="" clId="Web-{824AA281-B423-47FF-958E-8986F8FD530E}" dt="2026-10-02T21:43:09.402" v="4" actId="34807"/>
        <pc:sldMkLst>
          <pc:docMk/>
          <pc:sldMk cId="209354601" sldId="406"/>
        </pc:sldMkLst>
      </pc:sldChg>
      <pc:sldChg chg="del">
        <pc:chgData name="" userId="" providerId="" clId="Web-{824AA281-B423-47FF-958E-8986F8FD530E}" dt="2026-10-02T21:43:09.402" v="4" actId="34807"/>
        <pc:sldMkLst>
          <pc:docMk/>
          <pc:sldMk cId="29062841" sldId="409"/>
        </pc:sldMkLst>
      </pc:sldChg>
      <pc:sldChg chg="del">
        <pc:chgData name="" userId="" providerId="" clId="Web-{824AA281-B423-47FF-958E-8986F8FD530E}" dt="2026-10-02T21:43:09.402" v="4" actId="34807"/>
        <pc:sldMkLst>
          <pc:docMk/>
          <pc:sldMk cId="1364599664" sldId="413"/>
        </pc:sldMkLst>
      </pc:sldChg>
      <pc:sldChg chg="del">
        <pc:chgData name="" userId="" providerId="" clId="Web-{824AA281-B423-47FF-958E-8986F8FD530E}" dt="2026-10-02T21:43:09.402" v="4" actId="34807"/>
        <pc:sldMkLst>
          <pc:docMk/>
          <pc:sldMk cId="1820924583" sldId="417"/>
        </pc:sldMkLst>
      </pc:sldChg>
      <pc:sldChg chg="del">
        <pc:chgData name="" userId="" providerId="" clId="Web-{824AA281-B423-47FF-958E-8986F8FD530E}" dt="2026-10-02T21:43:09.402" v="4" actId="34807"/>
        <pc:sldMkLst>
          <pc:docMk/>
          <pc:sldMk cId="3510841481" sldId="418"/>
        </pc:sldMkLst>
      </pc:sldChg>
      <pc:sldChg chg="del">
        <pc:chgData name="" userId="" providerId="" clId="Web-{824AA281-B423-47FF-958E-8986F8FD530E}" dt="2026-10-02T21:43:09.402" v="4" actId="34807"/>
        <pc:sldMkLst>
          <pc:docMk/>
          <pc:sldMk cId="1491980746" sldId="422"/>
        </pc:sldMkLst>
      </pc:sldChg>
      <pc:sldChg chg="del">
        <pc:chgData name="" userId="" providerId="" clId="Web-{824AA281-B423-47FF-958E-8986F8FD530E}" dt="2026-10-02T21:43:09.402" v="4" actId="34807"/>
        <pc:sldMkLst>
          <pc:docMk/>
          <pc:sldMk cId="76000541" sldId="424"/>
        </pc:sldMkLst>
      </pc:sldChg>
      <pc:sldChg chg="del">
        <pc:chgData name="" userId="" providerId="" clId="Web-{824AA281-B423-47FF-958E-8986F8FD530E}" dt="2026-10-02T21:43:09.402" v="4" actId="34807"/>
        <pc:sldMkLst>
          <pc:docMk/>
          <pc:sldMk cId="2012152829" sldId="430"/>
        </pc:sldMkLst>
      </pc:sldChg>
      <pc:sldChg chg="del">
        <pc:chgData name="" userId="" providerId="" clId="Web-{824AA281-B423-47FF-958E-8986F8FD530E}" dt="2026-10-02T21:43:09.402" v="4" actId="34807"/>
        <pc:sldMkLst>
          <pc:docMk/>
          <pc:sldMk cId="2317542784" sldId="432"/>
        </pc:sldMkLst>
      </pc:sldChg>
      <pc:sldChg chg="del">
        <pc:chgData name="" userId="" providerId="" clId="Web-{824AA281-B423-47FF-958E-8986F8FD530E}" dt="2026-10-02T21:43:09.402" v="4" actId="34807"/>
        <pc:sldMkLst>
          <pc:docMk/>
          <pc:sldMk cId="1720057971" sldId="433"/>
        </pc:sldMkLst>
      </pc:sldChg>
      <pc:sldChg chg="del">
        <pc:chgData name="" userId="" providerId="" clId="Web-{824AA281-B423-47FF-958E-8986F8FD530E}" dt="2026-10-02T21:43:09.402" v="4" actId="34807"/>
        <pc:sldMkLst>
          <pc:docMk/>
          <pc:sldMk cId="1717962785" sldId="434"/>
        </pc:sldMkLst>
      </pc:sldChg>
      <pc:sldChg chg="del">
        <pc:chgData name="" userId="" providerId="" clId="Web-{824AA281-B423-47FF-958E-8986F8FD530E}" dt="2026-10-02T21:43:09.402" v="4" actId="34807"/>
        <pc:sldMkLst>
          <pc:docMk/>
          <pc:sldMk cId="1605587721" sldId="435"/>
        </pc:sldMkLst>
      </pc:sldChg>
      <pc:sldChg chg="del">
        <pc:chgData name="" userId="" providerId="" clId="Web-{824AA281-B423-47FF-958E-8986F8FD530E}" dt="2026-10-02T21:43:09.402" v="4" actId="34807"/>
        <pc:sldMkLst>
          <pc:docMk/>
          <pc:sldMk cId="2827391680" sldId="436"/>
        </pc:sldMkLst>
      </pc:sldChg>
      <pc:sldChg chg="del">
        <pc:chgData name="" userId="" providerId="" clId="Web-{824AA281-B423-47FF-958E-8986F8FD530E}" dt="2026-10-02T21:43:09.402" v="4" actId="34807"/>
        <pc:sldMkLst>
          <pc:docMk/>
          <pc:sldMk cId="681486354" sldId="437"/>
        </pc:sldMkLst>
      </pc:sldChg>
      <pc:sldChg chg="del">
        <pc:chgData name="" userId="" providerId="" clId="Web-{824AA281-B423-47FF-958E-8986F8FD530E}" dt="2026-10-02T21:43:09.402" v="4" actId="34807"/>
        <pc:sldMkLst>
          <pc:docMk/>
          <pc:sldMk cId="3978952126" sldId="438"/>
        </pc:sldMkLst>
      </pc:sldChg>
      <pc:sldChg chg="del">
        <pc:chgData name="" userId="" providerId="" clId="Web-{824AA281-B423-47FF-958E-8986F8FD530E}" dt="2026-10-02T21:43:09.402" v="4" actId="34807"/>
        <pc:sldMkLst>
          <pc:docMk/>
          <pc:sldMk cId="3808313750" sldId="441"/>
        </pc:sldMkLst>
      </pc:sldChg>
      <pc:sldChg chg="del">
        <pc:chgData name="" userId="" providerId="" clId="Web-{824AA281-B423-47FF-958E-8986F8FD530E}" dt="2026-10-02T21:43:09.402" v="4" actId="34807"/>
        <pc:sldMkLst>
          <pc:docMk/>
          <pc:sldMk cId="2685371021" sldId="442"/>
        </pc:sldMkLst>
      </pc:sldChg>
      <pc:sldChg chg="del">
        <pc:chgData name="" userId="" providerId="" clId="Web-{824AA281-B423-47FF-958E-8986F8FD530E}" dt="2026-10-02T21:43:09.402" v="4" actId="34807"/>
        <pc:sldMkLst>
          <pc:docMk/>
          <pc:sldMk cId="319178827" sldId="443"/>
        </pc:sldMkLst>
      </pc:sldChg>
      <pc:sldChg chg="addSp delSp modSp add mod ord setBg modNotesTx">
        <pc:chgData name="" userId="" providerId="" clId="Web-{824AA281-B423-47FF-958E-8986F8FD530E}" dt="2026-10-02T22:05:33.881" v="58" actId="34807"/>
        <pc:sldMkLst>
          <pc:docMk/>
          <pc:sldMk cId="541852206" sldId="444"/>
        </pc:sldMkLst>
        <pc:spChg chg="mod">
          <ac:chgData name="" userId="" providerId="" clId="Web-{824AA281-B423-47FF-958E-8986F8FD530E}" dt="2026-10-02T21:51:48.233" v="44" actId="34807"/>
          <ac:spMkLst>
            <pc:docMk/>
            <pc:sldMk cId="541852206" sldId="444"/>
            <ac:spMk id="12" creationId="{A91876E0-CBF3-36AA-0B42-641FAAE9C92F}"/>
          </ac:spMkLst>
        </pc:spChg>
        <pc:spChg chg="mod">
          <ac:chgData name="" userId="" providerId="" clId="Web-{824AA281-B423-47FF-958E-8986F8FD530E}" dt="2026-10-02T21:51:48.233" v="44" actId="34807"/>
          <ac:spMkLst>
            <pc:docMk/>
            <pc:sldMk cId="541852206" sldId="444"/>
            <ac:spMk id="38" creationId="{E7EA2659-962F-4074-82E3-32B4D6EA78FF}"/>
          </ac:spMkLst>
        </pc:spChg>
        <pc:spChg chg="mod">
          <ac:chgData name="" userId="" providerId="" clId="Web-{824AA281-B423-47FF-958E-8986F8FD530E}" dt="2026-10-02T21:51:48.233" v="44" actId="34807"/>
          <ac:spMkLst>
            <pc:docMk/>
            <pc:sldMk cId="541852206" sldId="444"/>
            <ac:spMk id="42" creationId="{15997929-E2F8-4DED-B504-3C39B97DEADC}"/>
          </ac:spMkLst>
        </pc:spChg>
        <pc:spChg chg="mod">
          <ac:chgData name="" userId="" providerId="" clId="Web-{824AA281-B423-47FF-958E-8986F8FD530E}" dt="2026-10-02T21:51:48.233" v="44" actId="34807"/>
          <ac:spMkLst>
            <pc:docMk/>
            <pc:sldMk cId="541852206" sldId="444"/>
            <ac:spMk id="45" creationId="{0CA998FC-A01D-45D1-98F7-C44B011EA700}"/>
          </ac:spMkLst>
        </pc:spChg>
        <pc:spChg chg="mod">
          <ac:chgData name="" userId="" providerId="" clId="Web-{824AA281-B423-47FF-958E-8986F8FD530E}" dt="2026-10-02T21:51:48.233" v="44" actId="34807"/>
          <ac:spMkLst>
            <pc:docMk/>
            <pc:sldMk cId="541852206" sldId="444"/>
            <ac:spMk id="56" creationId="{BBFEAC38-689B-4588-A133-2649219EA9F2}"/>
          </ac:spMkLst>
        </pc:spChg>
        <pc:spChg chg="del">
          <ac:chgData name="" userId="" providerId="" clId="Web-{824AA281-B423-47FF-958E-8986F8FD530E}" dt="2026-10-02T21:51:41.983" v="43" actId="34807"/>
          <ac:spMkLst>
            <pc:docMk/>
            <pc:sldMk cId="541852206" sldId="444"/>
            <ac:spMk id="2058" creationId="{D43D5685-4142-F160-D9E5-1AA26E2E0F16}"/>
          </ac:spMkLst>
        </pc:spChg>
        <pc:spChg chg="del">
          <ac:chgData name="" userId="" providerId="" clId="Web-{824AA281-B423-47FF-958E-8986F8FD530E}" dt="2026-10-02T21:51:41.983" v="43" actId="34807"/>
          <ac:spMkLst>
            <pc:docMk/>
            <pc:sldMk cId="541852206" sldId="444"/>
            <ac:spMk id="2060" creationId="{5092145E-CE8C-3AEC-7664-2DB99717740F}"/>
          </ac:spMkLst>
        </pc:spChg>
        <pc:spChg chg="del mod">
          <ac:chgData name="" userId="" providerId="" clId="Web-{824AA281-B423-47FF-958E-8986F8FD530E}" dt="2026-10-02T21:51:41.983" v="43" actId="34807"/>
          <ac:spMkLst>
            <pc:docMk/>
            <pc:sldMk cId="541852206" sldId="444"/>
            <ac:spMk id="2063" creationId="{CC4D87D5-507F-48D1-6CFF-15C630529996}"/>
          </ac:spMkLst>
        </pc:spChg>
        <pc:spChg chg="del mod">
          <ac:chgData name="" userId="" providerId="" clId="Web-{824AA281-B423-47FF-958E-8986F8FD530E}" dt="2026-10-02T21:51:41.983" v="43" actId="34807"/>
          <ac:spMkLst>
            <pc:docMk/>
            <pc:sldMk cId="541852206" sldId="444"/>
            <ac:spMk id="2067" creationId="{F0017B9A-2CD6-D7A6-CA75-3E5CA7EAEDC0}"/>
          </ac:spMkLst>
        </pc:spChg>
        <pc:spChg chg="del">
          <ac:chgData name="" userId="" providerId="" clId="Web-{824AA281-B423-47FF-958E-8986F8FD530E}" dt="2026-10-02T21:51:41.983" v="43" actId="34807"/>
          <ac:spMkLst>
            <pc:docMk/>
            <pc:sldMk cId="541852206" sldId="444"/>
            <ac:spMk id="2072" creationId="{AE381175-9E32-5524-6563-2E7C1E5DF688}"/>
          </ac:spMkLst>
        </pc:spChg>
        <pc:spChg chg="add mod">
          <ac:chgData name="" userId="" providerId="" clId="Web-{824AA281-B423-47FF-958E-8986F8FD530E}" dt="2026-10-02T21:51:40.654" v="42" actId="34807"/>
          <ac:spMkLst>
            <pc:docMk/>
            <pc:sldMk cId="541852206" sldId="444"/>
            <ac:spMk id="4525" creationId="{B0FCCBAF-64D9-2158-7881-9ED27F7797FB}"/>
          </ac:spMkLst>
        </pc:spChg>
        <pc:spChg chg="add mod">
          <ac:chgData name="" userId="" providerId="" clId="Web-{824AA281-B423-47FF-958E-8986F8FD530E}" dt="2026-10-02T21:51:40.654" v="42" actId="34807"/>
          <ac:spMkLst>
            <pc:docMk/>
            <pc:sldMk cId="541852206" sldId="444"/>
            <ac:spMk id="4527" creationId="{234A98EF-1638-340F-066A-CBDC54595CD6}"/>
          </ac:spMkLst>
        </pc:spChg>
        <pc:spChg chg="add mod">
          <ac:chgData name="" userId="" providerId="" clId="Web-{824AA281-B423-47FF-958E-8986F8FD530E}" dt="2026-10-02T21:51:40.654" v="42" actId="34807"/>
          <ac:spMkLst>
            <pc:docMk/>
            <pc:sldMk cId="541852206" sldId="444"/>
            <ac:spMk id="4530" creationId="{F076701F-307A-FB54-B279-318E1161B67F}"/>
          </ac:spMkLst>
        </pc:spChg>
        <pc:spChg chg="add del mod">
          <ac:chgData name="" userId="" providerId="" clId="Web-{824AA281-B423-47FF-958E-8986F8FD530E}" dt="2026-10-02T22:02:02.258" v="55" actId="34807"/>
          <ac:spMkLst>
            <pc:docMk/>
            <pc:sldMk cId="541852206" sldId="444"/>
            <ac:spMk id="4534" creationId="{52484396-66B7-9591-F68B-7C9335960A24}"/>
          </ac:spMkLst>
        </pc:spChg>
        <pc:spChg chg="add del mod">
          <ac:chgData name="" userId="" providerId="" clId="Web-{824AA281-B423-47FF-958E-8986F8FD530E}" dt="2026-10-02T22:02:02.258" v="55" actId="34807"/>
          <ac:spMkLst>
            <pc:docMk/>
            <pc:sldMk cId="541852206" sldId="444"/>
            <ac:spMk id="4539" creationId="{F1982287-30FB-F6CB-A915-C47DD6268FFF}"/>
          </ac:spMkLst>
        </pc:spChg>
        <pc:spChg chg="add del mod">
          <ac:chgData name="" userId="" providerId="" clId="Web-{824AA281-B423-47FF-958E-8986F8FD530E}" dt="2026-10-02T22:02:02.258" v="55" actId="34807"/>
          <ac:spMkLst>
            <pc:docMk/>
            <pc:sldMk cId="541852206" sldId="444"/>
            <ac:spMk id="4545" creationId="{EB0CD858-DA67-6794-5D39-B2AD4CCEF48F}"/>
          </ac:spMkLst>
        </pc:spChg>
        <pc:spChg chg="add del mod">
          <ac:chgData name="" userId="" providerId="" clId="Web-{824AA281-B423-47FF-958E-8986F8FD530E}" dt="2026-10-02T22:02:02.258" v="55" actId="34807"/>
          <ac:spMkLst>
            <pc:docMk/>
            <pc:sldMk cId="541852206" sldId="444"/>
            <ac:spMk id="4552" creationId="{BD4C0662-D92C-F211-CF2D-A624101ADF34}"/>
          </ac:spMkLst>
        </pc:spChg>
        <pc:spChg chg="add mod">
          <ac:chgData name="" userId="" providerId="" clId="Web-{824AA281-B423-47FF-958E-8986F8FD530E}" dt="2026-10-02T22:01:59.273" v="54" actId="34807"/>
          <ac:spMkLst>
            <pc:docMk/>
            <pc:sldMk cId="541852206" sldId="444"/>
            <ac:spMk id="4762" creationId="{F9106B74-AF00-B103-0ABA-6E581F65DCE0}"/>
          </ac:spMkLst>
        </pc:spChg>
        <pc:spChg chg="add mod">
          <ac:chgData name="" userId="" providerId="" clId="Web-{824AA281-B423-47FF-958E-8986F8FD530E}" dt="2026-10-02T22:01:59.273" v="54" actId="34807"/>
          <ac:spMkLst>
            <pc:docMk/>
            <pc:sldMk cId="541852206" sldId="444"/>
            <ac:spMk id="4783" creationId="{087652F0-8DFB-7A8A-9E18-CC19906EA84D}"/>
          </ac:spMkLst>
        </pc:spChg>
        <pc:spChg chg="add del mod">
          <ac:chgData name="" userId="" providerId="" clId="Web-{824AA281-B423-47FF-958E-8986F8FD530E}" dt="2026-10-02T22:05:33.881" v="58" actId="34807"/>
          <ac:spMkLst>
            <pc:docMk/>
            <pc:sldMk cId="541852206" sldId="444"/>
            <ac:spMk id="4805" creationId="{1C18D0C8-2141-FBF3-09D1-B83D68AA25E5}"/>
          </ac:spMkLst>
        </pc:spChg>
        <pc:spChg chg="add mod">
          <ac:chgData name="" userId="" providerId="" clId="Web-{824AA281-B423-47FF-958E-8986F8FD530E}" dt="2026-10-02T22:05:32.912" v="57" actId="34807"/>
          <ac:spMkLst>
            <pc:docMk/>
            <pc:sldMk cId="541852206" sldId="444"/>
            <ac:spMk id="4815" creationId="{0FCB829E-E331-3B5C-9A1F-41267BD85F68}"/>
          </ac:spMkLst>
        </pc:spChg>
        <pc:picChg chg="mod">
          <ac:chgData name="" userId="" providerId="" clId="Web-{824AA281-B423-47FF-958E-8986F8FD530E}" dt="2026-10-02T22:02:02.258" v="55" actId="34807"/>
          <ac:picMkLst>
            <pc:docMk/>
            <pc:sldMk cId="541852206" sldId="444"/>
            <ac:picMk id="20" creationId="{7AD5A8ED-0EAF-6A8F-EB32-7A2EDE31E5AA}"/>
          </ac:picMkLst>
        </pc:picChg>
      </pc:sldChg>
      <pc:sldChg chg="addSp modSp add del mod replId setBg modNotesTx">
        <pc:chgData name="" userId="" providerId="" clId="Web-{824AA281-B423-47FF-958E-8986F8FD530E}" dt="2026-10-02T21:58:09.664" v="51" actId="34807"/>
        <pc:sldMkLst>
          <pc:docMk/>
          <pc:sldMk cId="2182933044" sldId="445"/>
        </pc:sldMkLst>
        <pc:spChg chg="add mod">
          <ac:chgData name="" userId="" providerId="" clId="Web-{824AA281-B423-47FF-958E-8986F8FD530E}" dt="2026-10-02T21:51:31.951" v="41" actId="34807"/>
          <ac:spMkLst>
            <pc:docMk/>
            <pc:sldMk cId="2182933044" sldId="445"/>
            <ac:spMk id="2" creationId="{7DC872B0-1CB4-D440-0181-B9FF6955446F}"/>
          </ac:spMkLst>
        </pc:spChg>
        <pc:spChg chg="add mod">
          <ac:chgData name="" userId="" providerId="" clId="Web-{824AA281-B423-47FF-958E-8986F8FD530E}" dt="2026-10-02T21:51:28.794" v="39" actId="34807"/>
          <ac:spMkLst>
            <pc:docMk/>
            <pc:sldMk cId="2182933044" sldId="445"/>
            <ac:spMk id="4293" creationId="{B99D734C-E34B-8E77-9C7F-0062BFD5C229}"/>
          </ac:spMkLst>
        </pc:spChg>
        <pc:spChg chg="add mod">
          <ac:chgData name="" userId="" providerId="" clId="Web-{824AA281-B423-47FF-958E-8986F8FD530E}" dt="2026-10-02T21:51:28.794" v="39" actId="34807"/>
          <ac:spMkLst>
            <pc:docMk/>
            <pc:sldMk cId="2182933044" sldId="445"/>
            <ac:spMk id="4295" creationId="{06A97496-FF82-F256-4C37-9B5BEED515A3}"/>
          </ac:spMkLst>
        </pc:spChg>
        <pc:spChg chg="add mod">
          <ac:chgData name="" userId="" providerId="" clId="Web-{824AA281-B423-47FF-958E-8986F8FD530E}" dt="2026-10-02T21:51:28.794" v="39" actId="34807"/>
          <ac:spMkLst>
            <pc:docMk/>
            <pc:sldMk cId="2182933044" sldId="445"/>
            <ac:spMk id="4302" creationId="{33B56EF9-7762-5B08-7606-0BE4D33EB2EC}"/>
          </ac:spMkLst>
        </pc:spChg>
        <pc:spChg chg="add mod">
          <ac:chgData name="" userId="" providerId="" clId="Web-{824AA281-B423-47FF-958E-8986F8FD530E}" dt="2026-10-02T21:51:28.794" v="39" actId="34807"/>
          <ac:spMkLst>
            <pc:docMk/>
            <pc:sldMk cId="2182933044" sldId="445"/>
            <ac:spMk id="4307" creationId="{FD1B269B-273A-8C09-E14B-82C4DF0D5617}"/>
          </ac:spMkLst>
        </pc:spChg>
        <pc:spChg chg="add mod">
          <ac:chgData name="" userId="" providerId="" clId="Web-{824AA281-B423-47FF-958E-8986F8FD530E}" dt="2026-10-02T21:51:28.794" v="39" actId="34807"/>
          <ac:spMkLst>
            <pc:docMk/>
            <pc:sldMk cId="2182933044" sldId="445"/>
            <ac:spMk id="4320" creationId="{0A803A12-0641-1901-C3E8-5F98BA89A1E8}"/>
          </ac:spMkLst>
        </pc:spChg>
        <pc:spChg chg="add mod">
          <ac:chgData name="" userId="" providerId="" clId="Web-{824AA281-B423-47FF-958E-8986F8FD530E}" dt="2026-10-02T21:51:28.794" v="39" actId="34807"/>
          <ac:spMkLst>
            <pc:docMk/>
            <pc:sldMk cId="2182933044" sldId="445"/>
            <ac:spMk id="4347" creationId="{966D34E5-8152-C75C-AD48-7C4CA3A8EF51}"/>
          </ac:spMkLst>
        </pc:spChg>
        <pc:spChg chg="add mod">
          <ac:chgData name="" userId="" providerId="" clId="Web-{824AA281-B423-47FF-958E-8986F8FD530E}" dt="2026-10-02T21:51:28.794" v="39" actId="34807"/>
          <ac:spMkLst>
            <pc:docMk/>
            <pc:sldMk cId="2182933044" sldId="445"/>
            <ac:spMk id="4358" creationId="{674F7CDA-1729-2263-2F03-AC5428A8C7CB}"/>
          </ac:spMkLst>
        </pc:spChg>
        <pc:spChg chg="add mod">
          <ac:chgData name="" userId="" providerId="" clId="Web-{824AA281-B423-47FF-958E-8986F8FD530E}" dt="2026-10-02T21:51:28.794" v="39" actId="34807"/>
          <ac:spMkLst>
            <pc:docMk/>
            <pc:sldMk cId="2182933044" sldId="445"/>
            <ac:spMk id="4397" creationId="{A146EAD5-214E-EAA8-3393-4F76ABC6F4B3}"/>
          </ac:spMkLst>
        </pc:spChg>
        <pc:spChg chg="add mod">
          <ac:chgData name="" userId="" providerId="" clId="Web-{824AA281-B423-47FF-958E-8986F8FD530E}" dt="2026-10-02T21:51:28.794" v="39" actId="34807"/>
          <ac:spMkLst>
            <pc:docMk/>
            <pc:sldMk cId="2182933044" sldId="445"/>
            <ac:spMk id="4428" creationId="{4514485F-DCD5-98C8-23C1-630819E1BC6B}"/>
          </ac:spMkLst>
        </pc:spChg>
        <pc:spChg chg="add mod">
          <ac:chgData name="" userId="" providerId="" clId="Web-{824AA281-B423-47FF-958E-8986F8FD530E}" dt="2026-10-02T21:51:28.794" v="39" actId="34807"/>
          <ac:spMkLst>
            <pc:docMk/>
            <pc:sldMk cId="2182933044" sldId="445"/>
            <ac:spMk id="4445" creationId="{1A4F7C61-85DD-2820-08C4-125EE726E7B4}"/>
          </ac:spMkLst>
        </pc:spChg>
        <pc:picChg chg="add mod">
          <ac:chgData name="" userId="" providerId="" clId="Web-{824AA281-B423-47FF-958E-8986F8FD530E}" dt="2026-10-02T21:51:27.435" v="38" actId="34807"/>
          <ac:picMkLst>
            <pc:docMk/>
            <pc:sldMk cId="2182933044" sldId="445"/>
            <ac:picMk id="4292" creationId="{C8663535-D956-0332-E46B-1F5B5A1C2691}"/>
          </ac:picMkLst>
        </pc:picChg>
        <pc:picChg chg="add mod">
          <ac:chgData name="" userId="" providerId="" clId="Web-{824AA281-B423-47FF-958E-8986F8FD530E}" dt="2026-10-02T21:51:30.294" v="40" actId="34807"/>
          <ac:picMkLst>
            <pc:docMk/>
            <pc:sldMk cId="2182933044" sldId="445"/>
            <ac:picMk id="4524" creationId="{C1B52C69-DEFC-8392-E639-D082EFC1857F}"/>
          </ac:picMkLst>
        </pc:picChg>
      </pc:sldChg>
      <pc:sldChg chg="addSp modSp add del mod replId setBg modNotesTx">
        <pc:chgData name="" userId="" providerId="" clId="Web-{824AA281-B423-47FF-958E-8986F8FD530E}" dt="2026-10-02T21:58:09.664" v="51" actId="34807"/>
        <pc:sldMkLst>
          <pc:docMk/>
          <pc:sldMk cId="2619482483" sldId="446"/>
        </pc:sldMkLst>
        <pc:spChg chg="add mod">
          <ac:chgData name="" userId="" providerId="" clId="Web-{824AA281-B423-47FF-958E-8986F8FD530E}" dt="2026-10-02T21:49:49.944" v="37" actId="34807"/>
          <ac:spMkLst>
            <pc:docMk/>
            <pc:sldMk cId="2619482483" sldId="446"/>
            <ac:spMk id="2" creationId="{238D252E-F9DE-9811-1AFB-0D213E97F8DD}"/>
          </ac:spMkLst>
        </pc:spChg>
        <pc:spChg chg="add mod">
          <ac:chgData name="" userId="" providerId="" clId="Web-{824AA281-B423-47FF-958E-8986F8FD530E}" dt="2026-10-02T21:49:46.366" v="35" actId="34807"/>
          <ac:spMkLst>
            <pc:docMk/>
            <pc:sldMk cId="2619482483" sldId="446"/>
            <ac:spMk id="3887" creationId="{CA78F97A-DCB2-0A86-535C-267F650E3A23}"/>
          </ac:spMkLst>
        </pc:spChg>
        <pc:spChg chg="add mod">
          <ac:chgData name="" userId="" providerId="" clId="Web-{824AA281-B423-47FF-958E-8986F8FD530E}" dt="2026-10-02T21:49:46.366" v="35" actId="34807"/>
          <ac:spMkLst>
            <pc:docMk/>
            <pc:sldMk cId="2619482483" sldId="446"/>
            <ac:spMk id="3899" creationId="{258E8E3A-AC49-929C-C0D9-4BFB8555857A}"/>
          </ac:spMkLst>
        </pc:spChg>
        <pc:spChg chg="add mod">
          <ac:chgData name="" userId="" providerId="" clId="Web-{824AA281-B423-47FF-958E-8986F8FD530E}" dt="2026-10-02T21:49:46.366" v="35" actId="34807"/>
          <ac:spMkLst>
            <pc:docMk/>
            <pc:sldMk cId="2619482483" sldId="446"/>
            <ac:spMk id="3905" creationId="{397B1812-7479-C513-B3E2-D1EB125D2F8A}"/>
          </ac:spMkLst>
        </pc:spChg>
        <pc:spChg chg="add mod">
          <ac:chgData name="" userId="" providerId="" clId="Web-{824AA281-B423-47FF-958E-8986F8FD530E}" dt="2026-10-02T21:49:46.366" v="35" actId="34807"/>
          <ac:spMkLst>
            <pc:docMk/>
            <pc:sldMk cId="2619482483" sldId="446"/>
            <ac:spMk id="3912" creationId="{7E848DC9-56A7-A374-87E8-822603944F8E}"/>
          </ac:spMkLst>
        </pc:spChg>
        <pc:spChg chg="add mod">
          <ac:chgData name="" userId="" providerId="" clId="Web-{824AA281-B423-47FF-958E-8986F8FD530E}" dt="2026-10-02T21:49:46.366" v="35" actId="34807"/>
          <ac:spMkLst>
            <pc:docMk/>
            <pc:sldMk cId="2619482483" sldId="446"/>
            <ac:spMk id="3962" creationId="{4EE20CC8-49C0-807E-99C2-74B3119918EF}"/>
          </ac:spMkLst>
        </pc:spChg>
        <pc:spChg chg="add mod">
          <ac:chgData name="" userId="" providerId="" clId="Web-{824AA281-B423-47FF-958E-8986F8FD530E}" dt="2026-10-02T21:49:46.366" v="35" actId="34807"/>
          <ac:spMkLst>
            <pc:docMk/>
            <pc:sldMk cId="2619482483" sldId="446"/>
            <ac:spMk id="3975" creationId="{F8772496-1533-40E1-3B73-B1D84ED767A7}"/>
          </ac:spMkLst>
        </pc:spChg>
        <pc:spChg chg="add mod">
          <ac:chgData name="" userId="" providerId="" clId="Web-{824AA281-B423-47FF-958E-8986F8FD530E}" dt="2026-10-02T21:49:46.366" v="35" actId="34807"/>
          <ac:spMkLst>
            <pc:docMk/>
            <pc:sldMk cId="2619482483" sldId="446"/>
            <ac:spMk id="4020" creationId="{604EBB60-6B7F-7AF8-14D6-C08D06B1EEB0}"/>
          </ac:spMkLst>
        </pc:spChg>
        <pc:spChg chg="add mod">
          <ac:chgData name="" userId="" providerId="" clId="Web-{824AA281-B423-47FF-958E-8986F8FD530E}" dt="2026-10-02T21:49:46.366" v="35" actId="34807"/>
          <ac:spMkLst>
            <pc:docMk/>
            <pc:sldMk cId="2619482483" sldId="446"/>
            <ac:spMk id="4037" creationId="{E8F0C977-B545-D736-E0C0-458CF2CBF812}"/>
          </ac:spMkLst>
        </pc:spChg>
        <pc:spChg chg="add mod">
          <ac:chgData name="" userId="" providerId="" clId="Web-{824AA281-B423-47FF-958E-8986F8FD530E}" dt="2026-10-02T21:49:46.366" v="35" actId="34807"/>
          <ac:spMkLst>
            <pc:docMk/>
            <pc:sldMk cId="2619482483" sldId="446"/>
            <ac:spMk id="4074" creationId="{D3FF0209-1F6F-E110-8291-6BAA813D4B3C}"/>
          </ac:spMkLst>
        </pc:spChg>
        <pc:spChg chg="add mod">
          <ac:chgData name="" userId="" providerId="" clId="Web-{824AA281-B423-47FF-958E-8986F8FD530E}" dt="2026-10-02T21:49:46.366" v="35" actId="34807"/>
          <ac:spMkLst>
            <pc:docMk/>
            <pc:sldMk cId="2619482483" sldId="446"/>
            <ac:spMk id="4235" creationId="{DB21A1D0-8784-6272-B2B4-70E6A3CCF1C6}"/>
          </ac:spMkLst>
        </pc:spChg>
        <pc:picChg chg="add mod">
          <ac:chgData name="" userId="" providerId="" clId="Web-{824AA281-B423-47FF-958E-8986F8FD530E}" dt="2026-10-02T21:49:48.460" v="36" actId="34807"/>
          <ac:picMkLst>
            <pc:docMk/>
            <pc:sldMk cId="2619482483" sldId="446"/>
            <ac:picMk id="4291" creationId="{3326D051-2E19-18CC-5EEF-C0D231D8ADE7}"/>
          </ac:picMkLst>
        </pc:picChg>
      </pc:sldChg>
      <pc:sldChg chg="addSp modSp add del mod replId setBg modNotesTx">
        <pc:chgData name="" userId="" providerId="" clId="Web-{824AA281-B423-47FF-958E-8986F8FD530E}" dt="2026-10-02T21:58:09.664" v="51" actId="34807"/>
        <pc:sldMkLst>
          <pc:docMk/>
          <pc:sldMk cId="2805161148" sldId="447"/>
        </pc:sldMkLst>
        <pc:spChg chg="add mod">
          <ac:chgData name="" userId="" providerId="" clId="Web-{824AA281-B423-47FF-958E-8986F8FD530E}" dt="2026-10-02T21:49:40.147" v="34" actId="34807"/>
          <ac:spMkLst>
            <pc:docMk/>
            <pc:sldMk cId="2805161148" sldId="447"/>
            <ac:spMk id="2" creationId="{A32892F4-1005-49B2-6D9F-89B31B2AC4AE}"/>
          </ac:spMkLst>
        </pc:spChg>
        <pc:spChg chg="add mod">
          <ac:chgData name="" userId="" providerId="" clId="Web-{824AA281-B423-47FF-958E-8986F8FD530E}" dt="2026-10-02T21:49:36.068" v="32" actId="34807"/>
          <ac:spMkLst>
            <pc:docMk/>
            <pc:sldMk cId="2805161148" sldId="447"/>
            <ac:spMk id="3653" creationId="{1546679D-3873-CE22-5E4A-0CBE68A09257}"/>
          </ac:spMkLst>
        </pc:spChg>
        <pc:spChg chg="add mod">
          <ac:chgData name="" userId="" providerId="" clId="Web-{824AA281-B423-47FF-958E-8986F8FD530E}" dt="2026-10-02T21:49:36.068" v="32" actId="34807"/>
          <ac:spMkLst>
            <pc:docMk/>
            <pc:sldMk cId="2805161148" sldId="447"/>
            <ac:spMk id="3662" creationId="{CCC0746D-5A39-9D87-ACD0-6ECA726AD0A8}"/>
          </ac:spMkLst>
        </pc:spChg>
        <pc:spChg chg="add mod">
          <ac:chgData name="" userId="" providerId="" clId="Web-{824AA281-B423-47FF-958E-8986F8FD530E}" dt="2026-10-02T21:49:36.068" v="32" actId="34807"/>
          <ac:spMkLst>
            <pc:docMk/>
            <pc:sldMk cId="2805161148" sldId="447"/>
            <ac:spMk id="3667" creationId="{F06B72E5-3862-DBE0-6723-E773BC8C925D}"/>
          </ac:spMkLst>
        </pc:spChg>
        <pc:spChg chg="add mod">
          <ac:chgData name="" userId="" providerId="" clId="Web-{824AA281-B423-47FF-958E-8986F8FD530E}" dt="2026-10-02T21:49:36.068" v="32" actId="34807"/>
          <ac:spMkLst>
            <pc:docMk/>
            <pc:sldMk cId="2805161148" sldId="447"/>
            <ac:spMk id="3688" creationId="{C0B807F0-C3CD-1AF5-D146-E171D4D257E3}"/>
          </ac:spMkLst>
        </pc:spChg>
        <pc:spChg chg="add mod">
          <ac:chgData name="" userId="" providerId="" clId="Web-{824AA281-B423-47FF-958E-8986F8FD530E}" dt="2026-10-02T21:49:36.068" v="32" actId="34807"/>
          <ac:spMkLst>
            <pc:docMk/>
            <pc:sldMk cId="2805161148" sldId="447"/>
            <ac:spMk id="3707" creationId="{683C4D9D-FE3F-1350-D3D8-4CF17563CE6F}"/>
          </ac:spMkLst>
        </pc:spChg>
        <pc:spChg chg="add mod">
          <ac:chgData name="" userId="" providerId="" clId="Web-{824AA281-B423-47FF-958E-8986F8FD530E}" dt="2026-10-02T21:49:36.068" v="32" actId="34807"/>
          <ac:spMkLst>
            <pc:docMk/>
            <pc:sldMk cId="2805161148" sldId="447"/>
            <ac:spMk id="3743" creationId="{D1C6FE1B-7AC4-6435-475B-377215536839}"/>
          </ac:spMkLst>
        </pc:spChg>
        <pc:spChg chg="add mod">
          <ac:chgData name="" userId="" providerId="" clId="Web-{824AA281-B423-47FF-958E-8986F8FD530E}" dt="2026-10-02T21:49:36.068" v="32" actId="34807"/>
          <ac:spMkLst>
            <pc:docMk/>
            <pc:sldMk cId="2805161148" sldId="447"/>
            <ac:spMk id="3757" creationId="{431A2774-9CFF-8852-4736-84301CA03D8B}"/>
          </ac:spMkLst>
        </pc:spChg>
        <pc:spChg chg="add mod">
          <ac:chgData name="" userId="" providerId="" clId="Web-{824AA281-B423-47FF-958E-8986F8FD530E}" dt="2026-10-02T21:49:36.068" v="32" actId="34807"/>
          <ac:spMkLst>
            <pc:docMk/>
            <pc:sldMk cId="2805161148" sldId="447"/>
            <ac:spMk id="3788" creationId="{7B9FD3DE-F50B-C168-6109-4A32F696B735}"/>
          </ac:spMkLst>
        </pc:spChg>
        <pc:spChg chg="add mod">
          <ac:chgData name="" userId="" providerId="" clId="Web-{824AA281-B423-47FF-958E-8986F8FD530E}" dt="2026-10-02T21:49:36.068" v="32" actId="34807"/>
          <ac:spMkLst>
            <pc:docMk/>
            <pc:sldMk cId="2805161148" sldId="447"/>
            <ac:spMk id="3805" creationId="{E3D8395F-CCD0-7B3A-B7DF-4FBDF806D77E}"/>
          </ac:spMkLst>
        </pc:spChg>
        <pc:spChg chg="add mod">
          <ac:chgData name="" userId="" providerId="" clId="Web-{824AA281-B423-47FF-958E-8986F8FD530E}" dt="2026-10-02T21:49:36.068" v="32" actId="34807"/>
          <ac:spMkLst>
            <pc:docMk/>
            <pc:sldMk cId="2805161148" sldId="447"/>
            <ac:spMk id="3862" creationId="{32924735-944E-6B27-0E9E-383AA7A6F159}"/>
          </ac:spMkLst>
        </pc:spChg>
        <pc:picChg chg="add mod">
          <ac:chgData name="" userId="" providerId="" clId="Web-{824AA281-B423-47FF-958E-8986F8FD530E}" dt="2026-10-02T21:49:37.568" v="33" actId="34807"/>
          <ac:picMkLst>
            <pc:docMk/>
            <pc:sldMk cId="2805161148" sldId="447"/>
            <ac:picMk id="3884" creationId="{913FDD52-A929-9649-95D4-C602CD8EB263}"/>
          </ac:picMkLst>
        </pc:picChg>
      </pc:sldChg>
      <pc:sldChg chg="addSp modSp add del mod replId setBg modNotesTx">
        <pc:chgData name="" userId="" providerId="" clId="Web-{824AA281-B423-47FF-958E-8986F8FD530E}" dt="2026-10-02T21:58:09.664" v="51" actId="34807"/>
        <pc:sldMkLst>
          <pc:docMk/>
          <pc:sldMk cId="999050638" sldId="448"/>
        </pc:sldMkLst>
        <pc:spChg chg="add mod">
          <ac:chgData name="" userId="" providerId="" clId="Web-{824AA281-B423-47FF-958E-8986F8FD530E}" dt="2026-10-02T21:49:30.068" v="31" actId="34807"/>
          <ac:spMkLst>
            <pc:docMk/>
            <pc:sldMk cId="999050638" sldId="448"/>
            <ac:spMk id="2" creationId="{4990CA3C-9537-6DFE-FE00-EE832BB989FC}"/>
          </ac:spMkLst>
        </pc:spChg>
        <pc:spChg chg="add mod">
          <ac:chgData name="" userId="" providerId="" clId="Web-{824AA281-B423-47FF-958E-8986F8FD530E}" dt="2026-10-02T21:49:27.068" v="29" actId="34807"/>
          <ac:spMkLst>
            <pc:docMk/>
            <pc:sldMk cId="999050638" sldId="448"/>
            <ac:spMk id="3442" creationId="{EA9AA1BD-6584-57D6-052D-F3DF64C9D0F1}"/>
          </ac:spMkLst>
        </pc:spChg>
        <pc:spChg chg="add mod">
          <ac:chgData name="" userId="" providerId="" clId="Web-{824AA281-B423-47FF-958E-8986F8FD530E}" dt="2026-10-02T21:49:27.068" v="29" actId="34807"/>
          <ac:spMkLst>
            <pc:docMk/>
            <pc:sldMk cId="999050638" sldId="448"/>
            <ac:spMk id="3444" creationId="{E60710E4-D3CB-E44A-37AF-F8E8E882D03A}"/>
          </ac:spMkLst>
        </pc:spChg>
        <pc:spChg chg="add mod">
          <ac:chgData name="" userId="" providerId="" clId="Web-{824AA281-B423-47FF-958E-8986F8FD530E}" dt="2026-10-02T21:49:27.068" v="29" actId="34807"/>
          <ac:spMkLst>
            <pc:docMk/>
            <pc:sldMk cId="999050638" sldId="448"/>
            <ac:spMk id="3447" creationId="{5EC16260-9686-988E-B6FA-74123CEF2DC2}"/>
          </ac:spMkLst>
        </pc:spChg>
        <pc:spChg chg="add mod">
          <ac:chgData name="" userId="" providerId="" clId="Web-{824AA281-B423-47FF-958E-8986F8FD530E}" dt="2026-10-02T21:49:27.068" v="29" actId="34807"/>
          <ac:spMkLst>
            <pc:docMk/>
            <pc:sldMk cId="999050638" sldId="448"/>
            <ac:spMk id="3451" creationId="{F64A6580-5527-E9CE-2531-852C69D5915F}"/>
          </ac:spMkLst>
        </pc:spChg>
        <pc:spChg chg="add mod">
          <ac:chgData name="" userId="" providerId="" clId="Web-{824AA281-B423-47FF-958E-8986F8FD530E}" dt="2026-10-02T21:49:27.068" v="29" actId="34807"/>
          <ac:spMkLst>
            <pc:docMk/>
            <pc:sldMk cId="999050638" sldId="448"/>
            <ac:spMk id="3462" creationId="{AA2AAE8B-EB26-1A39-9149-FF7B3CAE3422}"/>
          </ac:spMkLst>
        </pc:spChg>
        <pc:spChg chg="add mod">
          <ac:chgData name="" userId="" providerId="" clId="Web-{824AA281-B423-47FF-958E-8986F8FD530E}" dt="2026-10-02T21:49:27.068" v="29" actId="34807"/>
          <ac:spMkLst>
            <pc:docMk/>
            <pc:sldMk cId="999050638" sldId="448"/>
            <ac:spMk id="3469" creationId="{DD083705-9D8F-DDAD-7383-A0C5F513F382}"/>
          </ac:spMkLst>
        </pc:spChg>
        <pc:spChg chg="add mod">
          <ac:chgData name="" userId="" providerId="" clId="Web-{824AA281-B423-47FF-958E-8986F8FD530E}" dt="2026-10-02T21:49:27.068" v="29" actId="34807"/>
          <ac:spMkLst>
            <pc:docMk/>
            <pc:sldMk cId="999050638" sldId="448"/>
            <ac:spMk id="3477" creationId="{36E35D93-55C3-E2DB-5459-4192A68DCDD5}"/>
          </ac:spMkLst>
        </pc:spChg>
        <pc:spChg chg="add mod">
          <ac:chgData name="" userId="" providerId="" clId="Web-{824AA281-B423-47FF-958E-8986F8FD530E}" dt="2026-10-02T21:49:27.068" v="29" actId="34807"/>
          <ac:spMkLst>
            <pc:docMk/>
            <pc:sldMk cId="999050638" sldId="448"/>
            <ac:spMk id="3496" creationId="{AA26E475-1B18-C2E3-9053-C0C7DE1432C7}"/>
          </ac:spMkLst>
        </pc:spChg>
        <pc:spChg chg="add mod">
          <ac:chgData name="" userId="" providerId="" clId="Web-{824AA281-B423-47FF-958E-8986F8FD530E}" dt="2026-10-02T21:49:27.068" v="29" actId="34807"/>
          <ac:spMkLst>
            <pc:docMk/>
            <pc:sldMk cId="999050638" sldId="448"/>
            <ac:spMk id="3519" creationId="{2FC13111-CE61-26A6-5790-6E1ED6AE81DE}"/>
          </ac:spMkLst>
        </pc:spChg>
        <pc:spChg chg="add mod">
          <ac:chgData name="" userId="" providerId="" clId="Web-{824AA281-B423-47FF-958E-8986F8FD530E}" dt="2026-10-02T21:49:27.068" v="29" actId="34807"/>
          <ac:spMkLst>
            <pc:docMk/>
            <pc:sldMk cId="999050638" sldId="448"/>
            <ac:spMk id="3594" creationId="{F31D94A7-0366-E26A-978B-EB23378848AC}"/>
          </ac:spMkLst>
        </pc:spChg>
        <pc:picChg chg="add mod">
          <ac:chgData name="" userId="" providerId="" clId="Web-{824AA281-B423-47FF-958E-8986F8FD530E}" dt="2026-10-02T21:49:28.521" v="30" actId="34807"/>
          <ac:picMkLst>
            <pc:docMk/>
            <pc:sldMk cId="999050638" sldId="448"/>
            <ac:picMk id="3652" creationId="{94581A5D-3653-D0FF-3376-48BDA22D6325}"/>
          </ac:picMkLst>
        </pc:picChg>
      </pc:sldChg>
      <pc:sldChg chg="addSp modSp add del mod replId setBg modNotesTx">
        <pc:chgData name="" userId="" providerId="" clId="Web-{824AA281-B423-47FF-958E-8986F8FD530E}" dt="2026-10-02T21:58:09.664" v="51" actId="34807"/>
        <pc:sldMkLst>
          <pc:docMk/>
          <pc:sldMk cId="1083670826" sldId="449"/>
        </pc:sldMkLst>
        <pc:spChg chg="add mod">
          <ac:chgData name="" userId="" providerId="" clId="Web-{824AA281-B423-47FF-958E-8986F8FD530E}" dt="2026-10-02T21:49:20.911" v="28" actId="34807"/>
          <ac:spMkLst>
            <pc:docMk/>
            <pc:sldMk cId="1083670826" sldId="449"/>
            <ac:spMk id="2" creationId="{80549FB5-3D0E-C426-9E91-E7FA19E7D723}"/>
          </ac:spMkLst>
        </pc:spChg>
        <pc:spChg chg="add mod">
          <ac:chgData name="" userId="" providerId="" clId="Web-{824AA281-B423-47FF-958E-8986F8FD530E}" dt="2026-10-02T21:49:17.973" v="26" actId="34807"/>
          <ac:spMkLst>
            <pc:docMk/>
            <pc:sldMk cId="1083670826" sldId="449"/>
            <ac:spMk id="3236" creationId="{ADEEA906-AFA8-30E1-EA22-071304A52DA3}"/>
          </ac:spMkLst>
        </pc:spChg>
        <pc:spChg chg="add mod">
          <ac:chgData name="" userId="" providerId="" clId="Web-{824AA281-B423-47FF-958E-8986F8FD530E}" dt="2026-10-02T21:49:17.973" v="26" actId="34807"/>
          <ac:spMkLst>
            <pc:docMk/>
            <pc:sldMk cId="1083670826" sldId="449"/>
            <ac:spMk id="3240" creationId="{C82DDACA-4977-B242-0788-4C057AD08742}"/>
          </ac:spMkLst>
        </pc:spChg>
        <pc:spChg chg="add mod">
          <ac:chgData name="" userId="" providerId="" clId="Web-{824AA281-B423-47FF-958E-8986F8FD530E}" dt="2026-10-02T21:49:17.973" v="26" actId="34807"/>
          <ac:spMkLst>
            <pc:docMk/>
            <pc:sldMk cId="1083670826" sldId="449"/>
            <ac:spMk id="3251" creationId="{9AA0F0B7-5495-1DD5-E007-B8BC520DC5C5}"/>
          </ac:spMkLst>
        </pc:spChg>
        <pc:spChg chg="add mod">
          <ac:chgData name="" userId="" providerId="" clId="Web-{824AA281-B423-47FF-958E-8986F8FD530E}" dt="2026-10-02T21:49:17.973" v="26" actId="34807"/>
          <ac:spMkLst>
            <pc:docMk/>
            <pc:sldMk cId="1083670826" sldId="449"/>
            <ac:spMk id="3266" creationId="{5B70E275-5A40-4B4D-B34E-CF6DADE079B6}"/>
          </ac:spMkLst>
        </pc:spChg>
        <pc:spChg chg="add mod">
          <ac:chgData name="" userId="" providerId="" clId="Web-{824AA281-B423-47FF-958E-8986F8FD530E}" dt="2026-10-02T21:49:17.973" v="26" actId="34807"/>
          <ac:spMkLst>
            <pc:docMk/>
            <pc:sldMk cId="1083670826" sldId="449"/>
            <ac:spMk id="3275" creationId="{9A4DE8EF-03AF-DF85-BEC0-512831631660}"/>
          </ac:spMkLst>
        </pc:spChg>
        <pc:spChg chg="add mod">
          <ac:chgData name="" userId="" providerId="" clId="Web-{824AA281-B423-47FF-958E-8986F8FD530E}" dt="2026-10-02T21:49:17.973" v="26" actId="34807"/>
          <ac:spMkLst>
            <pc:docMk/>
            <pc:sldMk cId="1083670826" sldId="449"/>
            <ac:spMk id="3285" creationId="{57160C74-C246-2675-6FE4-DF8A2CB99C0E}"/>
          </ac:spMkLst>
        </pc:spChg>
        <pc:spChg chg="add mod">
          <ac:chgData name="" userId="" providerId="" clId="Web-{824AA281-B423-47FF-958E-8986F8FD530E}" dt="2026-10-02T21:49:17.973" v="26" actId="34807"/>
          <ac:spMkLst>
            <pc:docMk/>
            <pc:sldMk cId="1083670826" sldId="449"/>
            <ac:spMk id="3308" creationId="{CFFE7E25-3F0A-63F0-4BC2-FB9E9E25A8D7}"/>
          </ac:spMkLst>
        </pc:spChg>
        <pc:spChg chg="add mod">
          <ac:chgData name="" userId="" providerId="" clId="Web-{824AA281-B423-47FF-958E-8986F8FD530E}" dt="2026-10-02T21:49:17.973" v="26" actId="34807"/>
          <ac:spMkLst>
            <pc:docMk/>
            <pc:sldMk cId="1083670826" sldId="449"/>
            <ac:spMk id="3321" creationId="{EBDD8D92-21AE-BD39-548B-539AAADE9297}"/>
          </ac:spMkLst>
        </pc:spChg>
        <pc:spChg chg="add mod">
          <ac:chgData name="" userId="" providerId="" clId="Web-{824AA281-B423-47FF-958E-8986F8FD530E}" dt="2026-10-02T21:49:17.973" v="26" actId="34807"/>
          <ac:spMkLst>
            <pc:docMk/>
            <pc:sldMk cId="1083670826" sldId="449"/>
            <ac:spMk id="3420" creationId="{9CB53745-DE31-B09F-3A47-A5EA6DBC494E}"/>
          </ac:spMkLst>
        </pc:spChg>
        <pc:spChg chg="add mod">
          <ac:chgData name="" userId="" providerId="" clId="Web-{824AA281-B423-47FF-958E-8986F8FD530E}" dt="2026-10-02T21:49:17.973" v="26" actId="34807"/>
          <ac:spMkLst>
            <pc:docMk/>
            <pc:sldMk cId="1083670826" sldId="449"/>
            <ac:spMk id="3440" creationId="{F3A70D16-AF1E-A3D6-47FC-F7BD069789B3}"/>
          </ac:spMkLst>
        </pc:spChg>
        <pc:picChg chg="add mod">
          <ac:chgData name="" userId="" providerId="" clId="Web-{824AA281-B423-47FF-958E-8986F8FD530E}" dt="2026-10-02T21:49:19.505" v="27" actId="34807"/>
          <ac:picMkLst>
            <pc:docMk/>
            <pc:sldMk cId="1083670826" sldId="449"/>
            <ac:picMk id="3441" creationId="{357A2F5C-BBFA-A1B0-84B7-B901CC9D796F}"/>
          </ac:picMkLst>
        </pc:picChg>
      </pc:sldChg>
      <pc:sldChg chg="addSp modSp add del mod replId setBg modNotesTx">
        <pc:chgData name="" userId="" providerId="" clId="Web-{824AA281-B423-47FF-958E-8986F8FD530E}" dt="2026-10-02T21:58:09.664" v="51" actId="34807"/>
        <pc:sldMkLst>
          <pc:docMk/>
          <pc:sldMk cId="1867436621" sldId="450"/>
        </pc:sldMkLst>
        <pc:spChg chg="add mod">
          <ac:chgData name="" userId="" providerId="" clId="Web-{824AA281-B423-47FF-958E-8986F8FD530E}" dt="2026-10-02T21:49:09.457" v="25" actId="34807"/>
          <ac:spMkLst>
            <pc:docMk/>
            <pc:sldMk cId="1867436621" sldId="450"/>
            <ac:spMk id="2" creationId="{44DE7348-1967-BEE5-B507-7371485EACA6}"/>
          </ac:spMkLst>
        </pc:spChg>
        <pc:spChg chg="add mod">
          <ac:chgData name="" userId="" providerId="" clId="Web-{824AA281-B423-47FF-958E-8986F8FD530E}" dt="2026-10-02T21:49:05.300" v="23" actId="34807"/>
          <ac:spMkLst>
            <pc:docMk/>
            <pc:sldMk cId="1867436621" sldId="450"/>
            <ac:spMk id="3040" creationId="{CBAC52E6-9D55-9E8D-1588-6E5547F407DC}"/>
          </ac:spMkLst>
        </pc:spChg>
        <pc:spChg chg="add mod">
          <ac:chgData name="" userId="" providerId="" clId="Web-{824AA281-B423-47FF-958E-8986F8FD530E}" dt="2026-10-02T21:49:05.300" v="23" actId="34807"/>
          <ac:spMkLst>
            <pc:docMk/>
            <pc:sldMk cId="1867436621" sldId="450"/>
            <ac:spMk id="3054" creationId="{E3BEC75B-A14F-CF48-266F-F1804D6E6A68}"/>
          </ac:spMkLst>
        </pc:spChg>
        <pc:spChg chg="add mod">
          <ac:chgData name="" userId="" providerId="" clId="Web-{824AA281-B423-47FF-958E-8986F8FD530E}" dt="2026-10-02T21:49:05.300" v="23" actId="34807"/>
          <ac:spMkLst>
            <pc:docMk/>
            <pc:sldMk cId="1867436621" sldId="450"/>
            <ac:spMk id="3060" creationId="{2FACFD88-D403-9D18-08FD-B25F793A90B1}"/>
          </ac:spMkLst>
        </pc:spChg>
        <pc:spChg chg="add mod">
          <ac:chgData name="" userId="" providerId="" clId="Web-{824AA281-B423-47FF-958E-8986F8FD530E}" dt="2026-10-02T21:49:05.300" v="23" actId="34807"/>
          <ac:spMkLst>
            <pc:docMk/>
            <pc:sldMk cId="1867436621" sldId="450"/>
            <ac:spMk id="3084" creationId="{F5D3DAF1-9621-2857-885F-57B98A0FD2B4}"/>
          </ac:spMkLst>
        </pc:spChg>
        <pc:spChg chg="add mod">
          <ac:chgData name="" userId="" providerId="" clId="Web-{824AA281-B423-47FF-958E-8986F8FD530E}" dt="2026-10-02T21:49:05.300" v="23" actId="34807"/>
          <ac:spMkLst>
            <pc:docMk/>
            <pc:sldMk cId="1867436621" sldId="450"/>
            <ac:spMk id="3094" creationId="{265A4B01-A14C-A71F-F6F9-92114ED41A66}"/>
          </ac:spMkLst>
        </pc:spChg>
        <pc:spChg chg="add mod">
          <ac:chgData name="" userId="" providerId="" clId="Web-{824AA281-B423-47FF-958E-8986F8FD530E}" dt="2026-10-02T21:49:05.300" v="23" actId="34807"/>
          <ac:spMkLst>
            <pc:docMk/>
            <pc:sldMk cId="1867436621" sldId="450"/>
            <ac:spMk id="3117" creationId="{36E3043B-D0EA-A66A-52EF-8DAF2ECF476D}"/>
          </ac:spMkLst>
        </pc:spChg>
        <pc:spChg chg="add mod">
          <ac:chgData name="" userId="" providerId="" clId="Web-{824AA281-B423-47FF-958E-8986F8FD530E}" dt="2026-10-02T21:49:05.300" v="23" actId="34807"/>
          <ac:spMkLst>
            <pc:docMk/>
            <pc:sldMk cId="1867436621" sldId="450"/>
            <ac:spMk id="3144" creationId="{832248FA-6DD4-238E-9F75-5184D02309C4}"/>
          </ac:spMkLst>
        </pc:spChg>
        <pc:spChg chg="add mod">
          <ac:chgData name="" userId="" providerId="" clId="Web-{824AA281-B423-47FF-958E-8986F8FD530E}" dt="2026-10-02T21:49:05.300" v="23" actId="34807"/>
          <ac:spMkLst>
            <pc:docMk/>
            <pc:sldMk cId="1867436621" sldId="450"/>
            <ac:spMk id="3175" creationId="{E3BB31E9-9417-D2A8-4D33-3F070DC1B2DB}"/>
          </ac:spMkLst>
        </pc:spChg>
        <pc:spChg chg="add mod">
          <ac:chgData name="" userId="" providerId="" clId="Web-{824AA281-B423-47FF-958E-8986F8FD530E}" dt="2026-10-02T21:49:05.300" v="23" actId="34807"/>
          <ac:spMkLst>
            <pc:docMk/>
            <pc:sldMk cId="1867436621" sldId="450"/>
            <ac:spMk id="3192" creationId="{BCA3EE3E-54FD-0FF0-AD87-AA0679425CB9}"/>
          </ac:spMkLst>
        </pc:spChg>
        <pc:spChg chg="add mod">
          <ac:chgData name="" userId="" providerId="" clId="Web-{824AA281-B423-47FF-958E-8986F8FD530E}" dt="2026-10-02T21:49:05.300" v="23" actId="34807"/>
          <ac:spMkLst>
            <pc:docMk/>
            <pc:sldMk cId="1867436621" sldId="450"/>
            <ac:spMk id="3229" creationId="{D46A8669-A083-AB85-8A95-1F67512A551E}"/>
          </ac:spMkLst>
        </pc:spChg>
        <pc:picChg chg="add mod">
          <ac:chgData name="" userId="" providerId="" clId="Web-{824AA281-B423-47FF-958E-8986F8FD530E}" dt="2026-10-02T21:49:07.504" v="24" actId="34807"/>
          <ac:picMkLst>
            <pc:docMk/>
            <pc:sldMk cId="1867436621" sldId="450"/>
            <ac:picMk id="3230" creationId="{DA163029-7AE6-A811-43CE-717DDFDB9E5A}"/>
          </ac:picMkLst>
        </pc:picChg>
      </pc:sldChg>
      <pc:sldChg chg="addSp modSp add del mod replId setBg modNotesTx">
        <pc:chgData name="" userId="" providerId="" clId="Web-{824AA281-B423-47FF-958E-8986F8FD530E}" dt="2026-10-02T21:58:09.664" v="51" actId="34807"/>
        <pc:sldMkLst>
          <pc:docMk/>
          <pc:sldMk cId="3289035639" sldId="451"/>
        </pc:sldMkLst>
        <pc:spChg chg="add mod">
          <ac:chgData name="" userId="" providerId="" clId="Web-{824AA281-B423-47FF-958E-8986F8FD530E}" dt="2026-10-02T21:48:53.222" v="22" actId="34807"/>
          <ac:spMkLst>
            <pc:docMk/>
            <pc:sldMk cId="3289035639" sldId="451"/>
            <ac:spMk id="2" creationId="{7594271B-054A-30BC-E854-1BD6A3E3342C}"/>
          </ac:spMkLst>
        </pc:spChg>
        <pc:spChg chg="add mod">
          <ac:chgData name="" userId="" providerId="" clId="Web-{824AA281-B423-47FF-958E-8986F8FD530E}" dt="2026-10-02T21:48:50.315" v="20" actId="34807"/>
          <ac:spMkLst>
            <pc:docMk/>
            <pc:sldMk cId="3289035639" sldId="451"/>
            <ac:spMk id="2886" creationId="{16189EB4-DE63-3CD8-E520-E438ADDAF4A2}"/>
          </ac:spMkLst>
        </pc:spChg>
        <pc:spChg chg="add mod">
          <ac:chgData name="" userId="" providerId="" clId="Web-{824AA281-B423-47FF-958E-8986F8FD530E}" dt="2026-10-02T21:48:50.315" v="20" actId="34807"/>
          <ac:spMkLst>
            <pc:docMk/>
            <pc:sldMk cId="3289035639" sldId="451"/>
            <ac:spMk id="2888" creationId="{1E28425B-7074-88B8-5C08-B3C32950925A}"/>
          </ac:spMkLst>
        </pc:spChg>
        <pc:spChg chg="add mod">
          <ac:chgData name="" userId="" providerId="" clId="Web-{824AA281-B423-47FF-958E-8986F8FD530E}" dt="2026-10-02T21:48:50.315" v="20" actId="34807"/>
          <ac:spMkLst>
            <pc:docMk/>
            <pc:sldMk cId="3289035639" sldId="451"/>
            <ac:spMk id="2895" creationId="{A43B433F-9BCC-A198-690F-8E3AEA412757}"/>
          </ac:spMkLst>
        </pc:spChg>
        <pc:spChg chg="add mod">
          <ac:chgData name="" userId="" providerId="" clId="Web-{824AA281-B423-47FF-958E-8986F8FD530E}" dt="2026-10-02T21:48:50.315" v="20" actId="34807"/>
          <ac:spMkLst>
            <pc:docMk/>
            <pc:sldMk cId="3289035639" sldId="451"/>
            <ac:spMk id="2900" creationId="{11506866-CD72-8569-66BA-33DADF1CBCAA}"/>
          </ac:spMkLst>
        </pc:spChg>
        <pc:spChg chg="add mod">
          <ac:chgData name="" userId="" providerId="" clId="Web-{824AA281-B423-47FF-958E-8986F8FD530E}" dt="2026-10-02T21:48:50.315" v="20" actId="34807"/>
          <ac:spMkLst>
            <pc:docMk/>
            <pc:sldMk cId="3289035639" sldId="451"/>
            <ac:spMk id="2921" creationId="{69050915-9F5B-9239-B446-CE1D3EA63386}"/>
          </ac:spMkLst>
        </pc:spChg>
        <pc:spChg chg="add mod">
          <ac:chgData name="" userId="" providerId="" clId="Web-{824AA281-B423-47FF-958E-8986F8FD530E}" dt="2026-10-02T21:48:50.315" v="20" actId="34807"/>
          <ac:spMkLst>
            <pc:docMk/>
            <pc:sldMk cId="3289035639" sldId="451"/>
            <ac:spMk id="2951" creationId="{A6043478-B4F3-283D-E929-87A0162A1CA7}"/>
          </ac:spMkLst>
        </pc:spChg>
        <pc:spChg chg="add mod">
          <ac:chgData name="" userId="" providerId="" clId="Web-{824AA281-B423-47FF-958E-8986F8FD530E}" dt="2026-10-02T21:48:50.315" v="20" actId="34807"/>
          <ac:spMkLst>
            <pc:docMk/>
            <pc:sldMk cId="3289035639" sldId="451"/>
            <ac:spMk id="2976" creationId="{B9DB171E-8EDC-8C94-3091-A21097AD8FC7}"/>
          </ac:spMkLst>
        </pc:spChg>
        <pc:spChg chg="add mod">
          <ac:chgData name="" userId="" providerId="" clId="Web-{824AA281-B423-47FF-958E-8986F8FD530E}" dt="2026-10-02T21:48:50.315" v="20" actId="34807"/>
          <ac:spMkLst>
            <pc:docMk/>
            <pc:sldMk cId="3289035639" sldId="451"/>
            <ac:spMk id="2990" creationId="{F5007E2F-7764-D14E-470A-7A725F70C3C4}"/>
          </ac:spMkLst>
        </pc:spChg>
        <pc:spChg chg="add mod">
          <ac:chgData name="" userId="" providerId="" clId="Web-{824AA281-B423-47FF-958E-8986F8FD530E}" dt="2026-10-02T21:48:50.315" v="20" actId="34807"/>
          <ac:spMkLst>
            <pc:docMk/>
            <pc:sldMk cId="3289035639" sldId="451"/>
            <ac:spMk id="3021" creationId="{BE78AA4C-7FB0-3E99-028F-BC97DBCAEA93}"/>
          </ac:spMkLst>
        </pc:spChg>
        <pc:spChg chg="add mod">
          <ac:chgData name="" userId="" providerId="" clId="Web-{824AA281-B423-47FF-958E-8986F8FD530E}" dt="2026-10-02T21:48:50.315" v="20" actId="34807"/>
          <ac:spMkLst>
            <pc:docMk/>
            <pc:sldMk cId="3289035639" sldId="451"/>
            <ac:spMk id="3038" creationId="{835B94C8-0874-D11C-2AFE-47C972E4CE70}"/>
          </ac:spMkLst>
        </pc:spChg>
        <pc:picChg chg="add mod">
          <ac:chgData name="" userId="" providerId="" clId="Web-{824AA281-B423-47FF-958E-8986F8FD530E}" dt="2026-10-02T21:48:51.831" v="21" actId="34807"/>
          <ac:picMkLst>
            <pc:docMk/>
            <pc:sldMk cId="3289035639" sldId="451"/>
            <ac:picMk id="3039" creationId="{5FFB0D8E-FD91-DB2A-A1ED-A726AD365714}"/>
          </ac:picMkLst>
        </pc:picChg>
      </pc:sldChg>
      <pc:sldChg chg="addSp modSp add del mod replId setBg modNotesTx">
        <pc:chgData name="" userId="" providerId="" clId="Web-{824AA281-B423-47FF-958E-8986F8FD530E}" dt="2026-10-02T21:58:09.664" v="51" actId="34807"/>
        <pc:sldMkLst>
          <pc:docMk/>
          <pc:sldMk cId="1917154697" sldId="452"/>
        </pc:sldMkLst>
        <pc:spChg chg="add mod">
          <ac:chgData name="" userId="" providerId="" clId="Web-{824AA281-B423-47FF-958E-8986F8FD530E}" dt="2026-10-02T21:48:37.158" v="19" actId="34807"/>
          <ac:spMkLst>
            <pc:docMk/>
            <pc:sldMk cId="1917154697" sldId="452"/>
            <ac:spMk id="2" creationId="{6EC051FB-459B-3EAE-936C-D873B34D5243}"/>
          </ac:spMkLst>
        </pc:spChg>
        <pc:spChg chg="add mod">
          <ac:chgData name="" userId="" providerId="" clId="Web-{824AA281-B423-47FF-958E-8986F8FD530E}" dt="2026-10-02T21:48:32.236" v="17" actId="34807"/>
          <ac:spMkLst>
            <pc:docMk/>
            <pc:sldMk cId="1917154697" sldId="452"/>
            <ac:spMk id="2751" creationId="{E1698A77-60D3-5ABF-D726-8987B7128950}"/>
          </ac:spMkLst>
        </pc:spChg>
        <pc:spChg chg="add mod">
          <ac:chgData name="" userId="" providerId="" clId="Web-{824AA281-B423-47FF-958E-8986F8FD530E}" dt="2026-10-02T21:48:32.236" v="17" actId="34807"/>
          <ac:spMkLst>
            <pc:docMk/>
            <pc:sldMk cId="1917154697" sldId="452"/>
            <ac:spMk id="2754" creationId="{468862D4-951F-3866-FCBA-735A635E8053}"/>
          </ac:spMkLst>
        </pc:spChg>
        <pc:spChg chg="add mod">
          <ac:chgData name="" userId="" providerId="" clId="Web-{824AA281-B423-47FF-958E-8986F8FD530E}" dt="2026-10-02T21:48:32.236" v="17" actId="34807"/>
          <ac:spMkLst>
            <pc:docMk/>
            <pc:sldMk cId="1917154697" sldId="452"/>
            <ac:spMk id="2758" creationId="{625462A2-7E2C-8A1A-0630-2A37BE565E49}"/>
          </ac:spMkLst>
        </pc:spChg>
        <pc:spChg chg="add mod">
          <ac:chgData name="" userId="" providerId="" clId="Web-{824AA281-B423-47FF-958E-8986F8FD530E}" dt="2026-10-02T21:48:32.236" v="17" actId="34807"/>
          <ac:spMkLst>
            <pc:docMk/>
            <pc:sldMk cId="1917154697" sldId="452"/>
            <ac:spMk id="2763" creationId="{3615E8B2-CE80-C218-8E37-262AA4DD6370}"/>
          </ac:spMkLst>
        </pc:spChg>
        <pc:spChg chg="add mod">
          <ac:chgData name="" userId="" providerId="" clId="Web-{824AA281-B423-47FF-958E-8986F8FD530E}" dt="2026-10-02T21:48:32.236" v="17" actId="34807"/>
          <ac:spMkLst>
            <pc:docMk/>
            <pc:sldMk cId="1917154697" sldId="452"/>
            <ac:spMk id="2784" creationId="{F72A726B-BEB6-C9D4-9223-E3005C943359}"/>
          </ac:spMkLst>
        </pc:spChg>
        <pc:spChg chg="add mod">
          <ac:chgData name="" userId="" providerId="" clId="Web-{824AA281-B423-47FF-958E-8986F8FD530E}" dt="2026-10-02T21:48:32.236" v="17" actId="34807"/>
          <ac:spMkLst>
            <pc:docMk/>
            <pc:sldMk cId="1917154697" sldId="452"/>
            <ac:spMk id="2793" creationId="{4D4B0DF7-7F5F-3B7E-EF7F-7235DDEE063B}"/>
          </ac:spMkLst>
        </pc:spChg>
        <pc:spChg chg="add mod">
          <ac:chgData name="" userId="" providerId="" clId="Web-{824AA281-B423-47FF-958E-8986F8FD530E}" dt="2026-10-02T21:48:32.236" v="17" actId="34807"/>
          <ac:spMkLst>
            <pc:docMk/>
            <pc:sldMk cId="1917154697" sldId="452"/>
            <ac:spMk id="2803" creationId="{B568786C-2A0D-A4E1-4361-E9B903D858C4}"/>
          </ac:spMkLst>
        </pc:spChg>
        <pc:spChg chg="add mod">
          <ac:chgData name="" userId="" providerId="" clId="Web-{824AA281-B423-47FF-958E-8986F8FD530E}" dt="2026-10-02T21:48:32.236" v="17" actId="34807"/>
          <ac:spMkLst>
            <pc:docMk/>
            <pc:sldMk cId="1917154697" sldId="452"/>
            <ac:spMk id="2814" creationId="{180C8518-DD70-C794-521E-C74040EDC655}"/>
          </ac:spMkLst>
        </pc:spChg>
        <pc:spChg chg="add mod">
          <ac:chgData name="" userId="" providerId="" clId="Web-{824AA281-B423-47FF-958E-8986F8FD530E}" dt="2026-10-02T21:48:32.236" v="17" actId="34807"/>
          <ac:spMkLst>
            <pc:docMk/>
            <pc:sldMk cId="1917154697" sldId="452"/>
            <ac:spMk id="2853" creationId="{2C3AD3F7-6237-DFA4-DAE8-E0F50364020D}"/>
          </ac:spMkLst>
        </pc:spChg>
        <pc:spChg chg="add mod">
          <ac:chgData name="" userId="" providerId="" clId="Web-{824AA281-B423-47FF-958E-8986F8FD530E}" dt="2026-10-02T21:48:32.236" v="17" actId="34807"/>
          <ac:spMkLst>
            <pc:docMk/>
            <pc:sldMk cId="1917154697" sldId="452"/>
            <ac:spMk id="2884" creationId="{B0A88140-4BDE-98F3-9B62-37C16F43AB26}"/>
          </ac:spMkLst>
        </pc:spChg>
        <pc:picChg chg="add mod">
          <ac:chgData name="" userId="" providerId="" clId="Web-{824AA281-B423-47FF-958E-8986F8FD530E}" dt="2026-10-02T21:48:35.205" v="18" actId="34807"/>
          <ac:picMkLst>
            <pc:docMk/>
            <pc:sldMk cId="1917154697" sldId="452"/>
            <ac:picMk id="2885" creationId="{034C731C-F9D0-BE98-6A4B-959D24D015B5}"/>
          </ac:picMkLst>
        </pc:picChg>
      </pc:sldChg>
      <pc:sldChg chg="addSp modSp add del mod replId setBg modNotesTx">
        <pc:chgData name="" userId="" providerId="" clId="Web-{824AA281-B423-47FF-958E-8986F8FD530E}" dt="2026-10-02T21:58:09.664" v="51" actId="34807"/>
        <pc:sldMkLst>
          <pc:docMk/>
          <pc:sldMk cId="2320422808" sldId="453"/>
        </pc:sldMkLst>
        <pc:spChg chg="add mod">
          <ac:chgData name="" userId="" providerId="" clId="Web-{824AA281-B423-47FF-958E-8986F8FD530E}" dt="2026-10-02T21:48:14.016" v="16" actId="34807"/>
          <ac:spMkLst>
            <pc:docMk/>
            <pc:sldMk cId="2320422808" sldId="453"/>
            <ac:spMk id="2" creationId="{0AE35B1A-96D5-9D86-DB68-C04309404178}"/>
          </ac:spMkLst>
        </pc:spChg>
        <pc:spChg chg="add mod">
          <ac:chgData name="" userId="" providerId="" clId="Web-{824AA281-B423-47FF-958E-8986F8FD530E}" dt="2026-10-02T21:48:09.891" v="14" actId="34807"/>
          <ac:spMkLst>
            <pc:docMk/>
            <pc:sldMk cId="2320422808" sldId="453"/>
            <ac:spMk id="2538" creationId="{B3CF202F-603E-178D-57C3-B5B14B108473}"/>
          </ac:spMkLst>
        </pc:spChg>
        <pc:spChg chg="add mod">
          <ac:chgData name="" userId="" providerId="" clId="Web-{824AA281-B423-47FF-958E-8986F8FD530E}" dt="2026-10-02T21:48:09.891" v="14" actId="34807"/>
          <ac:spMkLst>
            <pc:docMk/>
            <pc:sldMk cId="2320422808" sldId="453"/>
            <ac:spMk id="2540" creationId="{20AA2E62-0DD9-07A2-93DF-54A2C9C78133}"/>
          </ac:spMkLst>
        </pc:spChg>
        <pc:spChg chg="add mod">
          <ac:chgData name="" userId="" providerId="" clId="Web-{824AA281-B423-47FF-958E-8986F8FD530E}" dt="2026-10-02T21:48:09.891" v="14" actId="34807"/>
          <ac:spMkLst>
            <pc:docMk/>
            <pc:sldMk cId="2320422808" sldId="453"/>
            <ac:spMk id="2543" creationId="{207A2C63-07C8-0447-0D93-6726552D62E1}"/>
          </ac:spMkLst>
        </pc:spChg>
        <pc:spChg chg="add mod">
          <ac:chgData name="" userId="" providerId="" clId="Web-{824AA281-B423-47FF-958E-8986F8FD530E}" dt="2026-10-02T21:48:09.891" v="14" actId="34807"/>
          <ac:spMkLst>
            <pc:docMk/>
            <pc:sldMk cId="2320422808" sldId="453"/>
            <ac:spMk id="2552" creationId="{A554A040-CC7F-4DDC-10FA-2F1C3156F41B}"/>
          </ac:spMkLst>
        </pc:spChg>
        <pc:spChg chg="add mod">
          <ac:chgData name="" userId="" providerId="" clId="Web-{824AA281-B423-47FF-958E-8986F8FD530E}" dt="2026-10-02T21:48:09.891" v="14" actId="34807"/>
          <ac:spMkLst>
            <pc:docMk/>
            <pc:sldMk cId="2320422808" sldId="453"/>
            <ac:spMk id="2558" creationId="{D90CA272-E853-69ED-19AE-A8CD6480F1C8}"/>
          </ac:spMkLst>
        </pc:spChg>
        <pc:spChg chg="add mod">
          <ac:chgData name="" userId="" providerId="" clId="Web-{824AA281-B423-47FF-958E-8986F8FD530E}" dt="2026-10-02T21:48:09.891" v="14" actId="34807"/>
          <ac:spMkLst>
            <pc:docMk/>
            <pc:sldMk cId="2320422808" sldId="453"/>
            <ac:spMk id="2573" creationId="{FA5D06B1-1D9A-2979-F4DF-2A29D14CF82B}"/>
          </ac:spMkLst>
        </pc:spChg>
        <pc:spChg chg="add mod">
          <ac:chgData name="" userId="" providerId="" clId="Web-{824AA281-B423-47FF-958E-8986F8FD530E}" dt="2026-10-02T21:48:09.891" v="14" actId="34807"/>
          <ac:spMkLst>
            <pc:docMk/>
            <pc:sldMk cId="2320422808" sldId="453"/>
            <ac:spMk id="2582" creationId="{C19A58D7-D01C-F199-9DF4-6EAEFF57FFCC}"/>
          </ac:spMkLst>
        </pc:spChg>
        <pc:spChg chg="add mod">
          <ac:chgData name="" userId="" providerId="" clId="Web-{824AA281-B423-47FF-958E-8986F8FD530E}" dt="2026-10-02T21:48:09.891" v="14" actId="34807"/>
          <ac:spMkLst>
            <pc:docMk/>
            <pc:sldMk cId="2320422808" sldId="453"/>
            <ac:spMk id="2592" creationId="{F1878A7C-80E7-A27B-E2AF-AAAB5A0F0061}"/>
          </ac:spMkLst>
        </pc:spChg>
        <pc:spChg chg="add mod">
          <ac:chgData name="" userId="" providerId="" clId="Web-{824AA281-B423-47FF-958E-8986F8FD530E}" dt="2026-10-02T21:48:09.891" v="14" actId="34807"/>
          <ac:spMkLst>
            <pc:docMk/>
            <pc:sldMk cId="2320422808" sldId="453"/>
            <ac:spMk id="2708" creationId="{7AB837FC-D08B-AD96-F940-BF203C47B0BB}"/>
          </ac:spMkLst>
        </pc:spChg>
        <pc:spChg chg="add mod">
          <ac:chgData name="" userId="" providerId="" clId="Web-{824AA281-B423-47FF-958E-8986F8FD530E}" dt="2026-10-02T21:48:09.891" v="14" actId="34807"/>
          <ac:spMkLst>
            <pc:docMk/>
            <pc:sldMk cId="2320422808" sldId="453"/>
            <ac:spMk id="2727" creationId="{40B99CD7-8CAA-B01C-976C-DAB9928C8187}"/>
          </ac:spMkLst>
        </pc:spChg>
        <pc:picChg chg="add mod">
          <ac:chgData name="" userId="" providerId="" clId="Web-{824AA281-B423-47FF-958E-8986F8FD530E}" dt="2026-10-02T21:48:11.469" v="15" actId="34807"/>
          <ac:picMkLst>
            <pc:docMk/>
            <pc:sldMk cId="2320422808" sldId="453"/>
            <ac:picMk id="2748" creationId="{85686D0B-F4D1-4AF3-3E70-2051480FFD38}"/>
          </ac:picMkLst>
        </pc:picChg>
      </pc:sldChg>
      <pc:sldChg chg="addSp modSp add del mod replId setBg modNotesTx">
        <pc:chgData name="" userId="" providerId="" clId="Web-{824AA281-B423-47FF-958E-8986F8FD530E}" dt="2026-10-02T21:58:09.664" v="51" actId="34807"/>
        <pc:sldMkLst>
          <pc:docMk/>
          <pc:sldMk cId="312087557" sldId="454"/>
        </pc:sldMkLst>
        <pc:spChg chg="add mod">
          <ac:chgData name="" userId="" providerId="" clId="Web-{824AA281-B423-47FF-958E-8986F8FD530E}" dt="2026-10-02T21:47:58.062" v="13" actId="34807"/>
          <ac:spMkLst>
            <pc:docMk/>
            <pc:sldMk cId="312087557" sldId="454"/>
            <ac:spMk id="2" creationId="{C7DF2A5F-8563-0442-81B3-B9AE7E401A97}"/>
          </ac:spMkLst>
        </pc:spChg>
        <pc:spChg chg="add mod">
          <ac:chgData name="" userId="" providerId="" clId="Web-{824AA281-B423-47FF-958E-8986F8FD530E}" dt="2026-10-02T21:47:54.530" v="11" actId="34807"/>
          <ac:spMkLst>
            <pc:docMk/>
            <pc:sldMk cId="312087557" sldId="454"/>
            <ac:spMk id="2284" creationId="{7355D447-AAFB-AD3E-3B9B-C75F47961A94}"/>
          </ac:spMkLst>
        </pc:spChg>
        <pc:spChg chg="add mod">
          <ac:chgData name="" userId="" providerId="" clId="Web-{824AA281-B423-47FF-958E-8986F8FD530E}" dt="2026-10-02T21:47:54.530" v="11" actId="34807"/>
          <ac:spMkLst>
            <pc:docMk/>
            <pc:sldMk cId="312087557" sldId="454"/>
            <ac:spMk id="2298" creationId="{C37AC714-0977-1939-3026-1B1BF8222634}"/>
          </ac:spMkLst>
        </pc:spChg>
        <pc:spChg chg="add mod">
          <ac:chgData name="" userId="" providerId="" clId="Web-{824AA281-B423-47FF-958E-8986F8FD530E}" dt="2026-10-02T21:47:54.530" v="11" actId="34807"/>
          <ac:spMkLst>
            <pc:docMk/>
            <pc:sldMk cId="312087557" sldId="454"/>
            <ac:spMk id="2311" creationId="{A7AB82E7-5205-4B12-35DB-C4DB715A044D}"/>
          </ac:spMkLst>
        </pc:spChg>
        <pc:spChg chg="add mod">
          <ac:chgData name="" userId="" providerId="" clId="Web-{824AA281-B423-47FF-958E-8986F8FD530E}" dt="2026-10-02T21:47:54.530" v="11" actId="34807"/>
          <ac:spMkLst>
            <pc:docMk/>
            <pc:sldMk cId="312087557" sldId="454"/>
            <ac:spMk id="2319" creationId="{0D27CCCC-5CF3-6A24-8315-A9577A86C053}"/>
          </ac:spMkLst>
        </pc:spChg>
        <pc:spChg chg="add mod">
          <ac:chgData name="" userId="" providerId="" clId="Web-{824AA281-B423-47FF-958E-8986F8FD530E}" dt="2026-10-02T21:47:54.530" v="11" actId="34807"/>
          <ac:spMkLst>
            <pc:docMk/>
            <pc:sldMk cId="312087557" sldId="454"/>
            <ac:spMk id="2328" creationId="{37B4D10F-851B-FC16-EA72-A72168AB581F}"/>
          </ac:spMkLst>
        </pc:spChg>
        <pc:spChg chg="add mod">
          <ac:chgData name="" userId="" providerId="" clId="Web-{824AA281-B423-47FF-958E-8986F8FD530E}" dt="2026-10-02T21:47:54.530" v="11" actId="34807"/>
          <ac:spMkLst>
            <pc:docMk/>
            <pc:sldMk cId="312087557" sldId="454"/>
            <ac:spMk id="2374" creationId="{69F95D6A-AE3C-F9A0-4A57-0EB376EB9E77}"/>
          </ac:spMkLst>
        </pc:spChg>
        <pc:spChg chg="add mod">
          <ac:chgData name="" userId="" providerId="" clId="Web-{824AA281-B423-47FF-958E-8986F8FD530E}" dt="2026-10-02T21:47:54.530" v="11" actId="34807"/>
          <ac:spMkLst>
            <pc:docMk/>
            <pc:sldMk cId="312087557" sldId="454"/>
            <ac:spMk id="2388" creationId="{2E42C0C4-5F49-CF7A-C06B-41551FA5DB24}"/>
          </ac:spMkLst>
        </pc:spChg>
        <pc:spChg chg="add mod">
          <ac:chgData name="" userId="" providerId="" clId="Web-{824AA281-B423-47FF-958E-8986F8FD530E}" dt="2026-10-02T21:47:54.530" v="11" actId="34807"/>
          <ac:spMkLst>
            <pc:docMk/>
            <pc:sldMk cId="312087557" sldId="454"/>
            <ac:spMk id="2403" creationId="{AB94DC54-FE9E-C01C-9DEC-E0291F8031F7}"/>
          </ac:spMkLst>
        </pc:spChg>
        <pc:spChg chg="add mod">
          <ac:chgData name="" userId="" providerId="" clId="Web-{824AA281-B423-47FF-958E-8986F8FD530E}" dt="2026-10-02T21:47:54.530" v="11" actId="34807"/>
          <ac:spMkLst>
            <pc:docMk/>
            <pc:sldMk cId="312087557" sldId="454"/>
            <ac:spMk id="2473" creationId="{55D0563D-11EF-5ACB-A63F-AB9125096664}"/>
          </ac:spMkLst>
        </pc:spChg>
        <pc:spChg chg="add mod">
          <ac:chgData name="" userId="" providerId="" clId="Web-{824AA281-B423-47FF-958E-8986F8FD530E}" dt="2026-10-02T21:47:54.530" v="11" actId="34807"/>
          <ac:spMkLst>
            <pc:docMk/>
            <pc:sldMk cId="312087557" sldId="454"/>
            <ac:spMk id="2514" creationId="{F0D152E5-698A-8C3F-F493-F2917DB96545}"/>
          </ac:spMkLst>
        </pc:spChg>
        <pc:picChg chg="add mod">
          <ac:chgData name="" userId="" providerId="" clId="Web-{824AA281-B423-47FF-958E-8986F8FD530E}" dt="2026-10-02T21:47:56.515" v="12" actId="34807"/>
          <ac:picMkLst>
            <pc:docMk/>
            <pc:sldMk cId="312087557" sldId="454"/>
            <ac:picMk id="2537" creationId="{D76A791A-92D5-2FF9-715A-89CEF6EFD2D4}"/>
          </ac:picMkLst>
        </pc:picChg>
      </pc:sldChg>
      <pc:sldChg chg="addSp modSp add del mod replId setBg modNotesTx">
        <pc:chgData name="" userId="" providerId="" clId="Web-{824AA281-B423-47FF-958E-8986F8FD530E}" dt="2026-10-02T21:58:09.664" v="51" actId="34807"/>
        <pc:sldMkLst>
          <pc:docMk/>
          <pc:sldMk cId="3819676570" sldId="455"/>
        </pc:sldMkLst>
        <pc:spChg chg="add mod">
          <ac:chgData name="" userId="" providerId="" clId="Web-{824AA281-B423-47FF-958E-8986F8FD530E}" dt="2026-10-02T21:51:48.233" v="44" actId="34807"/>
          <ac:spMkLst>
            <pc:docMk/>
            <pc:sldMk cId="3819676570" sldId="455"/>
            <ac:spMk id="2" creationId="{E0AE2DC8-4B2E-37FA-15D2-7D431E84BA79}"/>
          </ac:spMkLst>
        </pc:spChg>
        <pc:spChg chg="add mod">
          <ac:chgData name="" userId="" providerId="" clId="Web-{824AA281-B423-47FF-958E-8986F8FD530E}" dt="2026-10-02T21:47:43.717" v="7" actId="34807"/>
          <ac:spMkLst>
            <pc:docMk/>
            <pc:sldMk cId="3819676570" sldId="455"/>
            <ac:spMk id="2073" creationId="{1E94C544-15B5-8E85-DFC9-06DA3569BD02}"/>
          </ac:spMkLst>
        </pc:spChg>
        <pc:spChg chg="add mod">
          <ac:chgData name="" userId="" providerId="" clId="Web-{824AA281-B423-47FF-958E-8986F8FD530E}" dt="2026-10-02T21:47:43.717" v="7" actId="34807"/>
          <ac:spMkLst>
            <pc:docMk/>
            <pc:sldMk cId="3819676570" sldId="455"/>
            <ac:spMk id="2075" creationId="{82509DF2-7899-BDD8-C8AD-E4B218D5589C}"/>
          </ac:spMkLst>
        </pc:spChg>
        <pc:spChg chg="add mod">
          <ac:chgData name="" userId="" providerId="" clId="Web-{824AA281-B423-47FF-958E-8986F8FD530E}" dt="2026-10-02T21:47:43.717" v="7" actId="34807"/>
          <ac:spMkLst>
            <pc:docMk/>
            <pc:sldMk cId="3819676570" sldId="455"/>
            <ac:spMk id="2082" creationId="{C0A1F22D-EC79-1C5D-57E7-047F75ECF601}"/>
          </ac:spMkLst>
        </pc:spChg>
        <pc:spChg chg="add mod">
          <ac:chgData name="" userId="" providerId="" clId="Web-{824AA281-B423-47FF-958E-8986F8FD530E}" dt="2026-10-02T21:47:43.717" v="7" actId="34807"/>
          <ac:spMkLst>
            <pc:docMk/>
            <pc:sldMk cId="3819676570" sldId="455"/>
            <ac:spMk id="2093" creationId="{92BAB7E8-9A68-C673-7635-63544148EA56}"/>
          </ac:spMkLst>
        </pc:spChg>
        <pc:spChg chg="add mod">
          <ac:chgData name="" userId="" providerId="" clId="Web-{824AA281-B423-47FF-958E-8986F8FD530E}" dt="2026-10-02T21:47:43.717" v="7" actId="34807"/>
          <ac:spMkLst>
            <pc:docMk/>
            <pc:sldMk cId="3819676570" sldId="455"/>
            <ac:spMk id="2108" creationId="{E9DB989F-0DA9-3A37-C1C8-E0334D8FC641}"/>
          </ac:spMkLst>
        </pc:spChg>
        <pc:spChg chg="add mod">
          <ac:chgData name="" userId="" providerId="" clId="Web-{824AA281-B423-47FF-958E-8986F8FD530E}" dt="2026-10-02T21:51:48.233" v="44" actId="34807"/>
          <ac:spMkLst>
            <pc:docMk/>
            <pc:sldMk cId="3819676570" sldId="455"/>
            <ac:spMk id="2150" creationId="{7EC9711C-303A-FB7E-85FA-4B4B9C0003B6}"/>
          </ac:spMkLst>
        </pc:spChg>
        <pc:spChg chg="add mod">
          <ac:chgData name="" userId="" providerId="" clId="Web-{824AA281-B423-47FF-958E-8986F8FD530E}" dt="2026-10-02T21:51:48.233" v="44" actId="34807"/>
          <ac:spMkLst>
            <pc:docMk/>
            <pc:sldMk cId="3819676570" sldId="455"/>
            <ac:spMk id="2163" creationId="{5BED7CED-6D87-E035-41C3-D7364C318ED2}"/>
          </ac:spMkLst>
        </pc:spChg>
        <pc:spChg chg="add mod">
          <ac:chgData name="" userId="" providerId="" clId="Web-{824AA281-B423-47FF-958E-8986F8FD530E}" dt="2026-10-02T21:47:43.717" v="7" actId="34807"/>
          <ac:spMkLst>
            <pc:docMk/>
            <pc:sldMk cId="3819676570" sldId="455"/>
            <ac:spMk id="2177" creationId="{FF4FADF0-6014-4C07-409D-FD2EE01E378F}"/>
          </ac:spMkLst>
        </pc:spChg>
        <pc:spChg chg="add mod">
          <ac:chgData name="" userId="" providerId="" clId="Web-{824AA281-B423-47FF-958E-8986F8FD530E}" dt="2026-10-02T21:47:43.717" v="7" actId="34807"/>
          <ac:spMkLst>
            <pc:docMk/>
            <pc:sldMk cId="3819676570" sldId="455"/>
            <ac:spMk id="2192" creationId="{C8E526D3-B1D0-F9AB-BDD5-FF1628C20077}"/>
          </ac:spMkLst>
        </pc:spChg>
        <pc:spChg chg="add mod">
          <ac:chgData name="" userId="" providerId="" clId="Web-{824AA281-B423-47FF-958E-8986F8FD530E}" dt="2026-10-02T21:47:43.717" v="7" actId="34807"/>
          <ac:spMkLst>
            <pc:docMk/>
            <pc:sldMk cId="3819676570" sldId="455"/>
            <ac:spMk id="2208" creationId="{462F4D7F-B59A-32EF-227C-7EC4E9B0E663}"/>
          </ac:spMkLst>
        </pc:spChg>
        <pc:spChg chg="mod">
          <ac:chgData name="" userId="" providerId="" clId="Web-{824AA281-B423-47FF-958E-8986F8FD530E}" dt="2026-10-02T21:51:48.233" v="44" actId="34807"/>
          <ac:spMkLst>
            <pc:docMk/>
            <pc:sldMk cId="3819676570" sldId="455"/>
            <ac:spMk id="2243" creationId="{6F08619A-06F7-0F48-2522-173DC1630F86}"/>
          </ac:spMkLst>
        </pc:spChg>
        <pc:picChg chg="add mod">
          <ac:chgData name="" userId="" providerId="" clId="Web-{824AA281-B423-47FF-958E-8986F8FD530E}" dt="2026-10-02T21:47:45.155" v="8" actId="34807"/>
          <ac:picMkLst>
            <pc:docMk/>
            <pc:sldMk cId="3819676570" sldId="455"/>
            <ac:picMk id="2283" creationId="{1F45D532-E103-1CCE-B8C2-0E3184860B4E}"/>
          </ac:picMkLst>
        </pc:picChg>
      </pc:sldChg>
      <pc:sldChg chg="addSp delSp modSp add mod ord replId setBg modNotesTx">
        <pc:chgData name="" userId="" providerId="" clId="Web-{824AA281-B423-47FF-958E-8986F8FD530E}" dt="2026-10-02T22:02:02.258" v="55" actId="34807"/>
        <pc:sldMkLst>
          <pc:docMk/>
          <pc:sldMk cId="3088707687" sldId="456"/>
        </pc:sldMkLst>
        <pc:spChg chg="mod">
          <ac:chgData name="" userId="" providerId="" clId="Web-{824AA281-B423-47FF-958E-8986F8FD530E}" dt="2026-10-02T21:51:48.233" v="44" actId="34807"/>
          <ac:spMkLst>
            <pc:docMk/>
            <pc:sldMk cId="3088707687" sldId="456"/>
            <ac:spMk id="12" creationId="{A91876E0-CBF3-36AA-0B42-641FAAE9C92F}"/>
          </ac:spMkLst>
        </pc:spChg>
        <pc:spChg chg="mod">
          <ac:chgData name="" userId="" providerId="" clId="Web-{824AA281-B423-47FF-958E-8986F8FD530E}" dt="2026-10-02T21:51:48.233" v="44" actId="34807"/>
          <ac:spMkLst>
            <pc:docMk/>
            <pc:sldMk cId="3088707687" sldId="456"/>
            <ac:spMk id="38" creationId="{E7EA2659-962F-4074-82E3-32B4D6EA78FF}"/>
          </ac:spMkLst>
        </pc:spChg>
        <pc:spChg chg="mod">
          <ac:chgData name="" userId="" providerId="" clId="Web-{824AA281-B423-47FF-958E-8986F8FD530E}" dt="2026-10-02T21:51:48.233" v="44" actId="34807"/>
          <ac:spMkLst>
            <pc:docMk/>
            <pc:sldMk cId="3088707687" sldId="456"/>
            <ac:spMk id="42" creationId="{15997929-E2F8-4DED-B504-3C39B97DEADC}"/>
          </ac:spMkLst>
        </pc:spChg>
        <pc:spChg chg="mod">
          <ac:chgData name="" userId="" providerId="" clId="Web-{824AA281-B423-47FF-958E-8986F8FD530E}" dt="2026-10-02T21:51:48.233" v="44" actId="34807"/>
          <ac:spMkLst>
            <pc:docMk/>
            <pc:sldMk cId="3088707687" sldId="456"/>
            <ac:spMk id="45" creationId="{0CA998FC-A01D-45D1-98F7-C44B011EA700}"/>
          </ac:spMkLst>
        </pc:spChg>
        <pc:spChg chg="mod">
          <ac:chgData name="" userId="" providerId="" clId="Web-{824AA281-B423-47FF-958E-8986F8FD530E}" dt="2026-10-02T21:51:48.233" v="44" actId="34807"/>
          <ac:spMkLst>
            <pc:docMk/>
            <pc:sldMk cId="3088707687" sldId="456"/>
            <ac:spMk id="56" creationId="{BBFEAC38-689B-4588-A133-2649219EA9F2}"/>
          </ac:spMkLst>
        </pc:spChg>
        <pc:spChg chg="mod">
          <ac:chgData name="" userId="" providerId="" clId="Web-{824AA281-B423-47FF-958E-8986F8FD530E}" dt="2026-10-02T21:43:10.637" v="5" actId="34807"/>
          <ac:spMkLst>
            <pc:docMk/>
            <pc:sldMk cId="3088707687" sldId="456"/>
            <ac:spMk id="2063" creationId="{CC4D87D5-507F-48D1-6CFF-15C630529996}"/>
          </ac:spMkLst>
        </pc:spChg>
        <pc:spChg chg="mod">
          <ac:chgData name="" userId="" providerId="" clId="Web-{824AA281-B423-47FF-958E-8986F8FD530E}" dt="2026-10-02T22:02:02.258" v="55" actId="34807"/>
          <ac:spMkLst>
            <pc:docMk/>
            <pc:sldMk cId="3088707687" sldId="456"/>
            <ac:spMk id="2067" creationId="{F0017B9A-2CD6-D7A6-CA75-3E5CA7EAEDC0}"/>
          </ac:spMkLst>
        </pc:spChg>
        <pc:spChg chg="del">
          <ac:chgData name="" userId="" providerId="" clId="Web-{824AA281-B423-47FF-958E-8986F8FD530E}" dt="2026-10-02T22:02:02.258" v="55" actId="34807"/>
          <ac:spMkLst>
            <pc:docMk/>
            <pc:sldMk cId="3088707687" sldId="456"/>
            <ac:spMk id="2072" creationId="{AE381175-9E32-5524-6563-2E7C1E5DF688}"/>
          </ac:spMkLst>
        </pc:spChg>
        <pc:spChg chg="add mod">
          <ac:chgData name="" userId="" providerId="" clId="Web-{824AA281-B423-47FF-958E-8986F8FD530E}" dt="2026-10-02T22:01:59.273" v="54" actId="34807"/>
          <ac:spMkLst>
            <pc:docMk/>
            <pc:sldMk cId="3088707687" sldId="456"/>
            <ac:spMk id="4553" creationId="{28EADFFE-FFAF-394F-1FBA-51BE8042A4A0}"/>
          </ac:spMkLst>
        </pc:spChg>
        <pc:picChg chg="mod">
          <ac:chgData name="" userId="" providerId="" clId="Web-{824AA281-B423-47FF-958E-8986F8FD530E}" dt="2026-10-02T22:02:02.258" v="55" actId="34807"/>
          <ac:picMkLst>
            <pc:docMk/>
            <pc:sldMk cId="3088707687" sldId="456"/>
            <ac:picMk id="20" creationId="{7AD5A8ED-0EAF-6A8F-EB32-7A2EDE31E5AA}"/>
          </ac:picMkLst>
        </pc:picChg>
      </pc:sldChg>
      <pc:sldChg chg="addSp delSp modSp add mod ord setBg modNotesTx">
        <pc:chgData name="" userId="" providerId="" clId="Web-{824AA281-B423-47FF-958E-8986F8FD530E}" dt="2026-10-02T22:05:33.881" v="58" actId="34807"/>
        <pc:sldMkLst>
          <pc:docMk/>
          <pc:sldMk cId="2053402638" sldId="657"/>
        </pc:sldMkLst>
        <pc:spChg chg="add mod">
          <ac:chgData name="" userId="" providerId="" clId="Web-{824AA281-B423-47FF-958E-8986F8FD530E}" dt="2026-10-02T21:57:29.771" v="47" actId="34807"/>
          <ac:spMkLst>
            <pc:docMk/>
            <pc:sldMk cId="2053402638" sldId="657"/>
            <ac:spMk id="2" creationId="{0ECEDCF3-E2E0-65DC-8042-AE9953AC6157}"/>
          </ac:spMkLst>
        </pc:spChg>
        <pc:spChg chg="add mod">
          <ac:chgData name="" userId="" providerId="" clId="Web-{824AA281-B423-47FF-958E-8986F8FD530E}" dt="2026-10-02T21:57:29.771" v="47" actId="34807"/>
          <ac:spMkLst>
            <pc:docMk/>
            <pc:sldMk cId="2053402638" sldId="657"/>
            <ac:spMk id="3" creationId="{4541AB1E-B3A0-7EDE-CF4F-A81421725AAC}"/>
          </ac:spMkLst>
        </pc:spChg>
        <pc:spChg chg="add mod">
          <ac:chgData name="" userId="" providerId="" clId="Web-{824AA281-B423-47FF-958E-8986F8FD530E}" dt="2026-10-02T21:57:29.771" v="47" actId="34807"/>
          <ac:spMkLst>
            <pc:docMk/>
            <pc:sldMk cId="2053402638" sldId="657"/>
            <ac:spMk id="4" creationId="{524A78BC-0E34-D7F8-DF69-D7141A5C40AB}"/>
          </ac:spMkLst>
        </pc:spChg>
        <pc:spChg chg="add mod">
          <ac:chgData name="" userId="" providerId="" clId="Web-{824AA281-B423-47FF-958E-8986F8FD530E}" dt="2026-10-02T21:57:29.771" v="47" actId="34807"/>
          <ac:spMkLst>
            <pc:docMk/>
            <pc:sldMk cId="2053402638" sldId="657"/>
            <ac:spMk id="6" creationId="{727913B5-8013-2364-2B0A-187AB4B0D933}"/>
          </ac:spMkLst>
        </pc:spChg>
        <pc:spChg chg="add mod">
          <ac:chgData name="" userId="" providerId="" clId="Web-{824AA281-B423-47FF-958E-8986F8FD530E}" dt="2026-10-02T22:02:02.258" v="55" actId="34807"/>
          <ac:spMkLst>
            <pc:docMk/>
            <pc:sldMk cId="2053402638" sldId="657"/>
            <ac:spMk id="8" creationId="{B51250A5-ECC0-2F17-E270-83E14C5CFA46}"/>
          </ac:spMkLst>
        </pc:spChg>
        <pc:spChg chg="add mod">
          <ac:chgData name="" userId="" providerId="" clId="Web-{824AA281-B423-47FF-958E-8986F8FD530E}" dt="2026-10-02T21:57:29.771" v="47" actId="34807"/>
          <ac:spMkLst>
            <pc:docMk/>
            <pc:sldMk cId="2053402638" sldId="657"/>
            <ac:spMk id="9" creationId="{88635A59-F262-721C-C72A-E66F77EC6479}"/>
          </ac:spMkLst>
        </pc:spChg>
        <pc:spChg chg="add mod">
          <ac:chgData name="" userId="" providerId="" clId="Web-{824AA281-B423-47FF-958E-8986F8FD530E}" dt="2026-10-02T22:02:02.258" v="55" actId="34807"/>
          <ac:spMkLst>
            <pc:docMk/>
            <pc:sldMk cId="2053402638" sldId="657"/>
            <ac:spMk id="10" creationId="{E337DB2F-429E-3ED7-A973-2ADD64512A0E}"/>
          </ac:spMkLst>
        </pc:spChg>
        <pc:spChg chg="add mod">
          <ac:chgData name="" userId="" providerId="" clId="Web-{824AA281-B423-47FF-958E-8986F8FD530E}" dt="2026-10-02T22:05:33.881" v="58" actId="34807"/>
          <ac:spMkLst>
            <pc:docMk/>
            <pc:sldMk cId="2053402638" sldId="657"/>
            <ac:spMk id="11" creationId="{492EDC3E-80C2-FEA5-FAB4-BB7C86BB790B}"/>
          </ac:spMkLst>
        </pc:spChg>
        <pc:spChg chg="del">
          <ac:chgData name="" userId="" providerId="" clId="Web-{824AA281-B423-47FF-958E-8986F8FD530E}" dt="2026-10-02T22:02:02.258" v="55" actId="34807"/>
          <ac:spMkLst>
            <pc:docMk/>
            <pc:sldMk cId="2053402638" sldId="657"/>
            <ac:spMk id="12" creationId="{B4E52DFD-8816-C129-B20A-2011440AD179}"/>
          </ac:spMkLst>
        </pc:spChg>
        <pc:spChg chg="del">
          <ac:chgData name="" userId="" providerId="" clId="Web-{824AA281-B423-47FF-958E-8986F8FD530E}" dt="2026-10-02T22:05:33.881" v="58" actId="34807"/>
          <ac:spMkLst>
            <pc:docMk/>
            <pc:sldMk cId="2053402638" sldId="657"/>
            <ac:spMk id="13" creationId="{16F097A5-C56D-806C-258E-EA29D3836D96}"/>
          </ac:spMkLst>
        </pc:spChg>
        <pc:spChg chg="del">
          <ac:chgData name="" userId="" providerId="" clId="Web-{824AA281-B423-47FF-958E-8986F8FD530E}" dt="2026-10-02T22:05:33.881" v="58" actId="34807"/>
          <ac:spMkLst>
            <pc:docMk/>
            <pc:sldMk cId="2053402638" sldId="657"/>
            <ac:spMk id="14" creationId="{F77F8C46-8F4E-A0A3-AE6C-E461DF417E30}"/>
          </ac:spMkLst>
        </pc:spChg>
        <pc:spChg chg="mod">
          <ac:chgData name="" userId="" providerId="" clId="Web-{824AA281-B423-47FF-958E-8986F8FD530E}" dt="2026-10-02T22:05:33.881" v="58" actId="34807"/>
          <ac:spMkLst>
            <pc:docMk/>
            <pc:sldMk cId="2053402638" sldId="657"/>
            <ac:spMk id="15" creationId="{A666F867-65E7-7052-6DEA-0AE16E946B5B}"/>
          </ac:spMkLst>
        </pc:spChg>
        <pc:spChg chg="del mod">
          <ac:chgData name="" userId="" providerId="" clId="Web-{824AA281-B423-47FF-958E-8986F8FD530E}" dt="2026-10-02T22:02:02.258" v="55" actId="34807"/>
          <ac:spMkLst>
            <pc:docMk/>
            <pc:sldMk cId="2053402638" sldId="657"/>
            <ac:spMk id="16" creationId="{696A1C52-A1F7-9BB9-EC00-3492ECF92BC3}"/>
          </ac:spMkLst>
        </pc:spChg>
        <pc:spChg chg="del">
          <ac:chgData name="" userId="" providerId="" clId="Web-{824AA281-B423-47FF-958E-8986F8FD530E}" dt="2026-10-02T22:02:02.258" v="55" actId="34807"/>
          <ac:spMkLst>
            <pc:docMk/>
            <pc:sldMk cId="2053402638" sldId="657"/>
            <ac:spMk id="17" creationId="{7072E809-699F-DFF0-8CFE-444443445CBE}"/>
          </ac:spMkLst>
        </pc:spChg>
        <pc:spChg chg="add del mod">
          <ac:chgData name="" userId="" providerId="" clId="Web-{824AA281-B423-47FF-958E-8986F8FD530E}" dt="2026-10-02T22:02:02.258" v="55" actId="34807"/>
          <ac:spMkLst>
            <pc:docMk/>
            <pc:sldMk cId="2053402638" sldId="657"/>
            <ac:spMk id="18" creationId="{586B0138-CB5F-A91F-505F-E446B6EF85AD}"/>
          </ac:spMkLst>
        </pc:spChg>
        <pc:spChg chg="mod">
          <ac:chgData name="" userId="" providerId="" clId="Web-{824AA281-B423-47FF-958E-8986F8FD530E}" dt="2026-10-02T21:58:10.211" v="52" actId="34807"/>
          <ac:spMkLst>
            <pc:docMk/>
            <pc:sldMk cId="2053402638" sldId="657"/>
            <ac:spMk id="20" creationId="{A33CDBFC-D002-0947-7398-DB14A995AA96}"/>
          </ac:spMkLst>
        </pc:spChg>
        <pc:spChg chg="add mod">
          <ac:chgData name="" userId="" providerId="" clId="Web-{824AA281-B423-47FF-958E-8986F8FD530E}" dt="2026-10-02T21:57:29.771" v="47" actId="34807"/>
          <ac:spMkLst>
            <pc:docMk/>
            <pc:sldMk cId="2053402638" sldId="657"/>
            <ac:spMk id="21" creationId="{EF196E7C-2814-4819-77FF-DF3165676833}"/>
          </ac:spMkLst>
        </pc:spChg>
        <pc:spChg chg="add mod">
          <ac:chgData name="" userId="" providerId="" clId="Web-{824AA281-B423-47FF-958E-8986F8FD530E}" dt="2026-10-02T22:01:59.273" v="54" actId="34807"/>
          <ac:spMkLst>
            <pc:docMk/>
            <pc:sldMk cId="2053402638" sldId="657"/>
            <ac:spMk id="4555" creationId="{770C6F01-7C9A-E154-B739-44E2633A008B}"/>
          </ac:spMkLst>
        </pc:spChg>
        <pc:spChg chg="add mod">
          <ac:chgData name="" userId="" providerId="" clId="Web-{824AA281-B423-47FF-958E-8986F8FD530E}" dt="2026-10-02T22:01:59.273" v="54" actId="34807"/>
          <ac:spMkLst>
            <pc:docMk/>
            <pc:sldMk cId="2053402638" sldId="657"/>
            <ac:spMk id="4558" creationId="{E90F9BE1-A54C-F221-CE6E-4E1DF86C306A}"/>
          </ac:spMkLst>
        </pc:spChg>
        <pc:spChg chg="add mod">
          <ac:chgData name="" userId="" providerId="" clId="Web-{824AA281-B423-47FF-958E-8986F8FD530E}" dt="2026-10-02T22:01:59.273" v="54" actId="34807"/>
          <ac:spMkLst>
            <pc:docMk/>
            <pc:sldMk cId="2053402638" sldId="657"/>
            <ac:spMk id="4562" creationId="{9D5914CC-71F3-1DC3-FBEE-5B15E39B4993}"/>
          </ac:spMkLst>
        </pc:spChg>
        <pc:spChg chg="add mod">
          <ac:chgData name="" userId="" providerId="" clId="Web-{824AA281-B423-47FF-958E-8986F8FD530E}" dt="2026-10-02T22:05:32.912" v="57" actId="34807"/>
          <ac:spMkLst>
            <pc:docMk/>
            <pc:sldMk cId="2053402638" sldId="657"/>
            <ac:spMk id="4806" creationId="{06CE9E5E-4D53-4CAF-D2C6-A0E9097CA00C}"/>
          </ac:spMkLst>
        </pc:spChg>
      </pc:sldChg>
      <pc:sldChg chg="addSp modSp add mod ord setBg modNotesTx">
        <pc:chgData name="" userId="" providerId="" clId="Web-{824AA281-B423-47FF-958E-8986F8FD530E}" dt="2026-10-02T22:02:02.258" v="55" actId="34807"/>
        <pc:sldMkLst>
          <pc:docMk/>
          <pc:sldMk cId="607174381" sldId="859"/>
        </pc:sldMkLst>
        <pc:spChg chg="add mod">
          <ac:chgData name="" userId="" providerId="" clId="Web-{824AA281-B423-47FF-958E-8986F8FD530E}" dt="2026-10-02T21:57:29.771" v="47" actId="34807"/>
          <ac:spMkLst>
            <pc:docMk/>
            <pc:sldMk cId="607174381" sldId="859"/>
            <ac:spMk id="5" creationId="{FC8B8A4A-2365-4FE0-76A1-8F41F3259E0B}"/>
          </ac:spMkLst>
        </pc:spChg>
        <pc:spChg chg="add mod">
          <ac:chgData name="" userId="" providerId="" clId="Web-{824AA281-B423-47FF-958E-8986F8FD530E}" dt="2026-10-02T21:57:29.771" v="47" actId="34807"/>
          <ac:spMkLst>
            <pc:docMk/>
            <pc:sldMk cId="607174381" sldId="859"/>
            <ac:spMk id="6" creationId="{B014CC41-66C4-2499-9650-C4A0AEB75C4D}"/>
          </ac:spMkLst>
        </pc:spChg>
        <pc:spChg chg="add mod">
          <ac:chgData name="" userId="" providerId="" clId="Web-{824AA281-B423-47FF-958E-8986F8FD530E}" dt="2026-10-02T22:02:02.258" v="55" actId="34807"/>
          <ac:spMkLst>
            <pc:docMk/>
            <pc:sldMk cId="607174381" sldId="859"/>
            <ac:spMk id="8" creationId="{2BEE0C06-B7DC-062D-04E7-5C79287401A9}"/>
          </ac:spMkLst>
        </pc:spChg>
        <pc:spChg chg="add mod">
          <ac:chgData name="" userId="" providerId="" clId="Web-{824AA281-B423-47FF-958E-8986F8FD530E}" dt="2026-10-02T21:57:29.771" v="47" actId="34807"/>
          <ac:spMkLst>
            <pc:docMk/>
            <pc:sldMk cId="607174381" sldId="859"/>
            <ac:spMk id="9" creationId="{D2E9432D-9647-B921-B305-5314A17BD782}"/>
          </ac:spMkLst>
        </pc:spChg>
        <pc:spChg chg="add mod">
          <ac:chgData name="" userId="" providerId="" clId="Web-{824AA281-B423-47FF-958E-8986F8FD530E}" dt="2026-10-02T21:57:29.771" v="47" actId="34807"/>
          <ac:spMkLst>
            <pc:docMk/>
            <pc:sldMk cId="607174381" sldId="859"/>
            <ac:spMk id="10" creationId="{5B05357E-0CB3-6B81-BFC3-E37FCF2BEF1F}"/>
          </ac:spMkLst>
        </pc:spChg>
        <pc:spChg chg="add mod">
          <ac:chgData name="" userId="" providerId="" clId="Web-{824AA281-B423-47FF-958E-8986F8FD530E}" dt="2026-10-02T22:02:02.258" v="55" actId="34807"/>
          <ac:spMkLst>
            <pc:docMk/>
            <pc:sldMk cId="607174381" sldId="859"/>
            <ac:spMk id="14" creationId="{6B277784-41CF-F6D2-8DC5-BF6617B7A0E0}"/>
          </ac:spMkLst>
        </pc:spChg>
        <pc:spChg chg="add mod">
          <ac:chgData name="" userId="" providerId="" clId="Web-{824AA281-B423-47FF-958E-8986F8FD530E}" dt="2026-10-02T21:57:29.771" v="47" actId="34807"/>
          <ac:spMkLst>
            <pc:docMk/>
            <pc:sldMk cId="607174381" sldId="859"/>
            <ac:spMk id="16" creationId="{D0DE65D5-555E-B0FD-BE93-7CE9A1B56FDA}"/>
          </ac:spMkLst>
        </pc:spChg>
        <pc:spChg chg="add mod">
          <ac:chgData name="" userId="" providerId="" clId="Web-{824AA281-B423-47FF-958E-8986F8FD530E}" dt="2026-10-02T22:02:02.258" v="55" actId="34807"/>
          <ac:spMkLst>
            <pc:docMk/>
            <pc:sldMk cId="607174381" sldId="859"/>
            <ac:spMk id="19" creationId="{A93FF67C-E218-2637-7BDE-B3B6E4B89AD0}"/>
          </ac:spMkLst>
        </pc:spChg>
        <pc:spChg chg="mod">
          <ac:chgData name="" userId="" providerId="" clId="Web-{824AA281-B423-47FF-958E-8986F8FD530E}" dt="2026-10-02T22:02:02.258" v="55" actId="34807"/>
          <ac:spMkLst>
            <pc:docMk/>
            <pc:sldMk cId="607174381" sldId="859"/>
            <ac:spMk id="20" creationId="{1097AA4A-A14B-87C1-6380-E1E3205A29D5}"/>
          </ac:spMkLst>
        </pc:spChg>
        <pc:spChg chg="add mod">
          <ac:chgData name="" userId="" providerId="" clId="Web-{824AA281-B423-47FF-958E-8986F8FD530E}" dt="2026-10-02T21:57:29.771" v="47" actId="34807"/>
          <ac:spMkLst>
            <pc:docMk/>
            <pc:sldMk cId="607174381" sldId="859"/>
            <ac:spMk id="21" creationId="{952971B7-819E-3646-79FF-D13AFEB7A01E}"/>
          </ac:spMkLst>
        </pc:spChg>
        <pc:spChg chg="add mod">
          <ac:chgData name="" userId="" providerId="" clId="Web-{824AA281-B423-47FF-958E-8986F8FD530E}" dt="2026-10-02T21:58:10.211" v="52" actId="34807"/>
          <ac:spMkLst>
            <pc:docMk/>
            <pc:sldMk cId="607174381" sldId="859"/>
            <ac:spMk id="23" creationId="{24261E51-02AF-4A3A-0D5B-CCCF4DC6C917}"/>
          </ac:spMkLst>
        </pc:spChg>
      </pc:sldChg>
      <pc:sldChg chg="addSp modSp add mod ord setBg modNotesTx">
        <pc:chgData name="" userId="" providerId="" clId="Web-{824AA281-B423-47FF-958E-8986F8FD530E}" dt="2026-10-02T22:02:02.258" v="55" actId="34807"/>
        <pc:sldMkLst>
          <pc:docMk/>
          <pc:sldMk cId="2902381831" sldId="1062"/>
        </pc:sldMkLst>
        <pc:spChg chg="add mod">
          <ac:chgData name="" userId="" providerId="" clId="Web-{824AA281-B423-47FF-958E-8986F8FD530E}" dt="2026-10-02T21:57:29.771" v="47" actId="34807"/>
          <ac:spMkLst>
            <pc:docMk/>
            <pc:sldMk cId="2902381831" sldId="1062"/>
            <ac:spMk id="6" creationId="{65748B56-ABFB-27E7-36E8-01FC8AADA6F0}"/>
          </ac:spMkLst>
        </pc:spChg>
        <pc:spChg chg="add mod">
          <ac:chgData name="" userId="" providerId="" clId="Web-{824AA281-B423-47FF-958E-8986F8FD530E}" dt="2026-10-02T21:57:29.771" v="47" actId="34807"/>
          <ac:spMkLst>
            <pc:docMk/>
            <pc:sldMk cId="2902381831" sldId="1062"/>
            <ac:spMk id="7" creationId="{CE26F191-A419-7C67-55D5-14629477A4CF}"/>
          </ac:spMkLst>
        </pc:spChg>
        <pc:spChg chg="add mod">
          <ac:chgData name="" userId="" providerId="" clId="Web-{824AA281-B423-47FF-958E-8986F8FD530E}" dt="2026-10-02T22:02:02.258" v="55" actId="34807"/>
          <ac:spMkLst>
            <pc:docMk/>
            <pc:sldMk cId="2902381831" sldId="1062"/>
            <ac:spMk id="8" creationId="{F4564E24-ED41-7B3B-6D0C-5E7529EDC61A}"/>
          </ac:spMkLst>
        </pc:spChg>
        <pc:spChg chg="add mod">
          <ac:chgData name="" userId="" providerId="" clId="Web-{824AA281-B423-47FF-958E-8986F8FD530E}" dt="2026-10-02T22:02:02.258" v="55" actId="34807"/>
          <ac:spMkLst>
            <pc:docMk/>
            <pc:sldMk cId="2902381831" sldId="1062"/>
            <ac:spMk id="9" creationId="{A2EDFEB9-CD67-124F-B688-AC0431A8360C}"/>
          </ac:spMkLst>
        </pc:spChg>
        <pc:spChg chg="add mod">
          <ac:chgData name="" userId="" providerId="" clId="Web-{824AA281-B423-47FF-958E-8986F8FD530E}" dt="2026-10-02T22:02:02.258" v="55" actId="34807"/>
          <ac:spMkLst>
            <pc:docMk/>
            <pc:sldMk cId="2902381831" sldId="1062"/>
            <ac:spMk id="10" creationId="{10DE130D-DB71-B4A2-5917-A9AA42EB84C0}"/>
          </ac:spMkLst>
        </pc:spChg>
        <pc:spChg chg="add mod">
          <ac:chgData name="" userId="" providerId="" clId="Web-{824AA281-B423-47FF-958E-8986F8FD530E}" dt="2026-10-02T22:02:02.258" v="55" actId="34807"/>
          <ac:spMkLst>
            <pc:docMk/>
            <pc:sldMk cId="2902381831" sldId="1062"/>
            <ac:spMk id="11" creationId="{3DB7C7E0-9E50-E210-ED8F-AFBDF5B552AD}"/>
          </ac:spMkLst>
        </pc:spChg>
        <pc:spChg chg="add mod">
          <ac:chgData name="" userId="" providerId="" clId="Web-{824AA281-B423-47FF-958E-8986F8FD530E}" dt="2026-10-02T22:02:02.258" v="55" actId="34807"/>
          <ac:spMkLst>
            <pc:docMk/>
            <pc:sldMk cId="2902381831" sldId="1062"/>
            <ac:spMk id="12" creationId="{4D1CBA8F-11DF-B9AD-0A37-70F9A411D2F5}"/>
          </ac:spMkLst>
        </pc:spChg>
        <pc:spChg chg="add mod">
          <ac:chgData name="" userId="" providerId="" clId="Web-{824AA281-B423-47FF-958E-8986F8FD530E}" dt="2026-10-02T21:57:29.771" v="47" actId="34807"/>
          <ac:spMkLst>
            <pc:docMk/>
            <pc:sldMk cId="2902381831" sldId="1062"/>
            <ac:spMk id="13" creationId="{FDB4F0CC-44ED-AC47-4D8B-F4C7AB7592BD}"/>
          </ac:spMkLst>
        </pc:spChg>
        <pc:spChg chg="add mod">
          <ac:chgData name="" userId="" providerId="" clId="Web-{824AA281-B423-47FF-958E-8986F8FD530E}" dt="2026-10-02T21:57:29.771" v="47" actId="34807"/>
          <ac:spMkLst>
            <pc:docMk/>
            <pc:sldMk cId="2902381831" sldId="1062"/>
            <ac:spMk id="17" creationId="{E6DB3437-8621-5095-44FC-A9F94C2B0C82}"/>
          </ac:spMkLst>
        </pc:spChg>
        <pc:spChg chg="add mod">
          <ac:chgData name="" userId="" providerId="" clId="Web-{824AA281-B423-47FF-958E-8986F8FD530E}" dt="2026-10-02T21:57:29.771" v="47" actId="34807"/>
          <ac:spMkLst>
            <pc:docMk/>
            <pc:sldMk cId="2902381831" sldId="1062"/>
            <ac:spMk id="18" creationId="{3762F760-C0F7-D3E5-8466-E45F8D5474EE}"/>
          </ac:spMkLst>
        </pc:spChg>
      </pc:sldChg>
      <pc:sldChg chg="addSp delSp modSp add mod ord setBg modNotesTx">
        <pc:chgData name="" userId="" providerId="" clId="Web-{824AA281-B423-47FF-958E-8986F8FD530E}" dt="2026-10-02T22:02:05.773" v="56" actId="34807"/>
        <pc:sldMkLst>
          <pc:docMk/>
          <pc:sldMk cId="1001318997" sldId="1266"/>
        </pc:sldMkLst>
        <pc:spChg chg="add mod">
          <ac:chgData name="" userId="" providerId="" clId="Web-{824AA281-B423-47FF-958E-8986F8FD530E}" dt="2026-10-02T21:57:41.960" v="48" actId="34807"/>
          <ac:spMkLst>
            <pc:docMk/>
            <pc:sldMk cId="1001318997" sldId="1266"/>
            <ac:spMk id="2" creationId="{352A0E96-5D04-86FC-36F2-4418AEA77925}"/>
          </ac:spMkLst>
        </pc:spChg>
        <pc:spChg chg="add mod">
          <ac:chgData name="" userId="" providerId="" clId="Web-{824AA281-B423-47FF-958E-8986F8FD530E}" dt="2026-10-02T21:57:41.960" v="48" actId="34807"/>
          <ac:spMkLst>
            <pc:docMk/>
            <pc:sldMk cId="1001318997" sldId="1266"/>
            <ac:spMk id="4" creationId="{D4D96A50-08F8-A1CF-2E88-B07DB5417F07}"/>
          </ac:spMkLst>
        </pc:spChg>
        <pc:spChg chg="add mod">
          <ac:chgData name="" userId="" providerId="" clId="Web-{824AA281-B423-47FF-958E-8986F8FD530E}" dt="2026-10-02T21:57:41.960" v="48" actId="34807"/>
          <ac:spMkLst>
            <pc:docMk/>
            <pc:sldMk cId="1001318997" sldId="1266"/>
            <ac:spMk id="6" creationId="{DD8BE8DD-8E6E-78CE-15A2-C6CB4FB87F60}"/>
          </ac:spMkLst>
        </pc:spChg>
        <pc:spChg chg="mod">
          <ac:chgData name="" userId="" providerId="" clId="Web-{824AA281-B423-47FF-958E-8986F8FD530E}" dt="2026-10-02T22:02:02.258" v="55" actId="34807"/>
          <ac:spMkLst>
            <pc:docMk/>
            <pc:sldMk cId="1001318997" sldId="1266"/>
            <ac:spMk id="8" creationId="{E14A1FA7-08C1-A6E1-ED35-F67BE9DE3F45}"/>
          </ac:spMkLst>
        </pc:spChg>
        <pc:spChg chg="add del mod">
          <ac:chgData name="" userId="" providerId="" clId="Web-{824AA281-B423-47FF-958E-8986F8FD530E}" dt="2026-10-02T22:02:02.258" v="55" actId="34807"/>
          <ac:spMkLst>
            <pc:docMk/>
            <pc:sldMk cId="1001318997" sldId="1266"/>
            <ac:spMk id="9" creationId="{00B7CD87-1A17-B734-6FAE-F0A9C7316BAF}"/>
          </ac:spMkLst>
        </pc:spChg>
        <pc:spChg chg="add mod">
          <ac:chgData name="" userId="" providerId="" clId="Web-{824AA281-B423-47FF-958E-8986F8FD530E}" dt="2026-10-02T22:02:02.258" v="55" actId="34807"/>
          <ac:spMkLst>
            <pc:docMk/>
            <pc:sldMk cId="1001318997" sldId="1266"/>
            <ac:spMk id="10" creationId="{05C72238-E3F1-B9B6-AE78-78526462B1EE}"/>
          </ac:spMkLst>
        </pc:spChg>
        <pc:spChg chg="add mod">
          <ac:chgData name="" userId="" providerId="" clId="Web-{824AA281-B423-47FF-958E-8986F8FD530E}" dt="2026-10-02T22:02:02.258" v="55" actId="34807"/>
          <ac:spMkLst>
            <pc:docMk/>
            <pc:sldMk cId="1001318997" sldId="1266"/>
            <ac:spMk id="11" creationId="{5713A87A-EF87-3180-1539-E4A06F7F826A}"/>
          </ac:spMkLst>
        </pc:spChg>
        <pc:spChg chg="add mod">
          <ac:chgData name="" userId="" providerId="" clId="Web-{824AA281-B423-47FF-958E-8986F8FD530E}" dt="2026-10-02T22:02:02.258" v="55" actId="34807"/>
          <ac:spMkLst>
            <pc:docMk/>
            <pc:sldMk cId="1001318997" sldId="1266"/>
            <ac:spMk id="12" creationId="{ECEE60B6-A670-E07E-FEFC-1F5F3F149E31}"/>
          </ac:spMkLst>
        </pc:spChg>
        <pc:spChg chg="mod">
          <ac:chgData name="" userId="" providerId="" clId="Web-{824AA281-B423-47FF-958E-8986F8FD530E}" dt="2026-10-02T21:58:10.211" v="52" actId="34807"/>
          <ac:spMkLst>
            <pc:docMk/>
            <pc:sldMk cId="1001318997" sldId="1266"/>
            <ac:spMk id="13" creationId="{78022B87-A5C6-3CCD-F802-09858E67137A}"/>
          </ac:spMkLst>
        </pc:spChg>
        <pc:spChg chg="add del mod">
          <ac:chgData name="" userId="" providerId="" clId="Web-{824AA281-B423-47FF-958E-8986F8FD530E}" dt="2026-10-02T22:02:02.258" v="55" actId="34807"/>
          <ac:spMkLst>
            <pc:docMk/>
            <pc:sldMk cId="1001318997" sldId="1266"/>
            <ac:spMk id="16" creationId="{495E8522-E9B0-D957-90BB-B70D04D1F0F9}"/>
          </ac:spMkLst>
        </pc:spChg>
        <pc:spChg chg="add mod">
          <ac:chgData name="" userId="" providerId="" clId="Web-{824AA281-B423-47FF-958E-8986F8FD530E}" dt="2026-10-02T21:57:41.960" v="48" actId="34807"/>
          <ac:spMkLst>
            <pc:docMk/>
            <pc:sldMk cId="1001318997" sldId="1266"/>
            <ac:spMk id="17" creationId="{3E3D81AD-3AE2-6473-CDEC-2381A5619916}"/>
          </ac:spMkLst>
        </pc:spChg>
        <pc:spChg chg="add mod">
          <ac:chgData name="" userId="" providerId="" clId="Web-{824AA281-B423-47FF-958E-8986F8FD530E}" dt="2026-10-02T21:57:41.960" v="48" actId="34807"/>
          <ac:spMkLst>
            <pc:docMk/>
            <pc:sldMk cId="1001318997" sldId="1266"/>
            <ac:spMk id="19" creationId="{BC6A2C8E-7B0A-84C1-E930-AF103D54793D}"/>
          </ac:spMkLst>
        </pc:spChg>
        <pc:spChg chg="add mod">
          <ac:chgData name="" userId="" providerId="" clId="Web-{824AA281-B423-47FF-958E-8986F8FD530E}" dt="2026-10-02T22:02:05.773" v="56" actId="34807"/>
          <ac:spMkLst>
            <pc:docMk/>
            <pc:sldMk cId="1001318997" sldId="1266"/>
            <ac:spMk id="4567" creationId="{03B4D983-BECA-1A62-4FEC-FEE3B1D46A93}"/>
          </ac:spMkLst>
        </pc:spChg>
        <pc:spChg chg="add mod">
          <ac:chgData name="" userId="" providerId="" clId="Web-{824AA281-B423-47FF-958E-8986F8FD530E}" dt="2026-10-02T22:01:59.273" v="54" actId="34807"/>
          <ac:spMkLst>
            <pc:docMk/>
            <pc:sldMk cId="1001318997" sldId="1266"/>
            <ac:spMk id="4573" creationId="{FAB72958-6F8D-9B0D-4047-C478E948D19E}"/>
          </ac:spMkLst>
        </pc:spChg>
      </pc:sldChg>
      <pc:sldChg chg="addSp modSp add mod ord setBg modNotesTx">
        <pc:chgData name="" userId="" providerId="" clId="Web-{824AA281-B423-47FF-958E-8986F8FD530E}" dt="2026-10-02T22:02:02.258" v="55" actId="34807"/>
        <pc:sldMkLst>
          <pc:docMk/>
          <pc:sldMk cId="4132569860" sldId="1471"/>
        </pc:sldMkLst>
        <pc:spChg chg="add mod">
          <ac:chgData name="" userId="" providerId="" clId="Web-{824AA281-B423-47FF-958E-8986F8FD530E}" dt="2026-10-02T21:57:41.960" v="48" actId="34807"/>
          <ac:spMkLst>
            <pc:docMk/>
            <pc:sldMk cId="4132569860" sldId="1471"/>
            <ac:spMk id="2" creationId="{B4E8CDA9-8D2F-980B-B54B-56E3E9F317DA}"/>
          </ac:spMkLst>
        </pc:spChg>
        <pc:spChg chg="add mod">
          <ac:chgData name="" userId="" providerId="" clId="Web-{824AA281-B423-47FF-958E-8986F8FD530E}" dt="2026-10-02T21:57:41.960" v="48" actId="34807"/>
          <ac:spMkLst>
            <pc:docMk/>
            <pc:sldMk cId="4132569860" sldId="1471"/>
            <ac:spMk id="5" creationId="{2EC23073-D4B4-9503-30A7-8E8EA47C9802}"/>
          </ac:spMkLst>
        </pc:spChg>
        <pc:spChg chg="add mod">
          <ac:chgData name="" userId="" providerId="" clId="Web-{824AA281-B423-47FF-958E-8986F8FD530E}" dt="2026-10-02T22:02:02.258" v="55" actId="34807"/>
          <ac:spMkLst>
            <pc:docMk/>
            <pc:sldMk cId="4132569860" sldId="1471"/>
            <ac:spMk id="8" creationId="{D8BB4A5C-1196-AA04-7C8F-0BD6FA00CFE1}"/>
          </ac:spMkLst>
        </pc:spChg>
        <pc:spChg chg="add mod">
          <ac:chgData name="" userId="" providerId="" clId="Web-{824AA281-B423-47FF-958E-8986F8FD530E}" dt="2026-10-02T21:57:41.960" v="48" actId="34807"/>
          <ac:spMkLst>
            <pc:docMk/>
            <pc:sldMk cId="4132569860" sldId="1471"/>
            <ac:spMk id="9" creationId="{50AC311A-5D7C-BEA7-9BD1-640A01BE9E94}"/>
          </ac:spMkLst>
        </pc:spChg>
        <pc:spChg chg="mod">
          <ac:chgData name="" userId="" providerId="" clId="Web-{824AA281-B423-47FF-958E-8986F8FD530E}" dt="2026-10-02T22:02:02.258" v="55" actId="34807"/>
          <ac:spMkLst>
            <pc:docMk/>
            <pc:sldMk cId="4132569860" sldId="1471"/>
            <ac:spMk id="10" creationId="{D895A663-8437-B96A-ADC7-4BF69BC2F707}"/>
          </ac:spMkLst>
        </pc:spChg>
        <pc:spChg chg="mod">
          <ac:chgData name="" userId="" providerId="" clId="Web-{824AA281-B423-47FF-958E-8986F8FD530E}" dt="2026-10-02T22:02:02.258" v="55" actId="34807"/>
          <ac:spMkLst>
            <pc:docMk/>
            <pc:sldMk cId="4132569860" sldId="1471"/>
            <ac:spMk id="12" creationId="{FACB3A31-38E1-01D6-08C6-2FAF6D20F067}"/>
          </ac:spMkLst>
        </pc:spChg>
        <pc:spChg chg="add mod">
          <ac:chgData name="" userId="" providerId="" clId="Web-{824AA281-B423-47FF-958E-8986F8FD530E}" dt="2026-10-02T21:57:41.960" v="48" actId="34807"/>
          <ac:spMkLst>
            <pc:docMk/>
            <pc:sldMk cId="4132569860" sldId="1471"/>
            <ac:spMk id="13" creationId="{81AC2EF8-27FB-B001-7339-600773734736}"/>
          </ac:spMkLst>
        </pc:spChg>
        <pc:spChg chg="add mod">
          <ac:chgData name="" userId="" providerId="" clId="Web-{824AA281-B423-47FF-958E-8986F8FD530E}" dt="2026-10-02T22:02:02.258" v="55" actId="34807"/>
          <ac:spMkLst>
            <pc:docMk/>
            <pc:sldMk cId="4132569860" sldId="1471"/>
            <ac:spMk id="14" creationId="{EE5B84E6-03BA-A7A8-217C-B6F4E401B016}"/>
          </ac:spMkLst>
        </pc:spChg>
        <pc:spChg chg="add mod">
          <ac:chgData name="" userId="" providerId="" clId="Web-{824AA281-B423-47FF-958E-8986F8FD530E}" dt="2026-10-02T21:57:41.960" v="48" actId="34807"/>
          <ac:spMkLst>
            <pc:docMk/>
            <pc:sldMk cId="4132569860" sldId="1471"/>
            <ac:spMk id="15" creationId="{445498AC-B9C2-8455-7E9D-D1D7F1903C2C}"/>
          </ac:spMkLst>
        </pc:spChg>
        <pc:spChg chg="add mod">
          <ac:chgData name="" userId="" providerId="" clId="Web-{824AA281-B423-47FF-958E-8986F8FD530E}" dt="2026-10-02T22:02:02.258" v="55" actId="34807"/>
          <ac:spMkLst>
            <pc:docMk/>
            <pc:sldMk cId="4132569860" sldId="1471"/>
            <ac:spMk id="16" creationId="{7D5CABF0-4BB6-6E13-0986-202D105D2FF2}"/>
          </ac:spMkLst>
        </pc:spChg>
        <pc:spChg chg="add mod">
          <ac:chgData name="" userId="" providerId="" clId="Web-{824AA281-B423-47FF-958E-8986F8FD530E}" dt="2026-10-02T21:57:41.960" v="48" actId="34807"/>
          <ac:spMkLst>
            <pc:docMk/>
            <pc:sldMk cId="4132569860" sldId="1471"/>
            <ac:spMk id="17" creationId="{D8957F29-6BD4-AACA-6AFF-CE323F1CAC51}"/>
          </ac:spMkLst>
        </pc:spChg>
        <pc:spChg chg="add mod">
          <ac:chgData name="" userId="" providerId="" clId="Web-{824AA281-B423-47FF-958E-8986F8FD530E}" dt="2026-10-02T21:57:41.960" v="48" actId="34807"/>
          <ac:spMkLst>
            <pc:docMk/>
            <pc:sldMk cId="4132569860" sldId="1471"/>
            <ac:spMk id="18" creationId="{86E34658-F44A-7668-6ED4-FF9B36168CFF}"/>
          </ac:spMkLst>
        </pc:spChg>
      </pc:sldChg>
      <pc:sldChg chg="addSp modSp add mod ord setBg modNotesTx">
        <pc:chgData name="" userId="" providerId="" clId="Web-{824AA281-B423-47FF-958E-8986F8FD530E}" dt="2026-10-02T22:02:02.258" v="55" actId="34807"/>
        <pc:sldMkLst>
          <pc:docMk/>
          <pc:sldMk cId="3355369669" sldId="1677"/>
        </pc:sldMkLst>
        <pc:spChg chg="add mod">
          <ac:chgData name="" userId="" providerId="" clId="Web-{824AA281-B423-47FF-958E-8986F8FD530E}" dt="2026-10-02T21:57:41.960" v="48" actId="34807"/>
          <ac:spMkLst>
            <pc:docMk/>
            <pc:sldMk cId="3355369669" sldId="1677"/>
            <ac:spMk id="2" creationId="{801D407A-C1D6-66F9-EE42-AA95478C9DE6}"/>
          </ac:spMkLst>
        </pc:spChg>
        <pc:spChg chg="add mod">
          <ac:chgData name="" userId="" providerId="" clId="Web-{824AA281-B423-47FF-958E-8986F8FD530E}" dt="2026-10-02T21:57:41.960" v="48" actId="34807"/>
          <ac:spMkLst>
            <pc:docMk/>
            <pc:sldMk cId="3355369669" sldId="1677"/>
            <ac:spMk id="4" creationId="{A56DA009-D950-5A6C-EBC2-B7AD8CB2057D}"/>
          </ac:spMkLst>
        </pc:spChg>
        <pc:spChg chg="add mod">
          <ac:chgData name="" userId="" providerId="" clId="Web-{824AA281-B423-47FF-958E-8986F8FD530E}" dt="2026-10-02T21:57:41.960" v="48" actId="34807"/>
          <ac:spMkLst>
            <pc:docMk/>
            <pc:sldMk cId="3355369669" sldId="1677"/>
            <ac:spMk id="6" creationId="{3128E410-F903-BD6B-4920-51D7D80F7FBB}"/>
          </ac:spMkLst>
        </pc:spChg>
        <pc:spChg chg="add mod">
          <ac:chgData name="" userId="" providerId="" clId="Web-{824AA281-B423-47FF-958E-8986F8FD530E}" dt="2026-10-02T21:57:41.960" v="48" actId="34807"/>
          <ac:spMkLst>
            <pc:docMk/>
            <pc:sldMk cId="3355369669" sldId="1677"/>
            <ac:spMk id="7" creationId="{ABB8D3C6-D1A4-8851-2B00-1BB5F0CAFA80}"/>
          </ac:spMkLst>
        </pc:spChg>
        <pc:spChg chg="mod">
          <ac:chgData name="" userId="" providerId="" clId="Web-{824AA281-B423-47FF-958E-8986F8FD530E}" dt="2026-10-02T22:02:02.258" v="55" actId="34807"/>
          <ac:spMkLst>
            <pc:docMk/>
            <pc:sldMk cId="3355369669" sldId="1677"/>
            <ac:spMk id="8" creationId="{94EE1A80-124F-9A68-B371-3966D843F91C}"/>
          </ac:spMkLst>
        </pc:spChg>
        <pc:spChg chg="add mod">
          <ac:chgData name="" userId="" providerId="" clId="Web-{824AA281-B423-47FF-958E-8986F8FD530E}" dt="2026-10-02T22:02:02.258" v="55" actId="34807"/>
          <ac:spMkLst>
            <pc:docMk/>
            <pc:sldMk cId="3355369669" sldId="1677"/>
            <ac:spMk id="10" creationId="{33A1F16B-B6B0-A631-C42D-79D0EC6694C5}"/>
          </ac:spMkLst>
        </pc:spChg>
        <pc:spChg chg="add mod">
          <ac:chgData name="" userId="" providerId="" clId="Web-{824AA281-B423-47FF-958E-8986F8FD530E}" dt="2026-10-02T21:57:41.960" v="48" actId="34807"/>
          <ac:spMkLst>
            <pc:docMk/>
            <pc:sldMk cId="3355369669" sldId="1677"/>
            <ac:spMk id="11" creationId="{EEEBA4EA-0C4D-FF1A-5213-4E5B094CA760}"/>
          </ac:spMkLst>
        </pc:spChg>
        <pc:spChg chg="mod">
          <ac:chgData name="" userId="" providerId="" clId="Web-{824AA281-B423-47FF-958E-8986F8FD530E}" dt="2026-10-02T22:02:02.258" v="55" actId="34807"/>
          <ac:spMkLst>
            <pc:docMk/>
            <pc:sldMk cId="3355369669" sldId="1677"/>
            <ac:spMk id="12" creationId="{01B0B793-4F1E-B8B3-1A4B-8E786E38E11F}"/>
          </ac:spMkLst>
        </pc:spChg>
        <pc:spChg chg="add mod">
          <ac:chgData name="" userId="" providerId="" clId="Web-{824AA281-B423-47FF-958E-8986F8FD530E}" dt="2026-10-02T22:02:02.258" v="55" actId="34807"/>
          <ac:spMkLst>
            <pc:docMk/>
            <pc:sldMk cId="3355369669" sldId="1677"/>
            <ac:spMk id="14" creationId="{E0E8FFD0-B4E2-9CF6-8A7C-3220E4AD97FB}"/>
          </ac:spMkLst>
        </pc:spChg>
        <pc:spChg chg="add mod">
          <ac:chgData name="" userId="" providerId="" clId="Web-{824AA281-B423-47FF-958E-8986F8FD530E}" dt="2026-10-02T21:57:41.960" v="48" actId="34807"/>
          <ac:spMkLst>
            <pc:docMk/>
            <pc:sldMk cId="3355369669" sldId="1677"/>
            <ac:spMk id="15" creationId="{76DA178A-9580-7D8F-2AA1-4EDF5720D3D1}"/>
          </ac:spMkLst>
        </pc:spChg>
        <pc:spChg chg="mod">
          <ac:chgData name="" userId="" providerId="" clId="Web-{824AA281-B423-47FF-958E-8986F8FD530E}" dt="2026-10-02T22:02:02.258" v="55" actId="34807"/>
          <ac:spMkLst>
            <pc:docMk/>
            <pc:sldMk cId="3355369669" sldId="1677"/>
            <ac:spMk id="16" creationId="{9CBC3B4A-D9F2-6970-CC11-F0E8F3237EB4}"/>
          </ac:spMkLst>
        </pc:spChg>
        <pc:spChg chg="add mod">
          <ac:chgData name="" userId="" providerId="" clId="Web-{824AA281-B423-47FF-958E-8986F8FD530E}" dt="2026-10-02T22:02:02.258" v="55" actId="34807"/>
          <ac:spMkLst>
            <pc:docMk/>
            <pc:sldMk cId="3355369669" sldId="1677"/>
            <ac:spMk id="18" creationId="{BEB172B0-E278-94A6-E3AA-8F3FF5ABF003}"/>
          </ac:spMkLst>
        </pc:spChg>
        <pc:spChg chg="mod">
          <ac:chgData name="" userId="" providerId="" clId="Web-{824AA281-B423-47FF-958E-8986F8FD530E}" dt="2026-10-02T21:58:10.211" v="52" actId="34807"/>
          <ac:spMkLst>
            <pc:docMk/>
            <pc:sldMk cId="3355369669" sldId="1677"/>
            <ac:spMk id="19" creationId="{342A154F-136C-BA26-F05A-F55368DC0785}"/>
          </ac:spMkLst>
        </pc:spChg>
        <pc:spChg chg="add mod">
          <ac:chgData name="" userId="" providerId="" clId="Web-{824AA281-B423-47FF-958E-8986F8FD530E}" dt="2026-10-02T21:58:10.211" v="52" actId="34807"/>
          <ac:spMkLst>
            <pc:docMk/>
            <pc:sldMk cId="3355369669" sldId="1677"/>
            <ac:spMk id="20" creationId="{E22E960F-0C18-61E8-2396-03CCFC8E2162}"/>
          </ac:spMkLst>
        </pc:spChg>
      </pc:sldChg>
      <pc:sldChg chg="addSp modSp add mod ord setBg modNotesTx">
        <pc:chgData name="" userId="" providerId="" clId="Web-{824AA281-B423-47FF-958E-8986F8FD530E}" dt="2026-10-02T22:02:02.258" v="55" actId="34807"/>
        <pc:sldMkLst>
          <pc:docMk/>
          <pc:sldMk cId="539620125" sldId="1884"/>
        </pc:sldMkLst>
        <pc:spChg chg="add mod">
          <ac:chgData name="" userId="" providerId="" clId="Web-{824AA281-B423-47FF-958E-8986F8FD530E}" dt="2026-10-02T21:57:50.007" v="49" actId="34807"/>
          <ac:spMkLst>
            <pc:docMk/>
            <pc:sldMk cId="539620125" sldId="1884"/>
            <ac:spMk id="2" creationId="{EB78D088-D672-33CD-941B-5CB8FDE05651}"/>
          </ac:spMkLst>
        </pc:spChg>
        <pc:spChg chg="add mod">
          <ac:chgData name="" userId="" providerId="" clId="Web-{824AA281-B423-47FF-958E-8986F8FD530E}" dt="2026-10-02T21:57:50.007" v="49" actId="34807"/>
          <ac:spMkLst>
            <pc:docMk/>
            <pc:sldMk cId="539620125" sldId="1884"/>
            <ac:spMk id="3" creationId="{D09EABA5-E57C-7D9F-B42F-0F37F5043781}"/>
          </ac:spMkLst>
        </pc:spChg>
        <pc:spChg chg="add mod">
          <ac:chgData name="" userId="" providerId="" clId="Web-{824AA281-B423-47FF-958E-8986F8FD530E}" dt="2026-10-02T21:57:50.007" v="49" actId="34807"/>
          <ac:spMkLst>
            <pc:docMk/>
            <pc:sldMk cId="539620125" sldId="1884"/>
            <ac:spMk id="4" creationId="{ECC9740D-DAEB-33F7-B124-9DFECC2F671B}"/>
          </ac:spMkLst>
        </pc:spChg>
        <pc:spChg chg="add mod">
          <ac:chgData name="" userId="" providerId="" clId="Web-{824AA281-B423-47FF-958E-8986F8FD530E}" dt="2026-10-02T21:57:50.007" v="49" actId="34807"/>
          <ac:spMkLst>
            <pc:docMk/>
            <pc:sldMk cId="539620125" sldId="1884"/>
            <ac:spMk id="5" creationId="{E026E63D-A1EC-9256-51BF-D97A44FAA807}"/>
          </ac:spMkLst>
        </pc:spChg>
        <pc:spChg chg="add mod">
          <ac:chgData name="" userId="" providerId="" clId="Web-{824AA281-B423-47FF-958E-8986F8FD530E}" dt="2026-10-02T21:57:50.007" v="49" actId="34807"/>
          <ac:spMkLst>
            <pc:docMk/>
            <pc:sldMk cId="539620125" sldId="1884"/>
            <ac:spMk id="7" creationId="{C82C0335-61B0-C9CC-9B37-EED39B6C6784}"/>
          </ac:spMkLst>
        </pc:spChg>
        <pc:spChg chg="mod">
          <ac:chgData name="" userId="" providerId="" clId="Web-{824AA281-B423-47FF-958E-8986F8FD530E}" dt="2026-10-02T22:02:02.258" v="55" actId="34807"/>
          <ac:spMkLst>
            <pc:docMk/>
            <pc:sldMk cId="539620125" sldId="1884"/>
            <ac:spMk id="8" creationId="{B1F2C565-6C1E-4EE6-3CE5-9B0242C15839}"/>
          </ac:spMkLst>
        </pc:spChg>
        <pc:spChg chg="mod">
          <ac:chgData name="" userId="" providerId="" clId="Web-{824AA281-B423-47FF-958E-8986F8FD530E}" dt="2026-10-02T21:58:10.211" v="52" actId="34807"/>
          <ac:spMkLst>
            <pc:docMk/>
            <pc:sldMk cId="539620125" sldId="1884"/>
            <ac:spMk id="10" creationId="{D98EDCA4-F44C-0333-6B25-FBB2EEB7F5A3}"/>
          </ac:spMkLst>
        </pc:spChg>
        <pc:spChg chg="add mod">
          <ac:chgData name="" userId="" providerId="" clId="Web-{824AA281-B423-47FF-958E-8986F8FD530E}" dt="2026-10-02T21:58:10.211" v="52" actId="34807"/>
          <ac:spMkLst>
            <pc:docMk/>
            <pc:sldMk cId="539620125" sldId="1884"/>
            <ac:spMk id="11" creationId="{9FB69D61-C23B-2774-7B9E-7C59E0653405}"/>
          </ac:spMkLst>
        </pc:spChg>
        <pc:spChg chg="add mod">
          <ac:chgData name="" userId="" providerId="" clId="Web-{824AA281-B423-47FF-958E-8986F8FD530E}" dt="2026-10-02T21:57:50.007" v="49" actId="34807"/>
          <ac:spMkLst>
            <pc:docMk/>
            <pc:sldMk cId="539620125" sldId="1884"/>
            <ac:spMk id="14" creationId="{91F175AD-AC61-63F0-5ABC-0D85F215E320}"/>
          </ac:spMkLst>
        </pc:spChg>
        <pc:spChg chg="add mod">
          <ac:chgData name="" userId="" providerId="" clId="Web-{824AA281-B423-47FF-958E-8986F8FD530E}" dt="2026-10-02T21:58:10.211" v="52" actId="34807"/>
          <ac:spMkLst>
            <pc:docMk/>
            <pc:sldMk cId="539620125" sldId="1884"/>
            <ac:spMk id="16" creationId="{9624F0DD-713D-3AC7-8FF7-25F95341130E}"/>
          </ac:spMkLst>
        </pc:spChg>
        <pc:spChg chg="mod">
          <ac:chgData name="" userId="" providerId="" clId="Web-{824AA281-B423-47FF-958E-8986F8FD530E}" dt="2026-10-02T21:58:10.211" v="52" actId="34807"/>
          <ac:spMkLst>
            <pc:docMk/>
            <pc:sldMk cId="539620125" sldId="1884"/>
            <ac:spMk id="17" creationId="{8E0FAE75-6DD0-0F5F-44E8-1082F80E2D11}"/>
          </ac:spMkLst>
        </pc:spChg>
        <pc:spChg chg="add mod">
          <ac:chgData name="" userId="" providerId="" clId="Web-{824AA281-B423-47FF-958E-8986F8FD530E}" dt="2026-10-02T21:57:50.007" v="49" actId="34807"/>
          <ac:spMkLst>
            <pc:docMk/>
            <pc:sldMk cId="539620125" sldId="1884"/>
            <ac:spMk id="18" creationId="{6AEE69D9-0A93-0F92-734A-839413778A92}"/>
          </ac:spMkLst>
        </pc:spChg>
        <pc:spChg chg="add mod">
          <ac:chgData name="" userId="" providerId="" clId="Web-{824AA281-B423-47FF-958E-8986F8FD530E}" dt="2026-10-02T21:57:50.007" v="49" actId="34807"/>
          <ac:spMkLst>
            <pc:docMk/>
            <pc:sldMk cId="539620125" sldId="1884"/>
            <ac:spMk id="20" creationId="{8D712070-FCDE-4FF6-2882-E3949B0E278A}"/>
          </ac:spMkLst>
        </pc:spChg>
      </pc:sldChg>
      <pc:sldChg chg="addSp delSp modSp add mod ord setBg modNotesTx">
        <pc:chgData name="" userId="" providerId="" clId="Web-{824AA281-B423-47FF-958E-8986F8FD530E}" dt="2026-10-02T22:02:02.258" v="55" actId="34807"/>
        <pc:sldMkLst>
          <pc:docMk/>
          <pc:sldMk cId="2535271127" sldId="2092"/>
        </pc:sldMkLst>
        <pc:spChg chg="add mod">
          <ac:chgData name="" userId="" providerId="" clId="Web-{824AA281-B423-47FF-958E-8986F8FD530E}" dt="2026-10-02T21:57:50.007" v="49" actId="34807"/>
          <ac:spMkLst>
            <pc:docMk/>
            <pc:sldMk cId="2535271127" sldId="2092"/>
            <ac:spMk id="2" creationId="{9E0A6553-5329-8C83-5CD2-38BAF48E4A45}"/>
          </ac:spMkLst>
        </pc:spChg>
        <pc:spChg chg="add mod">
          <ac:chgData name="" userId="" providerId="" clId="Web-{824AA281-B423-47FF-958E-8986F8FD530E}" dt="2026-10-02T21:57:50.007" v="49" actId="34807"/>
          <ac:spMkLst>
            <pc:docMk/>
            <pc:sldMk cId="2535271127" sldId="2092"/>
            <ac:spMk id="7" creationId="{F4527E08-07D4-86D3-D58A-40C8A1BEEA44}"/>
          </ac:spMkLst>
        </pc:spChg>
        <pc:spChg chg="add mod">
          <ac:chgData name="" userId="" providerId="" clId="Web-{824AA281-B423-47FF-958E-8986F8FD530E}" dt="2026-10-02T21:57:50.007" v="49" actId="34807"/>
          <ac:spMkLst>
            <pc:docMk/>
            <pc:sldMk cId="2535271127" sldId="2092"/>
            <ac:spMk id="8" creationId="{5F55CC43-2E59-6C72-8DED-602F16837E7E}"/>
          </ac:spMkLst>
        </pc:spChg>
        <pc:spChg chg="add del mod">
          <ac:chgData name="" userId="" providerId="" clId="Web-{824AA281-B423-47FF-958E-8986F8FD530E}" dt="2026-10-02T22:02:02.258" v="55" actId="34807"/>
          <ac:spMkLst>
            <pc:docMk/>
            <pc:sldMk cId="2535271127" sldId="2092"/>
            <ac:spMk id="9" creationId="{F28E1EEE-BBB7-07ED-5741-47AB86A775A5}"/>
          </ac:spMkLst>
        </pc:spChg>
        <pc:spChg chg="add mod">
          <ac:chgData name="" userId="" providerId="" clId="Web-{824AA281-B423-47FF-958E-8986F8FD530E}" dt="2026-10-02T21:57:50.007" v="49" actId="34807"/>
          <ac:spMkLst>
            <pc:docMk/>
            <pc:sldMk cId="2535271127" sldId="2092"/>
            <ac:spMk id="12" creationId="{D62CD9E3-28C2-49FF-A0FC-A7C65EE0120B}"/>
          </ac:spMkLst>
        </pc:spChg>
        <pc:spChg chg="add mod">
          <ac:chgData name="" userId="" providerId="" clId="Web-{824AA281-B423-47FF-958E-8986F8FD530E}" dt="2026-10-02T22:02:02.258" v="55" actId="34807"/>
          <ac:spMkLst>
            <pc:docMk/>
            <pc:sldMk cId="2535271127" sldId="2092"/>
            <ac:spMk id="15" creationId="{CCD7DA05-34A1-802C-7A70-88CF95C80A0A}"/>
          </ac:spMkLst>
        </pc:spChg>
        <pc:spChg chg="add mod">
          <ac:chgData name="" userId="" providerId="" clId="Web-{824AA281-B423-47FF-958E-8986F8FD530E}" dt="2026-10-02T21:57:50.007" v="49" actId="34807"/>
          <ac:spMkLst>
            <pc:docMk/>
            <pc:sldMk cId="2535271127" sldId="2092"/>
            <ac:spMk id="16" creationId="{A473A427-2AAB-2CD0-0292-0C9B61998F32}"/>
          </ac:spMkLst>
        </pc:spChg>
        <pc:spChg chg="mod">
          <ac:chgData name="" userId="" providerId="" clId="Web-{824AA281-B423-47FF-958E-8986F8FD530E}" dt="2026-10-02T22:02:02.258" v="55" actId="34807"/>
          <ac:spMkLst>
            <pc:docMk/>
            <pc:sldMk cId="2535271127" sldId="2092"/>
            <ac:spMk id="17" creationId="{5CA89A2C-2E41-0AFB-1E06-CC59307ACAF8}"/>
          </ac:spMkLst>
        </pc:spChg>
        <pc:spChg chg="add mod">
          <ac:chgData name="" userId="" providerId="" clId="Web-{824AA281-B423-47FF-958E-8986F8FD530E}" dt="2026-10-02T21:57:50.007" v="49" actId="34807"/>
          <ac:spMkLst>
            <pc:docMk/>
            <pc:sldMk cId="2535271127" sldId="2092"/>
            <ac:spMk id="18" creationId="{CD672DA4-1C25-9AC6-3FD4-329C1F561546}"/>
          </ac:spMkLst>
        </pc:spChg>
        <pc:spChg chg="add mod">
          <ac:chgData name="" userId="" providerId="" clId="Web-{824AA281-B423-47FF-958E-8986F8FD530E}" dt="2026-10-02T21:57:50.007" v="49" actId="34807"/>
          <ac:spMkLst>
            <pc:docMk/>
            <pc:sldMk cId="2535271127" sldId="2092"/>
            <ac:spMk id="19" creationId="{0D9D56E7-402C-7087-E5C4-C06697D6C6A8}"/>
          </ac:spMkLst>
        </pc:spChg>
        <pc:spChg chg="mod">
          <ac:chgData name="" userId="" providerId="" clId="Web-{824AA281-B423-47FF-958E-8986F8FD530E}" dt="2026-10-02T21:58:10.211" v="52" actId="34807"/>
          <ac:spMkLst>
            <pc:docMk/>
            <pc:sldMk cId="2535271127" sldId="2092"/>
            <ac:spMk id="20" creationId="{60079DA0-7668-306A-BA59-229C96F8843F}"/>
          </ac:spMkLst>
        </pc:spChg>
        <pc:spChg chg="add mod">
          <ac:chgData name="" userId="" providerId="" clId="Web-{824AA281-B423-47FF-958E-8986F8FD530E}" dt="2026-10-02T21:57:50.007" v="49" actId="34807"/>
          <ac:spMkLst>
            <pc:docMk/>
            <pc:sldMk cId="2535271127" sldId="2092"/>
            <ac:spMk id="21" creationId="{7D17AE49-0405-23B6-5D54-739BA1989494}"/>
          </ac:spMkLst>
        </pc:spChg>
        <pc:spChg chg="add mod">
          <ac:chgData name="" userId="" providerId="" clId="Web-{824AA281-B423-47FF-958E-8986F8FD530E}" dt="2026-10-02T22:01:59.273" v="54" actId="34807"/>
          <ac:spMkLst>
            <pc:docMk/>
            <pc:sldMk cId="2535271127" sldId="2092"/>
            <ac:spMk id="4580" creationId="{304A8201-D83C-5BBC-4607-96D865D450AA}"/>
          </ac:spMkLst>
        </pc:spChg>
      </pc:sldChg>
      <pc:sldChg chg="addSp delSp modSp add mod ord setBg modNotesTx">
        <pc:chgData name="" userId="" providerId="" clId="Web-{824AA281-B423-47FF-958E-8986F8FD530E}" dt="2026-10-02T22:05:33.881" v="58" actId="34807"/>
        <pc:sldMkLst>
          <pc:docMk/>
          <pc:sldMk cId="413941376" sldId="2301"/>
        </pc:sldMkLst>
        <pc:spChg chg="add mod">
          <ac:chgData name="" userId="" providerId="" clId="Web-{824AA281-B423-47FF-958E-8986F8FD530E}" dt="2026-10-02T21:57:50.007" v="49" actId="34807"/>
          <ac:spMkLst>
            <pc:docMk/>
            <pc:sldMk cId="413941376" sldId="2301"/>
            <ac:spMk id="3" creationId="{0FC0F421-EB1B-51B3-D2DC-344A5B441C69}"/>
          </ac:spMkLst>
        </pc:spChg>
        <pc:spChg chg="add mod">
          <ac:chgData name="" userId="" providerId="" clId="Web-{824AA281-B423-47FF-958E-8986F8FD530E}" dt="2026-10-02T21:57:50.007" v="49" actId="34807"/>
          <ac:spMkLst>
            <pc:docMk/>
            <pc:sldMk cId="413941376" sldId="2301"/>
            <ac:spMk id="6" creationId="{9B1888C8-260C-86F1-88D7-E35C63063D21}"/>
          </ac:spMkLst>
        </pc:spChg>
        <pc:spChg chg="del">
          <ac:chgData name="" userId="" providerId="" clId="Web-{824AA281-B423-47FF-958E-8986F8FD530E}" dt="2026-10-02T22:02:02.258" v="55" actId="34807"/>
          <ac:spMkLst>
            <pc:docMk/>
            <pc:sldMk cId="413941376" sldId="2301"/>
            <ac:spMk id="8" creationId="{CF1E42E3-7642-4A4B-FBFF-FFCB961CBCD0}"/>
          </ac:spMkLst>
        </pc:spChg>
        <pc:spChg chg="add mod">
          <ac:chgData name="" userId="" providerId="" clId="Web-{824AA281-B423-47FF-958E-8986F8FD530E}" dt="2026-10-02T22:02:02.258" v="55" actId="34807"/>
          <ac:spMkLst>
            <pc:docMk/>
            <pc:sldMk cId="413941376" sldId="2301"/>
            <ac:spMk id="9" creationId="{6D045EE3-3F3E-A8B3-5001-9467E02FFEFB}"/>
          </ac:spMkLst>
        </pc:spChg>
        <pc:spChg chg="mod">
          <ac:chgData name="" userId="" providerId="" clId="Web-{824AA281-B423-47FF-958E-8986F8FD530E}" dt="2026-10-02T21:58:10.211" v="52" actId="34807"/>
          <ac:spMkLst>
            <pc:docMk/>
            <pc:sldMk cId="413941376" sldId="2301"/>
            <ac:spMk id="10" creationId="{0E5725E7-0031-FF7B-2B4B-28600F4AB158}"/>
          </ac:spMkLst>
        </pc:spChg>
        <pc:spChg chg="add mod">
          <ac:chgData name="" userId="" providerId="" clId="Web-{824AA281-B423-47FF-958E-8986F8FD530E}" dt="2026-10-02T21:58:10.211" v="52" actId="34807"/>
          <ac:spMkLst>
            <pc:docMk/>
            <pc:sldMk cId="413941376" sldId="2301"/>
            <ac:spMk id="11" creationId="{E2C51AAD-3E87-9E13-9F2D-94A65253EC93}"/>
          </ac:spMkLst>
        </pc:spChg>
        <pc:spChg chg="add mod">
          <ac:chgData name="" userId="" providerId="" clId="Web-{824AA281-B423-47FF-958E-8986F8FD530E}" dt="2026-10-02T22:02:02.258" v="55" actId="34807"/>
          <ac:spMkLst>
            <pc:docMk/>
            <pc:sldMk cId="413941376" sldId="2301"/>
            <ac:spMk id="12" creationId="{F4A9F6AA-3848-F44B-695E-0E3DF10E332E}"/>
          </ac:spMkLst>
        </pc:spChg>
        <pc:spChg chg="add mod">
          <ac:chgData name="" userId="" providerId="" clId="Web-{824AA281-B423-47FF-958E-8986F8FD530E}" dt="2026-10-02T21:58:10.211" v="52" actId="34807"/>
          <ac:spMkLst>
            <pc:docMk/>
            <pc:sldMk cId="413941376" sldId="2301"/>
            <ac:spMk id="13" creationId="{32306DF6-540B-4380-BF26-EB2FFF20E3FA}"/>
          </ac:spMkLst>
        </pc:spChg>
        <pc:spChg chg="mod">
          <ac:chgData name="" userId="" providerId="" clId="Web-{824AA281-B423-47FF-958E-8986F8FD530E}" dt="2026-10-02T21:58:10.211" v="52" actId="34807"/>
          <ac:spMkLst>
            <pc:docMk/>
            <pc:sldMk cId="413941376" sldId="2301"/>
            <ac:spMk id="14" creationId="{3993351F-04C3-5C7B-FB77-DB65D3B8D324}"/>
          </ac:spMkLst>
        </pc:spChg>
        <pc:spChg chg="mod">
          <ac:chgData name="" userId="" providerId="" clId="Web-{824AA281-B423-47FF-958E-8986F8FD530E}" dt="2026-10-02T22:02:02.258" v="55" actId="34807"/>
          <ac:spMkLst>
            <pc:docMk/>
            <pc:sldMk cId="413941376" sldId="2301"/>
            <ac:spMk id="15" creationId="{66F8C091-C27D-FEC7-2FE0-4C1D676B8606}"/>
          </ac:spMkLst>
        </pc:spChg>
        <pc:spChg chg="add mod">
          <ac:chgData name="" userId="" providerId="" clId="Web-{824AA281-B423-47FF-958E-8986F8FD530E}" dt="2026-10-02T21:58:10.211" v="52" actId="34807"/>
          <ac:spMkLst>
            <pc:docMk/>
            <pc:sldMk cId="413941376" sldId="2301"/>
            <ac:spMk id="16" creationId="{8ABF18C0-26E2-1F32-49C1-C1B8CEF8BDAE}"/>
          </ac:spMkLst>
        </pc:spChg>
        <pc:spChg chg="add mod">
          <ac:chgData name="" userId="" providerId="" clId="Web-{824AA281-B423-47FF-958E-8986F8FD530E}" dt="2026-10-02T21:58:10.211" v="52" actId="34807"/>
          <ac:spMkLst>
            <pc:docMk/>
            <pc:sldMk cId="413941376" sldId="2301"/>
            <ac:spMk id="17" creationId="{D1D97DFD-82E1-61C4-6CFA-BD8B38D5A2AB}"/>
          </ac:spMkLst>
        </pc:spChg>
        <pc:spChg chg="add mod">
          <ac:chgData name="" userId="" providerId="" clId="Web-{824AA281-B423-47FF-958E-8986F8FD530E}" dt="2026-10-02T22:05:33.881" v="58" actId="34807"/>
          <ac:spMkLst>
            <pc:docMk/>
            <pc:sldMk cId="413941376" sldId="2301"/>
            <ac:spMk id="22" creationId="{155E18F1-3FB8-0DE0-D438-90B26C8BD454}"/>
          </ac:spMkLst>
        </pc:spChg>
        <pc:spChg chg="add mod">
          <ac:chgData name="" userId="" providerId="" clId="Web-{824AA281-B423-47FF-958E-8986F8FD530E}" dt="2026-10-02T21:57:50.007" v="49" actId="34807"/>
          <ac:spMkLst>
            <pc:docMk/>
            <pc:sldMk cId="413941376" sldId="2301"/>
            <ac:spMk id="24" creationId="{58C41F81-5D37-1093-3CC4-9A11DE63762A}"/>
          </ac:spMkLst>
        </pc:spChg>
        <pc:spChg chg="add mod">
          <ac:chgData name="" userId="" providerId="" clId="Web-{824AA281-B423-47FF-958E-8986F8FD530E}" dt="2026-10-02T22:01:59.273" v="54" actId="34807"/>
          <ac:spMkLst>
            <pc:docMk/>
            <pc:sldMk cId="413941376" sldId="2301"/>
            <ac:spMk id="4588" creationId="{D20672D4-3D92-16DE-25E3-ADEB21C483A5}"/>
          </ac:spMkLst>
        </pc:spChg>
      </pc:sldChg>
      <pc:sldChg chg="addSp delSp modSp add mod ord setBg modNotesTx">
        <pc:chgData name="" userId="" providerId="" clId="Web-{824AA281-B423-47FF-958E-8986F8FD530E}" dt="2026-10-02T22:05:33.881" v="58" actId="34807"/>
        <pc:sldMkLst>
          <pc:docMk/>
          <pc:sldMk cId="3518988572" sldId="2511"/>
        </pc:sldMkLst>
        <pc:spChg chg="add mod">
          <ac:chgData name="" userId="" providerId="" clId="Web-{824AA281-B423-47FF-958E-8986F8FD530E}" dt="2026-10-02T21:58:00.117" v="50" actId="34807"/>
          <ac:spMkLst>
            <pc:docMk/>
            <pc:sldMk cId="3518988572" sldId="2511"/>
            <ac:spMk id="5" creationId="{60B21920-174D-C5D8-C123-C5E2C436BF83}"/>
          </ac:spMkLst>
        </pc:spChg>
        <pc:spChg chg="add mod">
          <ac:chgData name="" userId="" providerId="" clId="Web-{824AA281-B423-47FF-958E-8986F8FD530E}" dt="2026-10-02T22:05:33.881" v="58" actId="34807"/>
          <ac:spMkLst>
            <pc:docMk/>
            <pc:sldMk cId="3518988572" sldId="2511"/>
            <ac:spMk id="8" creationId="{E19B3D27-BE8A-DA9B-DA54-612802213A74}"/>
          </ac:spMkLst>
        </pc:spChg>
        <pc:spChg chg="del">
          <ac:chgData name="" userId="" providerId="" clId="Web-{824AA281-B423-47FF-958E-8986F8FD530E}" dt="2026-10-02T22:02:02.258" v="55" actId="34807"/>
          <ac:spMkLst>
            <pc:docMk/>
            <pc:sldMk cId="3518988572" sldId="2511"/>
            <ac:spMk id="9" creationId="{BEC6DAB0-5DC8-867A-9180-B88EB10AE613}"/>
          </ac:spMkLst>
        </pc:spChg>
        <pc:spChg chg="add del mod">
          <ac:chgData name="" userId="" providerId="" clId="Web-{824AA281-B423-47FF-958E-8986F8FD530E}" dt="2026-10-02T22:02:02.258" v="55" actId="34807"/>
          <ac:spMkLst>
            <pc:docMk/>
            <pc:sldMk cId="3518988572" sldId="2511"/>
            <ac:spMk id="11" creationId="{C33BCCC7-7A72-15F7-4AC5-801644368676}"/>
          </ac:spMkLst>
        </pc:spChg>
        <pc:spChg chg="del">
          <ac:chgData name="" userId="" providerId="" clId="Web-{824AA281-B423-47FF-958E-8986F8FD530E}" dt="2026-10-02T22:02:02.258" v="55" actId="34807"/>
          <ac:spMkLst>
            <pc:docMk/>
            <pc:sldMk cId="3518988572" sldId="2511"/>
            <ac:spMk id="13" creationId="{20765E2D-E526-51AC-1B5D-D028B76E8185}"/>
          </ac:spMkLst>
        </pc:spChg>
        <pc:spChg chg="del">
          <ac:chgData name="" userId="" providerId="" clId="Web-{824AA281-B423-47FF-958E-8986F8FD530E}" dt="2026-10-02T22:02:02.258" v="55" actId="34807"/>
          <ac:spMkLst>
            <pc:docMk/>
            <pc:sldMk cId="3518988572" sldId="2511"/>
            <ac:spMk id="15" creationId="{E75A0B8D-2D7F-328A-B60D-E5830910BD27}"/>
          </ac:spMkLst>
        </pc:spChg>
        <pc:spChg chg="add del mod">
          <ac:chgData name="" userId="" providerId="" clId="Web-{824AA281-B423-47FF-958E-8986F8FD530E}" dt="2026-10-02T22:02:02.258" v="55" actId="34807"/>
          <ac:spMkLst>
            <pc:docMk/>
            <pc:sldMk cId="3518988572" sldId="2511"/>
            <ac:spMk id="17" creationId="{810B254E-A632-B4CE-EB58-0EAE771F3C53}"/>
          </ac:spMkLst>
        </pc:spChg>
        <pc:spChg chg="add mod">
          <ac:chgData name="" userId="" providerId="" clId="Web-{824AA281-B423-47FF-958E-8986F8FD530E}" dt="2026-10-02T21:58:10.211" v="52" actId="34807"/>
          <ac:spMkLst>
            <pc:docMk/>
            <pc:sldMk cId="3518988572" sldId="2511"/>
            <ac:spMk id="18" creationId="{66218402-0904-41B8-9E33-3CBC849921B7}"/>
          </ac:spMkLst>
        </pc:spChg>
        <pc:spChg chg="add del mod">
          <ac:chgData name="" userId="" providerId="" clId="Web-{824AA281-B423-47FF-958E-8986F8FD530E}" dt="2026-10-02T22:02:02.258" v="55" actId="34807"/>
          <ac:spMkLst>
            <pc:docMk/>
            <pc:sldMk cId="3518988572" sldId="2511"/>
            <ac:spMk id="19" creationId="{759C28E6-B5C1-A158-C9A9-A8708165C166}"/>
          </ac:spMkLst>
        </pc:spChg>
        <pc:spChg chg="add del mod">
          <ac:chgData name="" userId="" providerId="" clId="Web-{824AA281-B423-47FF-958E-8986F8FD530E}" dt="2026-10-02T22:02:02.258" v="55" actId="34807"/>
          <ac:spMkLst>
            <pc:docMk/>
            <pc:sldMk cId="3518988572" sldId="2511"/>
            <ac:spMk id="21" creationId="{10B9466A-4671-9964-8EE3-1899FFB158FE}"/>
          </ac:spMkLst>
        </pc:spChg>
        <pc:spChg chg="add del mod">
          <ac:chgData name="" userId="" providerId="" clId="Web-{824AA281-B423-47FF-958E-8986F8FD530E}" dt="2026-10-02T22:02:02.258" v="55" actId="34807"/>
          <ac:spMkLst>
            <pc:docMk/>
            <pc:sldMk cId="3518988572" sldId="2511"/>
            <ac:spMk id="23" creationId="{FB2C2937-B710-C387-26DB-C0D25A46FB45}"/>
          </ac:spMkLst>
        </pc:spChg>
        <pc:spChg chg="del">
          <ac:chgData name="" userId="" providerId="" clId="Web-{824AA281-B423-47FF-958E-8986F8FD530E}" dt="2026-10-02T22:02:02.258" v="55" actId="34807"/>
          <ac:spMkLst>
            <pc:docMk/>
            <pc:sldMk cId="3518988572" sldId="2511"/>
            <ac:spMk id="25" creationId="{16DEDB20-F212-B659-F13F-70ED85EA1A7C}"/>
          </ac:spMkLst>
        </pc:spChg>
        <pc:spChg chg="add del mod">
          <ac:chgData name="" userId="" providerId="" clId="Web-{824AA281-B423-47FF-958E-8986F8FD530E}" dt="2026-10-02T22:02:02.258" v="55" actId="34807"/>
          <ac:spMkLst>
            <pc:docMk/>
            <pc:sldMk cId="3518988572" sldId="2511"/>
            <ac:spMk id="27" creationId="{0957731C-0B20-E8C0-A2DD-22471DFA0A03}"/>
          </ac:spMkLst>
        </pc:spChg>
        <pc:spChg chg="mod">
          <ac:chgData name="" userId="" providerId="" clId="Web-{824AA281-B423-47FF-958E-8986F8FD530E}" dt="2026-10-02T21:58:10.211" v="52" actId="34807"/>
          <ac:spMkLst>
            <pc:docMk/>
            <pc:sldMk cId="3518988572" sldId="2511"/>
            <ac:spMk id="28" creationId="{1B512894-855F-539E-683E-9B164DEDF77F}"/>
          </ac:spMkLst>
        </pc:spChg>
        <pc:spChg chg="add mod">
          <ac:chgData name="" userId="" providerId="" clId="Web-{824AA281-B423-47FF-958E-8986F8FD530E}" dt="2026-10-02T21:58:10.211" v="52" actId="34807"/>
          <ac:spMkLst>
            <pc:docMk/>
            <pc:sldMk cId="3518988572" sldId="2511"/>
            <ac:spMk id="29" creationId="{A927B157-64D8-E8AE-4026-5E93200E0FCE}"/>
          </ac:spMkLst>
        </pc:spChg>
        <pc:spChg chg="add mod">
          <ac:chgData name="" userId="" providerId="" clId="Web-{824AA281-B423-47FF-958E-8986F8FD530E}" dt="2026-10-02T22:01:59.273" v="54" actId="34807"/>
          <ac:spMkLst>
            <pc:docMk/>
            <pc:sldMk cId="3518988572" sldId="2511"/>
            <ac:spMk id="4607" creationId="{74D64D48-6DF8-8475-8E2E-1469DCFE5D9C}"/>
          </ac:spMkLst>
        </pc:spChg>
        <pc:spChg chg="add mod">
          <ac:chgData name="" userId="" providerId="" clId="Web-{824AA281-B423-47FF-958E-8986F8FD530E}" dt="2026-10-02T22:01:59.273" v="54" actId="34807"/>
          <ac:spMkLst>
            <pc:docMk/>
            <pc:sldMk cId="3518988572" sldId="2511"/>
            <ac:spMk id="4618" creationId="{97CC4E51-9F5A-D0F2-194B-355BE9DE0CD7}"/>
          </ac:spMkLst>
        </pc:spChg>
        <pc:spChg chg="add mod">
          <ac:chgData name="" userId="" providerId="" clId="Web-{824AA281-B423-47FF-958E-8986F8FD530E}" dt="2026-10-02T22:01:59.273" v="54" actId="34807"/>
          <ac:spMkLst>
            <pc:docMk/>
            <pc:sldMk cId="3518988572" sldId="2511"/>
            <ac:spMk id="4630" creationId="{A68A581B-565C-53BB-F63E-C73A45934CC1}"/>
          </ac:spMkLst>
        </pc:spChg>
        <pc:spChg chg="add del mod">
          <ac:chgData name="" userId="" providerId="" clId="Web-{824AA281-B423-47FF-958E-8986F8FD530E}" dt="2026-10-02T22:05:33.881" v="58" actId="34807"/>
          <ac:spMkLst>
            <pc:docMk/>
            <pc:sldMk cId="3518988572" sldId="2511"/>
            <ac:spMk id="4643" creationId="{0F5C9DA7-8A27-FDEE-1ECD-2BCE38DBBDDB}"/>
          </ac:spMkLst>
        </pc:spChg>
        <pc:spChg chg="add mod">
          <ac:chgData name="" userId="" providerId="" clId="Web-{824AA281-B423-47FF-958E-8986F8FD530E}" dt="2026-10-02T22:01:59.273" v="54" actId="34807"/>
          <ac:spMkLst>
            <pc:docMk/>
            <pc:sldMk cId="3518988572" sldId="2511"/>
            <ac:spMk id="4657" creationId="{30424D3D-EB17-BA2F-F9CE-458A56D5040B}"/>
          </ac:spMkLst>
        </pc:spChg>
        <pc:spChg chg="add mod">
          <ac:chgData name="" userId="" providerId="" clId="Web-{824AA281-B423-47FF-958E-8986F8FD530E}" dt="2026-10-02T22:01:59.273" v="54" actId="34807"/>
          <ac:spMkLst>
            <pc:docMk/>
            <pc:sldMk cId="3518988572" sldId="2511"/>
            <ac:spMk id="4672" creationId="{27847735-54D9-97A3-6BFE-A9C6EE8DE3A9}"/>
          </ac:spMkLst>
        </pc:spChg>
        <pc:spChg chg="add mod">
          <ac:chgData name="" userId="" providerId="" clId="Web-{824AA281-B423-47FF-958E-8986F8FD530E}" dt="2026-10-02T22:01:59.273" v="54" actId="34807"/>
          <ac:spMkLst>
            <pc:docMk/>
            <pc:sldMk cId="3518988572" sldId="2511"/>
            <ac:spMk id="4688" creationId="{F45CD987-CED7-0B7F-CB1C-9AF63E29E088}"/>
          </ac:spMkLst>
        </pc:spChg>
        <pc:spChg chg="add mod">
          <ac:chgData name="" userId="" providerId="" clId="Web-{824AA281-B423-47FF-958E-8986F8FD530E}" dt="2026-10-02T22:01:59.273" v="54" actId="34807"/>
          <ac:spMkLst>
            <pc:docMk/>
            <pc:sldMk cId="3518988572" sldId="2511"/>
            <ac:spMk id="4705" creationId="{E519F3BC-BC62-8B48-1936-6ED2934678FE}"/>
          </ac:spMkLst>
        </pc:spChg>
        <pc:spChg chg="add del mod">
          <ac:chgData name="" userId="" providerId="" clId="Web-{824AA281-B423-47FF-958E-8986F8FD530E}" dt="2026-10-02T22:05:33.881" v="58" actId="34807"/>
          <ac:spMkLst>
            <pc:docMk/>
            <pc:sldMk cId="3518988572" sldId="2511"/>
            <ac:spMk id="4723" creationId="{A2B09D12-04F7-BFB5-FEAB-CD56415AEE23}"/>
          </ac:spMkLst>
        </pc:spChg>
        <pc:spChg chg="add mod">
          <ac:chgData name="" userId="" providerId="" clId="Web-{824AA281-B423-47FF-958E-8986F8FD530E}" dt="2026-10-02T22:01:59.273" v="54" actId="34807"/>
          <ac:spMkLst>
            <pc:docMk/>
            <pc:sldMk cId="3518988572" sldId="2511"/>
            <ac:spMk id="4742" creationId="{2C4F434E-470A-A071-56A5-C28F96E9459C}"/>
          </ac:spMkLst>
        </pc:spChg>
        <pc:spChg chg="add mod">
          <ac:chgData name="" userId="" providerId="" clId="Web-{824AA281-B423-47FF-958E-8986F8FD530E}" dt="2026-10-02T22:05:32.912" v="57" actId="34807"/>
          <ac:spMkLst>
            <pc:docMk/>
            <pc:sldMk cId="3518988572" sldId="2511"/>
            <ac:spMk id="4808" creationId="{AAC33C82-D285-4E9F-FE45-1E67CE2CB545}"/>
          </ac:spMkLst>
        </pc:spChg>
        <pc:spChg chg="add mod">
          <ac:chgData name="" userId="" providerId="" clId="Web-{824AA281-B423-47FF-958E-8986F8FD530E}" dt="2026-10-02T22:05:32.912" v="57" actId="34807"/>
          <ac:spMkLst>
            <pc:docMk/>
            <pc:sldMk cId="3518988572" sldId="2511"/>
            <ac:spMk id="4811" creationId="{89C188DB-B817-DFF0-9812-E5D8EA36F38A}"/>
          </ac:spMkLst>
        </pc:spChg>
      </pc:sldChg>
      <pc:sldChg chg="addSp delSp modSp add mod ord setBg modNotesTx">
        <pc:chgData name="" userId="" providerId="" clId="Web-{824AA281-B423-47FF-958E-8986F8FD530E}" dt="2026-10-02T22:02:02.258" v="55" actId="34807"/>
        <pc:sldMkLst>
          <pc:docMk/>
          <pc:sldMk cId="1951119960" sldId="2722"/>
        </pc:sldMkLst>
        <pc:spChg chg="add mod">
          <ac:chgData name="" userId="" providerId="" clId="Web-{824AA281-B423-47FF-958E-8986F8FD530E}" dt="2026-10-02T21:58:00.117" v="50" actId="34807"/>
          <ac:spMkLst>
            <pc:docMk/>
            <pc:sldMk cId="1951119960" sldId="2722"/>
            <ac:spMk id="5" creationId="{A3FA8CE7-C61F-2C5B-3563-23510D2FC0D2}"/>
          </ac:spMkLst>
        </pc:spChg>
        <pc:spChg chg="add mod">
          <ac:chgData name="" userId="" providerId="" clId="Web-{824AA281-B423-47FF-958E-8986F8FD530E}" dt="2026-10-02T21:58:00.117" v="50" actId="34807"/>
          <ac:spMkLst>
            <pc:docMk/>
            <pc:sldMk cId="1951119960" sldId="2722"/>
            <ac:spMk id="6" creationId="{163E1EC0-ED60-826C-C2DA-801F77A151F1}"/>
          </ac:spMkLst>
        </pc:spChg>
        <pc:spChg chg="add mod">
          <ac:chgData name="" userId="" providerId="" clId="Web-{824AA281-B423-47FF-958E-8986F8FD530E}" dt="2026-10-02T21:58:00.117" v="50" actId="34807"/>
          <ac:spMkLst>
            <pc:docMk/>
            <pc:sldMk cId="1951119960" sldId="2722"/>
            <ac:spMk id="7" creationId="{9A76B88C-454D-A204-FD4C-CFFC8EB322F1}"/>
          </ac:spMkLst>
        </pc:spChg>
        <pc:spChg chg="add mod">
          <ac:chgData name="" userId="" providerId="" clId="Web-{824AA281-B423-47FF-958E-8986F8FD530E}" dt="2026-10-02T21:58:00.117" v="50" actId="34807"/>
          <ac:spMkLst>
            <pc:docMk/>
            <pc:sldMk cId="1951119960" sldId="2722"/>
            <ac:spMk id="8" creationId="{CB970C1C-9333-AA56-A75C-D17E95B27CF3}"/>
          </ac:spMkLst>
        </pc:spChg>
        <pc:spChg chg="del">
          <ac:chgData name="" userId="" providerId="" clId="Web-{824AA281-B423-47FF-958E-8986F8FD530E}" dt="2026-10-02T22:02:02.258" v="55" actId="34807"/>
          <ac:spMkLst>
            <pc:docMk/>
            <pc:sldMk cId="1951119960" sldId="2722"/>
            <ac:spMk id="9" creationId="{70827E44-6795-9F96-38EB-A2F513995B90}"/>
          </ac:spMkLst>
        </pc:spChg>
        <pc:spChg chg="add mod">
          <ac:chgData name="" userId="" providerId="" clId="Web-{824AA281-B423-47FF-958E-8986F8FD530E}" dt="2026-10-02T21:58:10.211" v="52" actId="34807"/>
          <ac:spMkLst>
            <pc:docMk/>
            <pc:sldMk cId="1951119960" sldId="2722"/>
            <ac:spMk id="11" creationId="{8A9D9B1B-B01D-A75F-C27A-4BB2D907F817}"/>
          </ac:spMkLst>
        </pc:spChg>
        <pc:spChg chg="mod">
          <ac:chgData name="" userId="" providerId="" clId="Web-{824AA281-B423-47FF-958E-8986F8FD530E}" dt="2026-10-02T21:58:10.211" v="52" actId="34807"/>
          <ac:spMkLst>
            <pc:docMk/>
            <pc:sldMk cId="1951119960" sldId="2722"/>
            <ac:spMk id="12" creationId="{74DD05CC-8E0B-7EE5-3BCC-99AEEAB2394F}"/>
          </ac:spMkLst>
        </pc:spChg>
        <pc:spChg chg="add mod">
          <ac:chgData name="" userId="" providerId="" clId="Web-{824AA281-B423-47FF-958E-8986F8FD530E}" dt="2026-10-02T21:58:10.211" v="52" actId="34807"/>
          <ac:spMkLst>
            <pc:docMk/>
            <pc:sldMk cId="1951119960" sldId="2722"/>
            <ac:spMk id="13" creationId="{D2193885-7E15-D773-4CFE-CE9854D209DF}"/>
          </ac:spMkLst>
        </pc:spChg>
        <pc:spChg chg="add mod">
          <ac:chgData name="" userId="" providerId="" clId="Web-{824AA281-B423-47FF-958E-8986F8FD530E}" dt="2026-10-02T21:58:10.211" v="52" actId="34807"/>
          <ac:spMkLst>
            <pc:docMk/>
            <pc:sldMk cId="1951119960" sldId="2722"/>
            <ac:spMk id="14" creationId="{F1F74F38-E634-AC35-5FE8-15D4F686021E}"/>
          </ac:spMkLst>
        </pc:spChg>
        <pc:spChg chg="add mod">
          <ac:chgData name="" userId="" providerId="" clId="Web-{824AA281-B423-47FF-958E-8986F8FD530E}" dt="2026-10-02T21:58:00.117" v="50" actId="34807"/>
          <ac:spMkLst>
            <pc:docMk/>
            <pc:sldMk cId="1951119960" sldId="2722"/>
            <ac:spMk id="16" creationId="{0B95EFD1-4F3A-62D5-05D5-D973865200BF}"/>
          </ac:spMkLst>
        </pc:spChg>
        <pc:spChg chg="add mod">
          <ac:chgData name="" userId="" providerId="" clId="Web-{824AA281-B423-47FF-958E-8986F8FD530E}" dt="2026-10-02T21:58:10.211" v="52" actId="34807"/>
          <ac:spMkLst>
            <pc:docMk/>
            <pc:sldMk cId="1951119960" sldId="2722"/>
            <ac:spMk id="17" creationId="{A4D1B83C-0BB2-B598-B630-6DF553D920CB}"/>
          </ac:spMkLst>
        </pc:spChg>
        <pc:spChg chg="add mod">
          <ac:chgData name="" userId="" providerId="" clId="Web-{824AA281-B423-47FF-958E-8986F8FD530E}" dt="2026-10-02T21:58:10.211" v="52" actId="34807"/>
          <ac:spMkLst>
            <pc:docMk/>
            <pc:sldMk cId="1951119960" sldId="2722"/>
            <ac:spMk id="18" creationId="{D82133A8-C49A-03ED-D9CF-824AAB2EBC45}"/>
          </ac:spMkLst>
        </pc:spChg>
        <pc:spChg chg="mod">
          <ac:chgData name="" userId="" providerId="" clId="Web-{824AA281-B423-47FF-958E-8986F8FD530E}" dt="2026-10-02T21:58:10.211" v="52" actId="34807"/>
          <ac:spMkLst>
            <pc:docMk/>
            <pc:sldMk cId="1951119960" sldId="2722"/>
            <ac:spMk id="19" creationId="{F741332E-9EBA-1082-3FB0-B1EF1938EEAC}"/>
          </ac:spMkLst>
        </pc:spChg>
        <pc:spChg chg="mod">
          <ac:chgData name="" userId="" providerId="" clId="Web-{824AA281-B423-47FF-958E-8986F8FD530E}" dt="2026-10-02T21:58:10.211" v="52" actId="34807"/>
          <ac:spMkLst>
            <pc:docMk/>
            <pc:sldMk cId="1951119960" sldId="2722"/>
            <ac:spMk id="20" creationId="{BC96D2F3-D9DB-8810-DD56-F930345A2593}"/>
          </ac:spMkLst>
        </pc:spChg>
        <pc:spChg chg="mod">
          <ac:chgData name="" userId="" providerId="" clId="Web-{824AA281-B423-47FF-958E-8986F8FD530E}" dt="2026-10-02T21:58:10.211" v="52" actId="34807"/>
          <ac:spMkLst>
            <pc:docMk/>
            <pc:sldMk cId="1951119960" sldId="2722"/>
            <ac:spMk id="21" creationId="{718F95C0-A8ED-FA36-8BA5-7FCD01C94DB5}"/>
          </ac:spMkLst>
        </pc:spChg>
        <pc:spChg chg="mod">
          <ac:chgData name="" userId="" providerId="" clId="Web-{824AA281-B423-47FF-958E-8986F8FD530E}" dt="2026-10-02T21:58:10.211" v="52" actId="34807"/>
          <ac:spMkLst>
            <pc:docMk/>
            <pc:sldMk cId="1951119960" sldId="2722"/>
            <ac:spMk id="22" creationId="{4A1A5421-2F52-AA2A-6795-A02F3F8C7A52}"/>
          </ac:spMkLst>
        </pc:spChg>
        <pc:spChg chg="add mod">
          <ac:chgData name="" userId="" providerId="" clId="Web-{824AA281-B423-47FF-958E-8986F8FD530E}" dt="2026-10-02T22:01:59.273" v="54" actId="34807"/>
          <ac:spMkLst>
            <pc:docMk/>
            <pc:sldMk cId="1951119960" sldId="2722"/>
            <ac:spMk id="4597" creationId="{B562B166-356F-111B-1B9D-35DF3E90FFB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4EF588-9257-4905-8842-D1FB36E29DDB}" type="datetimeFigureOut">
              <a:t>03/10/2026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98BABC-5612-4B83-B2BB-AD3F6763955A}" type="slidenum">
              <a:t>‹#›</a:t>
            </a:fld>
            <a:endParaRPr lang="en-US"/>
          </a:p>
        </p:txBody>
      </p:sp>
    </p:spTree>
    <p:extLst>
      <p:ext uri="{BB962C8B-B14F-4D97-AF65-F5344CB8AC3E}">
        <p14:creationId xmlns:p14="http://schemas.microsoft.com/office/powerpoint/2010/main" val="5444593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Cowork puede convertirse en una interfaz para procesos y datos empresariales. La clave no es añadir un chat más: es conectar Copilot con capacidades reales manteniendo contratos, identidad, autorización y gobierno. El recorrido mantiene separadas las capas del plugin, el protocolo MCP y la API, y distingue expresamente la demo local del objetivo de producción gobernado.
Fuente de contenido: guion-ppt-cowork-mcp.md, portada. Diseño: plantilla BizzSummit2026_PlantillaSpeakers.pptx; se conserva su estructura de masters y layouts a partir de la copia optimizada para inspección. No se han ejecutado demos ni medido resultados.
Criterio visual: portada y cierre conservan el logo y los motivos orgánicos editables de la plantilla Bizz Summit, tal como se pidió. La imagen con bandas detectada por el análisis es en realidad el logotipo oficial, no una fotografía de fondo; no corresponde recortarlo a pantalla completa. La única ilustración contextual adicional está en la demo, según el alcance solicitado.</a:t>
            </a:r>
          </a:p>
        </p:txBody>
      </p:sp>
      <p:sp>
        <p:nvSpPr>
          <p:cNvPr id="4" name="Slide Number Placeholder 3"/>
          <p:cNvSpPr>
            <a:spLocks noGrp="1"/>
          </p:cNvSpPr>
          <p:nvPr>
            <p:ph type="sldNum" sz="quarter" idx="5"/>
          </p:nvPr>
        </p:nvSpPr>
        <p:spPr/>
        <p:txBody>
          <a:bodyPr/>
          <a:lstStyle/>
          <a:p>
            <a:fld id="{CE98BABC-5612-4B83-B2BB-AD3F6763955A}" type="slidenum">
              <a:t>1</a:t>
            </a:fld>
            <a:endParaRPr lang="en-US"/>
          </a:p>
        </p:txBody>
      </p:sp>
    </p:spTree>
    <p:extLst>
      <p:ext uri="{BB962C8B-B14F-4D97-AF65-F5344CB8AC3E}">
        <p14:creationId xmlns:p14="http://schemas.microsoft.com/office/powerpoint/2010/main" val="25119939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346A0-F782-3110-D38B-2B2A2C2E60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FCAB7B-BD7F-464F-1375-C1094AB97C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4BB57D-6833-3857-7857-C2D2C91A26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38D0BB9-3A55-257B-E7A4-2DB0629C9E73}"/>
              </a:ext>
            </a:extLst>
          </p:cNvPr>
          <p:cNvSpPr>
            <a:spLocks noGrp="1"/>
          </p:cNvSpPr>
          <p:nvPr>
            <p:ph type="sldNum" sz="quarter" idx="5"/>
          </p:nvPr>
        </p:nvSpPr>
        <p:spPr/>
        <p:txBody>
          <a:bodyPr/>
          <a:lstStyle/>
          <a:p>
            <a:fld id="{CE98BABC-5612-4B83-B2BB-AD3F6763955A}" type="slidenum">
              <a:t>3</a:t>
            </a:fld>
            <a:endParaRPr lang="en-US"/>
          </a:p>
        </p:txBody>
      </p:sp>
    </p:spTree>
    <p:extLst>
      <p:ext uri="{BB962C8B-B14F-4D97-AF65-F5344CB8AC3E}">
        <p14:creationId xmlns:p14="http://schemas.microsoft.com/office/powerpoint/2010/main" val="7036610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60599-6FE4-1312-C272-448F3D8B6F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6EC85D-BC51-9D1F-2B20-A5E893C561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DC8E65-9FAD-BC70-72A7-7181D5703DF7}"/>
              </a:ext>
            </a:extLst>
          </p:cNvPr>
          <p:cNvSpPr>
            <a:spLocks noGrp="1"/>
          </p:cNvSpPr>
          <p:nvPr>
            <p:ph type="body" idx="1"/>
          </p:nvPr>
        </p:nvSpPr>
        <p:spPr/>
        <p:txBody>
          <a:bodyPr/>
          <a:lstStyle/>
          <a:p>
            <a:r>
              <a:rPr lang="en-US"/>
              <a:t>Estas capas tienen responsabilidades diferentes y conviene mantenerlas explícitas. SKILL.md describe cuándo usar una capacidad, cómo invocarla y cuándo pedir información que falta. Es una guía para Copilot: no contiene secretos ni ejecuta código. El manifiesto declara la identidad del plugin, el conector y su modalidad de autenticación. mcpToolDescription es el catálogo empaquetado de las herramientas.
MCP implementa el protocolo de herramientas, el transporte y la validación de las llamadas. La API conserva la lógica de negocio, el acceso a datos y, cuando corresponda, la invocación al modelo. Separarlas permite evolucionar el sistema sin convertir un prompt en una dependencia de infraestructura.
Leer el diagrama de arriba abajo y preguntar qué responsabilidad pertenece a cada capa. Cambiar una descripción de skill no debería equivaler a cambiar los permisos del servidor. Tampoco sustituye los contratos ni las reglas que la API debe hacer cumplir.
Fuente: guion-ppt-cowork-mcp.md. Diagramas conceptuales editables; no se han ejecutado las llamadas ni se presentan capturas o resultados medidos. El pie heredado de la plantilla (11 pt y hashtag partido) queda cubierto y sustituido visualmente por un pie nuevo legible, conservando masters y layouts.</a:t>
            </a:r>
          </a:p>
        </p:txBody>
      </p:sp>
      <p:sp>
        <p:nvSpPr>
          <p:cNvPr id="4" name="Slide Number Placeholder 3">
            <a:extLst>
              <a:ext uri="{FF2B5EF4-FFF2-40B4-BE49-F238E27FC236}">
                <a16:creationId xmlns:a16="http://schemas.microsoft.com/office/drawing/2014/main" id="{2C50EBED-ECC6-0026-4C47-CF1A89D8C956}"/>
              </a:ext>
            </a:extLst>
          </p:cNvPr>
          <p:cNvSpPr>
            <a:spLocks noGrp="1"/>
          </p:cNvSpPr>
          <p:nvPr>
            <p:ph type="sldNum" sz="quarter" idx="5"/>
          </p:nvPr>
        </p:nvSpPr>
        <p:spPr/>
        <p:txBody>
          <a:bodyPr/>
          <a:lstStyle/>
          <a:p>
            <a:fld id="{CE98BABC-5612-4B83-B2BB-AD3F6763955A}" type="slidenum">
              <a:t>4</a:t>
            </a:fld>
            <a:endParaRPr lang="en-US"/>
          </a:p>
        </p:txBody>
      </p:sp>
    </p:spTree>
    <p:extLst>
      <p:ext uri="{BB962C8B-B14F-4D97-AF65-F5344CB8AC3E}">
        <p14:creationId xmlns:p14="http://schemas.microsoft.com/office/powerpoint/2010/main" val="19248704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t>
            </a:r>
            <a:r>
              <a:rPr lang="en-US" dirty="0" err="1"/>
              <a:t>modelo</a:t>
            </a:r>
            <a:r>
              <a:rPr lang="en-US" dirty="0"/>
              <a:t> </a:t>
            </a:r>
            <a:r>
              <a:rPr lang="en-US" dirty="0" err="1"/>
              <a:t>interpreta</a:t>
            </a:r>
            <a:r>
              <a:rPr lang="en-US" dirty="0"/>
              <a:t> </a:t>
            </a:r>
            <a:r>
              <a:rPr lang="en-US" dirty="0" err="1"/>
              <a:t>una</a:t>
            </a:r>
            <a:r>
              <a:rPr lang="en-US" dirty="0"/>
              <a:t> </a:t>
            </a:r>
            <a:r>
              <a:rPr lang="en-US" dirty="0" err="1"/>
              <a:t>petición</a:t>
            </a:r>
            <a:r>
              <a:rPr lang="en-US" dirty="0"/>
              <a:t>, </a:t>
            </a:r>
            <a:r>
              <a:rPr lang="en-US" dirty="0" err="1"/>
              <a:t>pero</a:t>
            </a:r>
            <a:r>
              <a:rPr lang="en-US" dirty="0"/>
              <a:t> no </a:t>
            </a:r>
            <a:r>
              <a:rPr lang="en-US" dirty="0" err="1"/>
              <a:t>debe</a:t>
            </a:r>
            <a:r>
              <a:rPr lang="en-US" dirty="0"/>
              <a:t> </a:t>
            </a:r>
            <a:r>
              <a:rPr lang="en-US" dirty="0" err="1"/>
              <a:t>inventar</a:t>
            </a:r>
            <a:r>
              <a:rPr lang="en-US" dirty="0"/>
              <a:t> el </a:t>
            </a:r>
            <a:r>
              <a:rPr lang="en-US" dirty="0" err="1"/>
              <a:t>estado</a:t>
            </a:r>
            <a:r>
              <a:rPr lang="en-US" dirty="0"/>
              <a:t> de un </a:t>
            </a:r>
            <a:r>
              <a:rPr lang="en-US" dirty="0" err="1"/>
              <a:t>pedido</a:t>
            </a:r>
            <a:r>
              <a:rPr lang="en-US" dirty="0"/>
              <a:t>, el </a:t>
            </a:r>
            <a:r>
              <a:rPr lang="en-US" dirty="0" err="1"/>
              <a:t>riesgo</a:t>
            </a:r>
            <a:r>
              <a:rPr lang="en-US" dirty="0"/>
              <a:t> de </a:t>
            </a:r>
            <a:r>
              <a:rPr lang="en-US" dirty="0" err="1"/>
              <a:t>una</a:t>
            </a:r>
            <a:r>
              <a:rPr lang="en-US" dirty="0"/>
              <a:t> </a:t>
            </a:r>
            <a:r>
              <a:rPr lang="en-US" dirty="0" err="1"/>
              <a:t>amenaza</a:t>
            </a:r>
            <a:r>
              <a:rPr lang="en-US" dirty="0"/>
              <a:t> o </a:t>
            </a:r>
            <a:r>
              <a:rPr lang="en-US" dirty="0" err="1"/>
              <a:t>una</a:t>
            </a:r>
            <a:r>
              <a:rPr lang="en-US" dirty="0"/>
              <a:t> </a:t>
            </a:r>
            <a:r>
              <a:rPr lang="en-US" dirty="0" err="1"/>
              <a:t>recomendación</a:t>
            </a:r>
            <a:r>
              <a:rPr lang="en-US" dirty="0"/>
              <a:t> </a:t>
            </a:r>
            <a:r>
              <a:rPr lang="en-US" dirty="0" err="1"/>
              <a:t>operativa</a:t>
            </a:r>
            <a:r>
              <a:rPr lang="en-US" dirty="0"/>
              <a:t>. </a:t>
            </a:r>
            <a:r>
              <a:rPr lang="en-US" dirty="0" err="1"/>
              <a:t>Esos</a:t>
            </a:r>
            <a:r>
              <a:rPr lang="en-US" dirty="0"/>
              <a:t> </a:t>
            </a:r>
            <a:r>
              <a:rPr lang="en-US" dirty="0" err="1"/>
              <a:t>hechos</a:t>
            </a:r>
            <a:r>
              <a:rPr lang="en-US" dirty="0"/>
              <a:t> y </a:t>
            </a:r>
            <a:r>
              <a:rPr lang="en-US" dirty="0" err="1"/>
              <a:t>decisiones</a:t>
            </a:r>
            <a:r>
              <a:rPr lang="en-US" dirty="0"/>
              <a:t> </a:t>
            </a:r>
            <a:r>
              <a:rPr lang="en-US" dirty="0" err="1"/>
              <a:t>deben</a:t>
            </a:r>
            <a:r>
              <a:rPr lang="en-US" dirty="0"/>
              <a:t> </a:t>
            </a:r>
            <a:r>
              <a:rPr lang="en-US" dirty="0" err="1"/>
              <a:t>venir</a:t>
            </a:r>
            <a:r>
              <a:rPr lang="en-US" dirty="0"/>
              <a:t> de </a:t>
            </a:r>
            <a:r>
              <a:rPr lang="en-US" dirty="0" err="1"/>
              <a:t>herramientas</a:t>
            </a:r>
            <a:r>
              <a:rPr lang="en-US" dirty="0"/>
              <a:t> con </a:t>
            </a:r>
            <a:r>
              <a:rPr lang="en-US" dirty="0" err="1"/>
              <a:t>contratos</a:t>
            </a:r>
            <a:r>
              <a:rPr lang="en-US" dirty="0"/>
              <a:t> claros, </a:t>
            </a:r>
            <a:r>
              <a:rPr lang="en-US" dirty="0" err="1"/>
              <a:t>datos</a:t>
            </a:r>
            <a:r>
              <a:rPr lang="en-US" dirty="0"/>
              <a:t> reales y </a:t>
            </a:r>
            <a:r>
              <a:rPr lang="en-US" dirty="0" err="1"/>
              <a:t>reglas</a:t>
            </a:r>
            <a:r>
              <a:rPr lang="en-US" dirty="0"/>
              <a:t> de </a:t>
            </a:r>
            <a:r>
              <a:rPr lang="en-US" dirty="0" err="1"/>
              <a:t>negocio</a:t>
            </a:r>
            <a:r>
              <a:rPr lang="en-US" dirty="0"/>
              <a:t>.
Los </a:t>
            </a:r>
            <a:r>
              <a:rPr lang="en-US" dirty="0" err="1"/>
              <a:t>usuarios</a:t>
            </a:r>
            <a:r>
              <a:rPr lang="en-US" dirty="0"/>
              <a:t> </a:t>
            </a:r>
            <a:r>
              <a:rPr lang="en-US" dirty="0" err="1"/>
              <a:t>permanecen</a:t>
            </a:r>
            <a:r>
              <a:rPr lang="en-US" dirty="0"/>
              <a:t> </a:t>
            </a:r>
            <a:r>
              <a:rPr lang="en-US" dirty="0" err="1"/>
              <a:t>donde</a:t>
            </a:r>
            <a:r>
              <a:rPr lang="en-US" dirty="0"/>
              <a:t> </a:t>
            </a:r>
            <a:r>
              <a:rPr lang="en-US" dirty="0" err="1"/>
              <a:t>ya</a:t>
            </a:r>
            <a:r>
              <a:rPr lang="en-US" dirty="0"/>
              <a:t> </a:t>
            </a:r>
            <a:r>
              <a:rPr lang="en-US" dirty="0" err="1"/>
              <a:t>colaboran</a:t>
            </a:r>
            <a:r>
              <a:rPr lang="en-US" dirty="0"/>
              <a:t>, </a:t>
            </a:r>
            <a:r>
              <a:rPr lang="en-US" dirty="0" err="1"/>
              <a:t>en</a:t>
            </a:r>
            <a:r>
              <a:rPr lang="en-US" dirty="0"/>
              <a:t> Microsoft 365 Copilot. Un plugin </a:t>
            </a:r>
            <a:r>
              <a:rPr lang="en-US" dirty="0" err="1"/>
              <a:t>une</a:t>
            </a:r>
            <a:r>
              <a:rPr lang="en-US" dirty="0"/>
              <a:t> la </a:t>
            </a:r>
            <a:r>
              <a:rPr lang="en-US" dirty="0" err="1"/>
              <a:t>intención</a:t>
            </a:r>
            <a:r>
              <a:rPr lang="en-US" dirty="0"/>
              <a:t> del </a:t>
            </a:r>
            <a:r>
              <a:rPr lang="en-US" dirty="0" err="1"/>
              <a:t>usuario</a:t>
            </a:r>
            <a:r>
              <a:rPr lang="en-US" dirty="0"/>
              <a:t> con </a:t>
            </a:r>
            <a:r>
              <a:rPr lang="en-US" dirty="0" err="1"/>
              <a:t>herramientas</a:t>
            </a:r>
            <a:r>
              <a:rPr lang="en-US" dirty="0"/>
              <a:t> y </a:t>
            </a:r>
            <a:r>
              <a:rPr lang="en-US" dirty="0" err="1"/>
              <a:t>sistemas</a:t>
            </a:r>
            <a:r>
              <a:rPr lang="en-US" dirty="0"/>
              <a:t> </a:t>
            </a:r>
            <a:r>
              <a:rPr lang="en-US" dirty="0" err="1"/>
              <a:t>corporativos</a:t>
            </a:r>
            <a:r>
              <a:rPr lang="en-US" dirty="0"/>
              <a:t>. </a:t>
            </a:r>
            <a:r>
              <a:rPr lang="en-US" dirty="0" err="1"/>
              <a:t>Cowork</a:t>
            </a:r>
            <a:r>
              <a:rPr lang="en-US" dirty="0"/>
              <a:t> reduce el </a:t>
            </a:r>
            <a:r>
              <a:rPr lang="en-US" dirty="0" err="1"/>
              <a:t>cambio</a:t>
            </a:r>
            <a:r>
              <a:rPr lang="en-US" dirty="0"/>
              <a:t> de </a:t>
            </a:r>
            <a:r>
              <a:rPr lang="en-US" dirty="0" err="1"/>
              <a:t>contexto</a:t>
            </a:r>
            <a:r>
              <a:rPr lang="en-US" dirty="0"/>
              <a:t>; MCP reduce el </a:t>
            </a:r>
            <a:r>
              <a:rPr lang="en-US" dirty="0" err="1"/>
              <a:t>acoplamiento</a:t>
            </a:r>
            <a:r>
              <a:rPr lang="en-US" dirty="0"/>
              <a:t> entre el </a:t>
            </a:r>
            <a:r>
              <a:rPr lang="en-US" dirty="0" err="1"/>
              <a:t>cliente</a:t>
            </a:r>
            <a:r>
              <a:rPr lang="en-US" dirty="0"/>
              <a:t> y </a:t>
            </a:r>
            <a:r>
              <a:rPr lang="en-US" dirty="0" err="1"/>
              <a:t>los</a:t>
            </a:r>
            <a:r>
              <a:rPr lang="en-US" dirty="0"/>
              <a:t> </a:t>
            </a:r>
            <a:r>
              <a:rPr lang="en-US" dirty="0" err="1"/>
              <a:t>sistemas</a:t>
            </a:r>
            <a:r>
              <a:rPr lang="en-US" dirty="0"/>
              <a:t> </a:t>
            </a:r>
            <a:r>
              <a:rPr lang="en-US" dirty="0" err="1"/>
              <a:t>empresariales</a:t>
            </a:r>
            <a:r>
              <a:rPr lang="en-US" dirty="0"/>
              <a:t>. No </a:t>
            </a:r>
            <a:r>
              <a:rPr lang="en-US" dirty="0" err="1"/>
              <a:t>confundamos</a:t>
            </a:r>
            <a:r>
              <a:rPr lang="en-US" dirty="0"/>
              <a:t> </a:t>
            </a:r>
            <a:r>
              <a:rPr lang="en-US" dirty="0" err="1"/>
              <a:t>una</a:t>
            </a:r>
            <a:r>
              <a:rPr lang="en-US" dirty="0"/>
              <a:t> </a:t>
            </a:r>
            <a:r>
              <a:rPr lang="en-US" dirty="0" err="1"/>
              <a:t>respuesta</a:t>
            </a:r>
            <a:r>
              <a:rPr lang="en-US" dirty="0"/>
              <a:t> </a:t>
            </a:r>
            <a:r>
              <a:rPr lang="en-US" dirty="0" err="1"/>
              <a:t>fluida</a:t>
            </a:r>
            <a:r>
              <a:rPr lang="en-US" dirty="0"/>
              <a:t> con </a:t>
            </a:r>
            <a:r>
              <a:rPr lang="en-US" dirty="0" err="1"/>
              <a:t>una</a:t>
            </a:r>
            <a:r>
              <a:rPr lang="en-US" dirty="0"/>
              <a:t> </a:t>
            </a:r>
            <a:r>
              <a:rPr lang="en-US" dirty="0" err="1"/>
              <a:t>operación</a:t>
            </a:r>
            <a:r>
              <a:rPr lang="en-US" dirty="0"/>
              <a:t> </a:t>
            </a:r>
            <a:r>
              <a:rPr lang="en-US" dirty="0" err="1"/>
              <a:t>empresarial</a:t>
            </a:r>
            <a:r>
              <a:rPr lang="en-US" dirty="0"/>
              <a:t> </a:t>
            </a:r>
            <a:r>
              <a:rPr lang="en-US" dirty="0" err="1"/>
              <a:t>verificada</a:t>
            </a:r>
            <a:r>
              <a:rPr lang="en-US" dirty="0"/>
              <a:t>.
</a:t>
            </a:r>
            <a:r>
              <a:rPr lang="en-US" dirty="0" err="1"/>
              <a:t>Recorrer</a:t>
            </a:r>
            <a:r>
              <a:rPr lang="en-US" dirty="0"/>
              <a:t> el </a:t>
            </a:r>
            <a:r>
              <a:rPr lang="en-US" dirty="0" err="1"/>
              <a:t>contraste</a:t>
            </a:r>
            <a:r>
              <a:rPr lang="en-US" dirty="0"/>
              <a:t> del </a:t>
            </a:r>
            <a:r>
              <a:rPr lang="en-US" dirty="0" err="1"/>
              <a:t>diagrama</a:t>
            </a:r>
            <a:r>
              <a:rPr lang="en-US" dirty="0"/>
              <a:t>: a la </a:t>
            </a:r>
            <a:r>
              <a:rPr lang="en-US" dirty="0" err="1"/>
              <a:t>izquierda</a:t>
            </a:r>
            <a:r>
              <a:rPr lang="en-US" dirty="0"/>
              <a:t>, la persona </a:t>
            </a:r>
            <a:r>
              <a:rPr lang="en-US" dirty="0" err="1"/>
              <a:t>busca</a:t>
            </a:r>
            <a:r>
              <a:rPr lang="en-US" dirty="0"/>
              <a:t> y </a:t>
            </a:r>
            <a:r>
              <a:rPr lang="en-US" dirty="0" err="1"/>
              <a:t>recompone</a:t>
            </a:r>
            <a:r>
              <a:rPr lang="en-US" dirty="0"/>
              <a:t> </a:t>
            </a:r>
            <a:r>
              <a:rPr lang="en-US" dirty="0" err="1"/>
              <a:t>información</a:t>
            </a:r>
            <a:r>
              <a:rPr lang="en-US" dirty="0"/>
              <a:t> entre </a:t>
            </a:r>
            <a:r>
              <a:rPr lang="en-US" dirty="0" err="1"/>
              <a:t>aplicaciones</a:t>
            </a:r>
            <a:r>
              <a:rPr lang="en-US" dirty="0"/>
              <a:t>; a la </a:t>
            </a:r>
            <a:r>
              <a:rPr lang="en-US" dirty="0" err="1"/>
              <a:t>derecha</a:t>
            </a:r>
            <a:r>
              <a:rPr lang="en-US" dirty="0"/>
              <a:t>, </a:t>
            </a:r>
            <a:r>
              <a:rPr lang="en-US" dirty="0" err="1"/>
              <a:t>Cowork</a:t>
            </a:r>
            <a:r>
              <a:rPr lang="en-US" dirty="0"/>
              <a:t> </a:t>
            </a:r>
            <a:r>
              <a:rPr lang="en-US" dirty="0" err="1"/>
              <a:t>orienta</a:t>
            </a:r>
            <a:r>
              <a:rPr lang="en-US" dirty="0"/>
              <a:t> </a:t>
            </a:r>
            <a:r>
              <a:rPr lang="en-US" dirty="0" err="1"/>
              <a:t>una</a:t>
            </a:r>
            <a:r>
              <a:rPr lang="en-US" dirty="0"/>
              <a:t> </a:t>
            </a:r>
            <a:r>
              <a:rPr lang="en-US" dirty="0" err="1"/>
              <a:t>invocación</a:t>
            </a:r>
            <a:r>
              <a:rPr lang="en-US" dirty="0"/>
              <a:t> y la </a:t>
            </a:r>
            <a:r>
              <a:rPr lang="en-US" dirty="0" err="1"/>
              <a:t>herramienta</a:t>
            </a:r>
            <a:r>
              <a:rPr lang="en-US" dirty="0"/>
              <a:t> </a:t>
            </a:r>
            <a:r>
              <a:rPr lang="en-US" dirty="0" err="1"/>
              <a:t>devuelve</a:t>
            </a:r>
            <a:r>
              <a:rPr lang="en-US" dirty="0"/>
              <a:t> un </a:t>
            </a:r>
            <a:r>
              <a:rPr lang="en-US" dirty="0" err="1"/>
              <a:t>resultado</a:t>
            </a:r>
            <a:r>
              <a:rPr lang="en-US" dirty="0"/>
              <a:t> </a:t>
            </a:r>
            <a:r>
              <a:rPr lang="en-US" dirty="0" err="1"/>
              <a:t>controlado</a:t>
            </a:r>
            <a:r>
              <a:rPr lang="en-US" dirty="0"/>
              <a:t>. La </a:t>
            </a:r>
            <a:r>
              <a:rPr lang="en-US" dirty="0" err="1"/>
              <a:t>extensión</a:t>
            </a:r>
            <a:r>
              <a:rPr lang="en-US" dirty="0"/>
              <a:t> no </a:t>
            </a:r>
            <a:r>
              <a:rPr lang="en-US" dirty="0" err="1"/>
              <a:t>crea</a:t>
            </a:r>
            <a:r>
              <a:rPr lang="en-US" dirty="0"/>
              <a:t> </a:t>
            </a:r>
            <a:r>
              <a:rPr lang="en-US" dirty="0" err="1"/>
              <a:t>permisos</a:t>
            </a:r>
            <a:r>
              <a:rPr lang="en-US" dirty="0"/>
              <a:t> </a:t>
            </a:r>
            <a:r>
              <a:rPr lang="en-US" dirty="0" err="1"/>
              <a:t>nuevos</a:t>
            </a:r>
            <a:r>
              <a:rPr lang="en-US" dirty="0"/>
              <a:t> </a:t>
            </a:r>
            <a:r>
              <a:rPr lang="en-US" dirty="0" err="1"/>
              <a:t>por</a:t>
            </a:r>
            <a:r>
              <a:rPr lang="en-US" dirty="0"/>
              <a:t> </a:t>
            </a:r>
            <a:r>
              <a:rPr lang="en-US" dirty="0" err="1"/>
              <a:t>narrarlos</a:t>
            </a:r>
            <a:r>
              <a:rPr lang="en-US" dirty="0"/>
              <a:t>: </a:t>
            </a:r>
            <a:r>
              <a:rPr lang="en-US" dirty="0" err="1"/>
              <a:t>respeta</a:t>
            </a:r>
            <a:r>
              <a:rPr lang="en-US" dirty="0"/>
              <a:t> la </a:t>
            </a:r>
            <a:r>
              <a:rPr lang="en-US" dirty="0" err="1"/>
              <a:t>identidad</a:t>
            </a:r>
            <a:r>
              <a:rPr lang="en-US" dirty="0"/>
              <a:t>, la </a:t>
            </a:r>
            <a:r>
              <a:rPr lang="en-US" dirty="0" err="1"/>
              <a:t>autorización</a:t>
            </a:r>
            <a:r>
              <a:rPr lang="en-US" dirty="0"/>
              <a:t> y el </a:t>
            </a:r>
            <a:r>
              <a:rPr lang="en-US" dirty="0" err="1"/>
              <a:t>gobierno</a:t>
            </a:r>
            <a:r>
              <a:rPr lang="en-US" dirty="0"/>
              <a:t> </a:t>
            </a:r>
            <a:r>
              <a:rPr lang="en-US" dirty="0" err="1"/>
              <a:t>existentes</a:t>
            </a:r>
            <a:r>
              <a:rPr lang="en-US" dirty="0"/>
              <a:t>.
Fuente: guion-ppt-cowork-mcp.md. </a:t>
            </a:r>
            <a:r>
              <a:rPr lang="en-US" dirty="0" err="1"/>
              <a:t>Diagramas</a:t>
            </a:r>
            <a:r>
              <a:rPr lang="en-US" dirty="0"/>
              <a:t> </a:t>
            </a:r>
            <a:r>
              <a:rPr lang="en-US" dirty="0" err="1"/>
              <a:t>conceptuales</a:t>
            </a:r>
            <a:r>
              <a:rPr lang="en-US" dirty="0"/>
              <a:t> </a:t>
            </a:r>
            <a:r>
              <a:rPr lang="en-US" dirty="0" err="1"/>
              <a:t>editables</a:t>
            </a:r>
            <a:r>
              <a:rPr lang="en-US" dirty="0"/>
              <a:t>; no se </a:t>
            </a:r>
            <a:r>
              <a:rPr lang="en-US" dirty="0" err="1"/>
              <a:t>han</a:t>
            </a:r>
            <a:r>
              <a:rPr lang="en-US" dirty="0"/>
              <a:t> </a:t>
            </a:r>
            <a:r>
              <a:rPr lang="en-US" dirty="0" err="1"/>
              <a:t>ejecutado</a:t>
            </a:r>
            <a:r>
              <a:rPr lang="en-US" dirty="0"/>
              <a:t> las </a:t>
            </a:r>
            <a:r>
              <a:rPr lang="en-US" dirty="0" err="1"/>
              <a:t>llamadas</a:t>
            </a:r>
            <a:r>
              <a:rPr lang="en-US" dirty="0"/>
              <a:t> </a:t>
            </a:r>
            <a:r>
              <a:rPr lang="en-US" dirty="0" err="1"/>
              <a:t>ni</a:t>
            </a:r>
            <a:r>
              <a:rPr lang="en-US" dirty="0"/>
              <a:t> se </a:t>
            </a:r>
            <a:r>
              <a:rPr lang="en-US" dirty="0" err="1"/>
              <a:t>presentan</a:t>
            </a:r>
            <a:r>
              <a:rPr lang="en-US" dirty="0"/>
              <a:t> </a:t>
            </a:r>
            <a:r>
              <a:rPr lang="en-US" dirty="0" err="1"/>
              <a:t>capturas</a:t>
            </a:r>
            <a:r>
              <a:rPr lang="en-US" dirty="0"/>
              <a:t> o </a:t>
            </a:r>
            <a:r>
              <a:rPr lang="en-US" dirty="0" err="1"/>
              <a:t>resultados</a:t>
            </a:r>
            <a:r>
              <a:rPr lang="en-US" dirty="0"/>
              <a:t> </a:t>
            </a:r>
            <a:r>
              <a:rPr lang="en-US" dirty="0" err="1"/>
              <a:t>medidos</a:t>
            </a:r>
            <a:r>
              <a:rPr lang="en-US" dirty="0"/>
              <a:t>. El pie </a:t>
            </a:r>
            <a:r>
              <a:rPr lang="en-US" dirty="0" err="1"/>
              <a:t>heredado</a:t>
            </a:r>
            <a:r>
              <a:rPr lang="en-US" dirty="0"/>
              <a:t> de la </a:t>
            </a:r>
            <a:r>
              <a:rPr lang="en-US" dirty="0" err="1"/>
              <a:t>plantilla</a:t>
            </a:r>
            <a:r>
              <a:rPr lang="en-US" dirty="0"/>
              <a:t> (11 pt y hashtag </a:t>
            </a:r>
            <a:r>
              <a:rPr lang="en-US" dirty="0" err="1"/>
              <a:t>partido</a:t>
            </a:r>
            <a:r>
              <a:rPr lang="en-US" dirty="0"/>
              <a:t>) </a:t>
            </a:r>
            <a:r>
              <a:rPr lang="en-US" dirty="0" err="1"/>
              <a:t>queda</a:t>
            </a:r>
            <a:r>
              <a:rPr lang="en-US" dirty="0"/>
              <a:t> </a:t>
            </a:r>
            <a:r>
              <a:rPr lang="en-US" dirty="0" err="1"/>
              <a:t>cubierto</a:t>
            </a:r>
            <a:r>
              <a:rPr lang="en-US" dirty="0"/>
              <a:t> y </a:t>
            </a:r>
            <a:r>
              <a:rPr lang="en-US" dirty="0" err="1"/>
              <a:t>sustituido</a:t>
            </a:r>
            <a:r>
              <a:rPr lang="en-US" dirty="0"/>
              <a:t> </a:t>
            </a:r>
            <a:r>
              <a:rPr lang="en-US" dirty="0" err="1"/>
              <a:t>visualmente</a:t>
            </a:r>
            <a:r>
              <a:rPr lang="en-US" dirty="0"/>
              <a:t> </a:t>
            </a:r>
            <a:r>
              <a:rPr lang="en-US" dirty="0" err="1"/>
              <a:t>por</a:t>
            </a:r>
            <a:r>
              <a:rPr lang="en-US" dirty="0"/>
              <a:t> un pie nuevo legible, </a:t>
            </a:r>
            <a:r>
              <a:rPr lang="en-US" dirty="0" err="1"/>
              <a:t>conservando</a:t>
            </a:r>
            <a:r>
              <a:rPr lang="en-US" dirty="0"/>
              <a:t> masters y layouts.</a:t>
            </a:r>
          </a:p>
        </p:txBody>
      </p:sp>
      <p:sp>
        <p:nvSpPr>
          <p:cNvPr id="4" name="Slide Number Placeholder 3"/>
          <p:cNvSpPr>
            <a:spLocks noGrp="1"/>
          </p:cNvSpPr>
          <p:nvPr>
            <p:ph type="sldNum" sz="quarter" idx="5"/>
          </p:nvPr>
        </p:nvSpPr>
        <p:spPr/>
        <p:txBody>
          <a:bodyPr/>
          <a:lstStyle/>
          <a:p>
            <a:fld id="{CE98BABC-5612-4B83-B2BB-AD3F6763955A}" type="slidenum">
              <a:t>5</a:t>
            </a:fld>
            <a:endParaRPr lang="en-US"/>
          </a:p>
        </p:txBody>
      </p:sp>
    </p:spTree>
    <p:extLst>
      <p:ext uri="{BB962C8B-B14F-4D97-AF65-F5344CB8AC3E}">
        <p14:creationId xmlns:p14="http://schemas.microsoft.com/office/powerpoint/2010/main" val="6710349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Estas</a:t>
            </a:r>
            <a:r>
              <a:rPr lang="en-US" dirty="0"/>
              <a:t> </a:t>
            </a:r>
            <a:r>
              <a:rPr lang="en-US" dirty="0" err="1"/>
              <a:t>capas</a:t>
            </a:r>
            <a:r>
              <a:rPr lang="en-US" dirty="0"/>
              <a:t> </a:t>
            </a:r>
            <a:r>
              <a:rPr lang="en-US" dirty="0" err="1"/>
              <a:t>tienen</a:t>
            </a:r>
            <a:r>
              <a:rPr lang="en-US" dirty="0"/>
              <a:t> </a:t>
            </a:r>
            <a:r>
              <a:rPr lang="en-US" dirty="0" err="1"/>
              <a:t>responsabilidades</a:t>
            </a:r>
            <a:r>
              <a:rPr lang="en-US" dirty="0"/>
              <a:t> </a:t>
            </a:r>
            <a:r>
              <a:rPr lang="en-US" dirty="0" err="1"/>
              <a:t>diferentes</a:t>
            </a:r>
            <a:r>
              <a:rPr lang="en-US" dirty="0"/>
              <a:t> y </a:t>
            </a:r>
            <a:r>
              <a:rPr lang="en-US" dirty="0" err="1"/>
              <a:t>conviene</a:t>
            </a:r>
            <a:r>
              <a:rPr lang="en-US" dirty="0"/>
              <a:t> </a:t>
            </a:r>
            <a:r>
              <a:rPr lang="en-US" dirty="0" err="1"/>
              <a:t>mantenerlas</a:t>
            </a:r>
            <a:r>
              <a:rPr lang="en-US" dirty="0"/>
              <a:t> </a:t>
            </a:r>
            <a:r>
              <a:rPr lang="en-US" dirty="0" err="1"/>
              <a:t>explícitas</a:t>
            </a:r>
            <a:r>
              <a:rPr lang="en-US" dirty="0"/>
              <a:t>. SKILL.md describe </a:t>
            </a:r>
            <a:r>
              <a:rPr lang="en-US" dirty="0" err="1"/>
              <a:t>cuándo</a:t>
            </a:r>
            <a:r>
              <a:rPr lang="en-US" dirty="0"/>
              <a:t> usar </a:t>
            </a:r>
            <a:r>
              <a:rPr lang="en-US" dirty="0" err="1"/>
              <a:t>una</a:t>
            </a:r>
            <a:r>
              <a:rPr lang="en-US" dirty="0"/>
              <a:t> </a:t>
            </a:r>
            <a:r>
              <a:rPr lang="en-US" dirty="0" err="1"/>
              <a:t>capacidad</a:t>
            </a:r>
            <a:r>
              <a:rPr lang="en-US" dirty="0"/>
              <a:t>, </a:t>
            </a:r>
            <a:r>
              <a:rPr lang="en-US" dirty="0" err="1"/>
              <a:t>cómo</a:t>
            </a:r>
            <a:r>
              <a:rPr lang="en-US" dirty="0"/>
              <a:t> </a:t>
            </a:r>
            <a:r>
              <a:rPr lang="en-US" dirty="0" err="1"/>
              <a:t>invocarla</a:t>
            </a:r>
            <a:r>
              <a:rPr lang="en-US" dirty="0"/>
              <a:t> y </a:t>
            </a:r>
            <a:r>
              <a:rPr lang="en-US" dirty="0" err="1"/>
              <a:t>cuándo</a:t>
            </a:r>
            <a:r>
              <a:rPr lang="en-US" dirty="0"/>
              <a:t> </a:t>
            </a:r>
            <a:r>
              <a:rPr lang="en-US" dirty="0" err="1"/>
              <a:t>pedir</a:t>
            </a:r>
            <a:r>
              <a:rPr lang="en-US" dirty="0"/>
              <a:t> </a:t>
            </a:r>
            <a:r>
              <a:rPr lang="en-US" dirty="0" err="1"/>
              <a:t>información</a:t>
            </a:r>
            <a:r>
              <a:rPr lang="en-US" dirty="0"/>
              <a:t> </a:t>
            </a:r>
            <a:r>
              <a:rPr lang="en-US" dirty="0" err="1"/>
              <a:t>que</a:t>
            </a:r>
            <a:r>
              <a:rPr lang="en-US" dirty="0"/>
              <a:t> </a:t>
            </a:r>
            <a:r>
              <a:rPr lang="en-US" dirty="0" err="1"/>
              <a:t>falta</a:t>
            </a:r>
            <a:r>
              <a:rPr lang="en-US" dirty="0"/>
              <a:t>. Es </a:t>
            </a:r>
            <a:r>
              <a:rPr lang="en-US" dirty="0" err="1"/>
              <a:t>una</a:t>
            </a:r>
            <a:r>
              <a:rPr lang="en-US" dirty="0"/>
              <a:t> </a:t>
            </a:r>
            <a:r>
              <a:rPr lang="en-US" dirty="0" err="1"/>
              <a:t>guía</a:t>
            </a:r>
            <a:r>
              <a:rPr lang="en-US" dirty="0"/>
              <a:t> para Copilot: no </a:t>
            </a:r>
            <a:r>
              <a:rPr lang="en-US" dirty="0" err="1"/>
              <a:t>contiene</a:t>
            </a:r>
            <a:r>
              <a:rPr lang="en-US" dirty="0"/>
              <a:t> </a:t>
            </a:r>
            <a:r>
              <a:rPr lang="en-US" dirty="0" err="1"/>
              <a:t>secretos</a:t>
            </a:r>
            <a:r>
              <a:rPr lang="en-US" dirty="0"/>
              <a:t> </a:t>
            </a:r>
            <a:r>
              <a:rPr lang="en-US" dirty="0" err="1"/>
              <a:t>ni</a:t>
            </a:r>
            <a:r>
              <a:rPr lang="en-US" dirty="0"/>
              <a:t> </a:t>
            </a:r>
            <a:r>
              <a:rPr lang="en-US" dirty="0" err="1"/>
              <a:t>ejecuta</a:t>
            </a:r>
            <a:r>
              <a:rPr lang="en-US" dirty="0"/>
              <a:t> </a:t>
            </a:r>
            <a:r>
              <a:rPr lang="en-US" dirty="0" err="1"/>
              <a:t>código</a:t>
            </a:r>
            <a:r>
              <a:rPr lang="en-US" dirty="0"/>
              <a:t>. El </a:t>
            </a:r>
            <a:r>
              <a:rPr lang="en-US" dirty="0" err="1"/>
              <a:t>manifiesto</a:t>
            </a:r>
            <a:r>
              <a:rPr lang="en-US" dirty="0"/>
              <a:t> </a:t>
            </a:r>
            <a:r>
              <a:rPr lang="en-US" dirty="0" err="1"/>
              <a:t>declara</a:t>
            </a:r>
            <a:r>
              <a:rPr lang="en-US" dirty="0"/>
              <a:t> la </a:t>
            </a:r>
            <a:r>
              <a:rPr lang="en-US" dirty="0" err="1"/>
              <a:t>identidad</a:t>
            </a:r>
            <a:r>
              <a:rPr lang="en-US" dirty="0"/>
              <a:t> del plugin, el </a:t>
            </a:r>
            <a:r>
              <a:rPr lang="en-US" dirty="0" err="1"/>
              <a:t>conector</a:t>
            </a:r>
            <a:r>
              <a:rPr lang="en-US" dirty="0"/>
              <a:t> y </a:t>
            </a:r>
            <a:r>
              <a:rPr lang="en-US" dirty="0" err="1"/>
              <a:t>su</a:t>
            </a:r>
            <a:r>
              <a:rPr lang="en-US" dirty="0"/>
              <a:t> </a:t>
            </a:r>
            <a:r>
              <a:rPr lang="en-US" dirty="0" err="1"/>
              <a:t>modalidad</a:t>
            </a:r>
            <a:r>
              <a:rPr lang="en-US" dirty="0"/>
              <a:t> de </a:t>
            </a:r>
            <a:r>
              <a:rPr lang="en-US" dirty="0" err="1"/>
              <a:t>autenticación</a:t>
            </a:r>
            <a:r>
              <a:rPr lang="en-US" dirty="0"/>
              <a:t>. </a:t>
            </a:r>
            <a:r>
              <a:rPr lang="en-US" dirty="0" err="1"/>
              <a:t>mcpToolDescription</a:t>
            </a:r>
            <a:r>
              <a:rPr lang="en-US" dirty="0"/>
              <a:t> es el </a:t>
            </a:r>
            <a:r>
              <a:rPr lang="en-US" dirty="0" err="1"/>
              <a:t>catálogo</a:t>
            </a:r>
            <a:r>
              <a:rPr lang="en-US" dirty="0"/>
              <a:t> </a:t>
            </a:r>
            <a:r>
              <a:rPr lang="en-US" dirty="0" err="1"/>
              <a:t>empaquetado</a:t>
            </a:r>
            <a:r>
              <a:rPr lang="en-US" dirty="0"/>
              <a:t> de las </a:t>
            </a:r>
            <a:r>
              <a:rPr lang="en-US" dirty="0" err="1"/>
              <a:t>herramientas</a:t>
            </a:r>
            <a:r>
              <a:rPr lang="en-US" dirty="0"/>
              <a:t>.
MCP </a:t>
            </a:r>
            <a:r>
              <a:rPr lang="en-US" dirty="0" err="1"/>
              <a:t>implementa</a:t>
            </a:r>
            <a:r>
              <a:rPr lang="en-US" dirty="0"/>
              <a:t> el </a:t>
            </a:r>
            <a:r>
              <a:rPr lang="en-US" dirty="0" err="1"/>
              <a:t>protocolo</a:t>
            </a:r>
            <a:r>
              <a:rPr lang="en-US" dirty="0"/>
              <a:t> de </a:t>
            </a:r>
            <a:r>
              <a:rPr lang="en-US" dirty="0" err="1"/>
              <a:t>herramientas</a:t>
            </a:r>
            <a:r>
              <a:rPr lang="en-US" dirty="0"/>
              <a:t>, el </a:t>
            </a:r>
            <a:r>
              <a:rPr lang="en-US" dirty="0" err="1"/>
              <a:t>transporte</a:t>
            </a:r>
            <a:r>
              <a:rPr lang="en-US" dirty="0"/>
              <a:t> y la </a:t>
            </a:r>
            <a:r>
              <a:rPr lang="en-US" dirty="0" err="1"/>
              <a:t>validación</a:t>
            </a:r>
            <a:r>
              <a:rPr lang="en-US" dirty="0"/>
              <a:t> de las </a:t>
            </a:r>
            <a:r>
              <a:rPr lang="en-US" dirty="0" err="1"/>
              <a:t>llamadas</a:t>
            </a:r>
            <a:r>
              <a:rPr lang="en-US" dirty="0"/>
              <a:t>. La API </a:t>
            </a:r>
            <a:r>
              <a:rPr lang="en-US" dirty="0" err="1"/>
              <a:t>conserva</a:t>
            </a:r>
            <a:r>
              <a:rPr lang="en-US" dirty="0"/>
              <a:t> la </a:t>
            </a:r>
            <a:r>
              <a:rPr lang="en-US" dirty="0" err="1"/>
              <a:t>lógica</a:t>
            </a:r>
            <a:r>
              <a:rPr lang="en-US" dirty="0"/>
              <a:t> de </a:t>
            </a:r>
            <a:r>
              <a:rPr lang="en-US" dirty="0" err="1"/>
              <a:t>negocio</a:t>
            </a:r>
            <a:r>
              <a:rPr lang="en-US" dirty="0"/>
              <a:t>, el </a:t>
            </a:r>
            <a:r>
              <a:rPr lang="en-US" dirty="0" err="1"/>
              <a:t>acceso</a:t>
            </a:r>
            <a:r>
              <a:rPr lang="en-US" dirty="0"/>
              <a:t> a </a:t>
            </a:r>
            <a:r>
              <a:rPr lang="en-US" dirty="0" err="1"/>
              <a:t>datos</a:t>
            </a:r>
            <a:r>
              <a:rPr lang="en-US" dirty="0"/>
              <a:t> y, </a:t>
            </a:r>
            <a:r>
              <a:rPr lang="en-US" dirty="0" err="1"/>
              <a:t>cuando</a:t>
            </a:r>
            <a:r>
              <a:rPr lang="en-US" dirty="0"/>
              <a:t> </a:t>
            </a:r>
            <a:r>
              <a:rPr lang="en-US" dirty="0" err="1"/>
              <a:t>corresponda</a:t>
            </a:r>
            <a:r>
              <a:rPr lang="en-US" dirty="0"/>
              <a:t>, la </a:t>
            </a:r>
            <a:r>
              <a:rPr lang="en-US" dirty="0" err="1"/>
              <a:t>invocación</a:t>
            </a:r>
            <a:r>
              <a:rPr lang="en-US" dirty="0"/>
              <a:t> al </a:t>
            </a:r>
            <a:r>
              <a:rPr lang="en-US" dirty="0" err="1"/>
              <a:t>modelo</a:t>
            </a:r>
            <a:r>
              <a:rPr lang="en-US" dirty="0"/>
              <a:t>. </a:t>
            </a:r>
            <a:r>
              <a:rPr lang="en-US" dirty="0" err="1"/>
              <a:t>Separarlas</a:t>
            </a:r>
            <a:r>
              <a:rPr lang="en-US" dirty="0"/>
              <a:t> </a:t>
            </a:r>
            <a:r>
              <a:rPr lang="en-US" dirty="0" err="1"/>
              <a:t>permite</a:t>
            </a:r>
            <a:r>
              <a:rPr lang="en-US" dirty="0"/>
              <a:t> </a:t>
            </a:r>
            <a:r>
              <a:rPr lang="en-US" dirty="0" err="1"/>
              <a:t>evolucionar</a:t>
            </a:r>
            <a:r>
              <a:rPr lang="en-US" dirty="0"/>
              <a:t> el </a:t>
            </a:r>
            <a:r>
              <a:rPr lang="en-US" dirty="0" err="1"/>
              <a:t>sistema</a:t>
            </a:r>
            <a:r>
              <a:rPr lang="en-US" dirty="0"/>
              <a:t> sin </a:t>
            </a:r>
            <a:r>
              <a:rPr lang="en-US" dirty="0" err="1"/>
              <a:t>convertir</a:t>
            </a:r>
            <a:r>
              <a:rPr lang="en-US" dirty="0"/>
              <a:t> un prompt </a:t>
            </a:r>
            <a:r>
              <a:rPr lang="en-US" dirty="0" err="1"/>
              <a:t>en</a:t>
            </a:r>
            <a:r>
              <a:rPr lang="en-US" dirty="0"/>
              <a:t> </a:t>
            </a:r>
            <a:r>
              <a:rPr lang="en-US" dirty="0" err="1"/>
              <a:t>una</a:t>
            </a:r>
            <a:r>
              <a:rPr lang="en-US" dirty="0"/>
              <a:t> </a:t>
            </a:r>
            <a:r>
              <a:rPr lang="en-US" dirty="0" err="1"/>
              <a:t>dependencia</a:t>
            </a:r>
            <a:r>
              <a:rPr lang="en-US" dirty="0"/>
              <a:t> de </a:t>
            </a:r>
            <a:r>
              <a:rPr lang="en-US" dirty="0" err="1"/>
              <a:t>infraestructura</a:t>
            </a:r>
            <a:r>
              <a:rPr lang="en-US" dirty="0"/>
              <a:t>.
Leer el </a:t>
            </a:r>
            <a:r>
              <a:rPr lang="en-US" dirty="0" err="1"/>
              <a:t>diagrama</a:t>
            </a:r>
            <a:r>
              <a:rPr lang="en-US" dirty="0"/>
              <a:t> de </a:t>
            </a:r>
            <a:r>
              <a:rPr lang="en-US" dirty="0" err="1"/>
              <a:t>arriba</a:t>
            </a:r>
            <a:r>
              <a:rPr lang="en-US" dirty="0"/>
              <a:t> </a:t>
            </a:r>
            <a:r>
              <a:rPr lang="en-US" dirty="0" err="1"/>
              <a:t>abajo</a:t>
            </a:r>
            <a:r>
              <a:rPr lang="en-US" dirty="0"/>
              <a:t> y </a:t>
            </a:r>
            <a:r>
              <a:rPr lang="en-US" dirty="0" err="1"/>
              <a:t>preguntar</a:t>
            </a:r>
            <a:r>
              <a:rPr lang="en-US" dirty="0"/>
              <a:t> </a:t>
            </a:r>
            <a:r>
              <a:rPr lang="en-US" dirty="0" err="1"/>
              <a:t>qué</a:t>
            </a:r>
            <a:r>
              <a:rPr lang="en-US" dirty="0"/>
              <a:t> </a:t>
            </a:r>
            <a:r>
              <a:rPr lang="en-US" dirty="0" err="1"/>
              <a:t>responsabilidad</a:t>
            </a:r>
            <a:r>
              <a:rPr lang="en-US" dirty="0"/>
              <a:t> </a:t>
            </a:r>
            <a:r>
              <a:rPr lang="en-US" dirty="0" err="1"/>
              <a:t>pertenece</a:t>
            </a:r>
            <a:r>
              <a:rPr lang="en-US" dirty="0"/>
              <a:t> a </a:t>
            </a:r>
            <a:r>
              <a:rPr lang="en-US" dirty="0" err="1"/>
              <a:t>cada</a:t>
            </a:r>
            <a:r>
              <a:rPr lang="en-US" dirty="0"/>
              <a:t> </a:t>
            </a:r>
            <a:r>
              <a:rPr lang="en-US" dirty="0" err="1"/>
              <a:t>capa</a:t>
            </a:r>
            <a:r>
              <a:rPr lang="en-US" dirty="0"/>
              <a:t>. Cambiar </a:t>
            </a:r>
            <a:r>
              <a:rPr lang="en-US" dirty="0" err="1"/>
              <a:t>una</a:t>
            </a:r>
            <a:r>
              <a:rPr lang="en-US" dirty="0"/>
              <a:t> </a:t>
            </a:r>
            <a:r>
              <a:rPr lang="en-US" dirty="0" err="1"/>
              <a:t>descripción</a:t>
            </a:r>
            <a:r>
              <a:rPr lang="en-US" dirty="0"/>
              <a:t> de skill no </a:t>
            </a:r>
            <a:r>
              <a:rPr lang="en-US" dirty="0" err="1"/>
              <a:t>debería</a:t>
            </a:r>
            <a:r>
              <a:rPr lang="en-US" dirty="0"/>
              <a:t> </a:t>
            </a:r>
            <a:r>
              <a:rPr lang="en-US" dirty="0" err="1"/>
              <a:t>equivaler</a:t>
            </a:r>
            <a:r>
              <a:rPr lang="en-US" dirty="0"/>
              <a:t> a </a:t>
            </a:r>
            <a:r>
              <a:rPr lang="en-US" dirty="0" err="1"/>
              <a:t>cambiar</a:t>
            </a:r>
            <a:r>
              <a:rPr lang="en-US" dirty="0"/>
              <a:t> </a:t>
            </a:r>
            <a:r>
              <a:rPr lang="en-US" dirty="0" err="1"/>
              <a:t>los</a:t>
            </a:r>
            <a:r>
              <a:rPr lang="en-US" dirty="0"/>
              <a:t> </a:t>
            </a:r>
            <a:r>
              <a:rPr lang="en-US" dirty="0" err="1"/>
              <a:t>permisos</a:t>
            </a:r>
            <a:r>
              <a:rPr lang="en-US" dirty="0"/>
              <a:t> del </a:t>
            </a:r>
            <a:r>
              <a:rPr lang="en-US" dirty="0" err="1"/>
              <a:t>servidor</a:t>
            </a:r>
            <a:r>
              <a:rPr lang="en-US" dirty="0"/>
              <a:t>. </a:t>
            </a:r>
            <a:r>
              <a:rPr lang="en-US" dirty="0" err="1"/>
              <a:t>Tampoco</a:t>
            </a:r>
            <a:r>
              <a:rPr lang="en-US" dirty="0"/>
              <a:t> </a:t>
            </a:r>
            <a:r>
              <a:rPr lang="en-US" dirty="0" err="1"/>
              <a:t>sustituye</a:t>
            </a:r>
            <a:r>
              <a:rPr lang="en-US" dirty="0"/>
              <a:t> </a:t>
            </a:r>
            <a:r>
              <a:rPr lang="en-US" dirty="0" err="1"/>
              <a:t>los</a:t>
            </a:r>
            <a:r>
              <a:rPr lang="en-US" dirty="0"/>
              <a:t> </a:t>
            </a:r>
            <a:r>
              <a:rPr lang="en-US" dirty="0" err="1"/>
              <a:t>contratos</a:t>
            </a:r>
            <a:r>
              <a:rPr lang="en-US" dirty="0"/>
              <a:t> </a:t>
            </a:r>
            <a:r>
              <a:rPr lang="en-US" dirty="0" err="1"/>
              <a:t>ni</a:t>
            </a:r>
            <a:r>
              <a:rPr lang="en-US" dirty="0"/>
              <a:t> las </a:t>
            </a:r>
            <a:r>
              <a:rPr lang="en-US" dirty="0" err="1"/>
              <a:t>reglas</a:t>
            </a:r>
            <a:r>
              <a:rPr lang="en-US" dirty="0"/>
              <a:t> </a:t>
            </a:r>
            <a:r>
              <a:rPr lang="en-US" dirty="0" err="1"/>
              <a:t>que</a:t>
            </a:r>
            <a:r>
              <a:rPr lang="en-US" dirty="0"/>
              <a:t> la API </a:t>
            </a:r>
            <a:r>
              <a:rPr lang="en-US" dirty="0" err="1"/>
              <a:t>debe</a:t>
            </a:r>
            <a:r>
              <a:rPr lang="en-US" dirty="0"/>
              <a:t> </a:t>
            </a:r>
            <a:r>
              <a:rPr lang="en-US" dirty="0" err="1"/>
              <a:t>hacer</a:t>
            </a:r>
            <a:r>
              <a:rPr lang="en-US" dirty="0"/>
              <a:t> </a:t>
            </a:r>
            <a:r>
              <a:rPr lang="en-US" dirty="0" err="1"/>
              <a:t>cumplir</a:t>
            </a:r>
            <a:r>
              <a:rPr lang="en-US" dirty="0"/>
              <a:t>.
Fuente: guion-ppt-cowork-mcp.md. </a:t>
            </a:r>
            <a:r>
              <a:rPr lang="en-US" dirty="0" err="1"/>
              <a:t>Diagramas</a:t>
            </a:r>
            <a:r>
              <a:rPr lang="en-US" dirty="0"/>
              <a:t> </a:t>
            </a:r>
            <a:r>
              <a:rPr lang="en-US" dirty="0" err="1"/>
              <a:t>conceptuales</a:t>
            </a:r>
            <a:r>
              <a:rPr lang="en-US" dirty="0"/>
              <a:t> </a:t>
            </a:r>
            <a:r>
              <a:rPr lang="en-US" dirty="0" err="1"/>
              <a:t>editables</a:t>
            </a:r>
            <a:r>
              <a:rPr lang="en-US" dirty="0"/>
              <a:t>; no se </a:t>
            </a:r>
            <a:r>
              <a:rPr lang="en-US" dirty="0" err="1"/>
              <a:t>han</a:t>
            </a:r>
            <a:r>
              <a:rPr lang="en-US" dirty="0"/>
              <a:t> </a:t>
            </a:r>
            <a:r>
              <a:rPr lang="en-US" dirty="0" err="1"/>
              <a:t>ejecutado</a:t>
            </a:r>
            <a:r>
              <a:rPr lang="en-US" dirty="0"/>
              <a:t> las </a:t>
            </a:r>
            <a:r>
              <a:rPr lang="en-US" dirty="0" err="1"/>
              <a:t>llamadas</a:t>
            </a:r>
            <a:r>
              <a:rPr lang="en-US" dirty="0"/>
              <a:t> </a:t>
            </a:r>
            <a:r>
              <a:rPr lang="en-US" dirty="0" err="1"/>
              <a:t>ni</a:t>
            </a:r>
            <a:r>
              <a:rPr lang="en-US" dirty="0"/>
              <a:t> se </a:t>
            </a:r>
            <a:r>
              <a:rPr lang="en-US" dirty="0" err="1"/>
              <a:t>presentan</a:t>
            </a:r>
            <a:r>
              <a:rPr lang="en-US" dirty="0"/>
              <a:t> </a:t>
            </a:r>
            <a:r>
              <a:rPr lang="en-US" dirty="0" err="1"/>
              <a:t>capturas</a:t>
            </a:r>
            <a:r>
              <a:rPr lang="en-US" dirty="0"/>
              <a:t> o </a:t>
            </a:r>
            <a:r>
              <a:rPr lang="en-US" dirty="0" err="1"/>
              <a:t>resultados</a:t>
            </a:r>
            <a:r>
              <a:rPr lang="en-US" dirty="0"/>
              <a:t> </a:t>
            </a:r>
            <a:r>
              <a:rPr lang="en-US" dirty="0" err="1"/>
              <a:t>medidos</a:t>
            </a:r>
            <a:r>
              <a:rPr lang="en-US" dirty="0"/>
              <a:t>. El pie </a:t>
            </a:r>
            <a:r>
              <a:rPr lang="en-US" dirty="0" err="1"/>
              <a:t>heredado</a:t>
            </a:r>
            <a:r>
              <a:rPr lang="en-US" dirty="0"/>
              <a:t> de la </a:t>
            </a:r>
            <a:r>
              <a:rPr lang="en-US" dirty="0" err="1"/>
              <a:t>plantilla</a:t>
            </a:r>
            <a:r>
              <a:rPr lang="en-US" dirty="0"/>
              <a:t> (11 pt y hashtag </a:t>
            </a:r>
            <a:r>
              <a:rPr lang="en-US" dirty="0" err="1"/>
              <a:t>partido</a:t>
            </a:r>
            <a:r>
              <a:rPr lang="en-US" dirty="0"/>
              <a:t>) </a:t>
            </a:r>
            <a:r>
              <a:rPr lang="en-US" dirty="0" err="1"/>
              <a:t>queda</a:t>
            </a:r>
            <a:r>
              <a:rPr lang="en-US" dirty="0"/>
              <a:t> </a:t>
            </a:r>
            <a:r>
              <a:rPr lang="en-US" dirty="0" err="1"/>
              <a:t>cubierto</a:t>
            </a:r>
            <a:r>
              <a:rPr lang="en-US" dirty="0"/>
              <a:t> y </a:t>
            </a:r>
            <a:r>
              <a:rPr lang="en-US" dirty="0" err="1"/>
              <a:t>sustituido</a:t>
            </a:r>
            <a:r>
              <a:rPr lang="en-US" dirty="0"/>
              <a:t> </a:t>
            </a:r>
            <a:r>
              <a:rPr lang="en-US" dirty="0" err="1"/>
              <a:t>visualmente</a:t>
            </a:r>
            <a:r>
              <a:rPr lang="en-US" dirty="0"/>
              <a:t> </a:t>
            </a:r>
            <a:r>
              <a:rPr lang="en-US" dirty="0" err="1"/>
              <a:t>por</a:t>
            </a:r>
            <a:r>
              <a:rPr lang="en-US" dirty="0"/>
              <a:t> un pie nuevo legible, </a:t>
            </a:r>
            <a:r>
              <a:rPr lang="en-US" dirty="0" err="1"/>
              <a:t>conservando</a:t>
            </a:r>
            <a:r>
              <a:rPr lang="en-US" dirty="0"/>
              <a:t> masters y layouts.</a:t>
            </a:r>
          </a:p>
        </p:txBody>
      </p:sp>
      <p:sp>
        <p:nvSpPr>
          <p:cNvPr id="4" name="Slide Number Placeholder 3"/>
          <p:cNvSpPr>
            <a:spLocks noGrp="1"/>
          </p:cNvSpPr>
          <p:nvPr>
            <p:ph type="sldNum" sz="quarter" idx="5"/>
          </p:nvPr>
        </p:nvSpPr>
        <p:spPr/>
        <p:txBody>
          <a:bodyPr/>
          <a:lstStyle/>
          <a:p>
            <a:fld id="{CE98BABC-5612-4B83-B2BB-AD3F6763955A}" type="slidenum">
              <a:t>6</a:t>
            </a:fld>
            <a:endParaRPr lang="en-US"/>
          </a:p>
        </p:txBody>
      </p:sp>
    </p:spTree>
    <p:extLst>
      <p:ext uri="{BB962C8B-B14F-4D97-AF65-F5344CB8AC3E}">
        <p14:creationId xmlns:p14="http://schemas.microsoft.com/office/powerpoint/2010/main" val="13100294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Seguir</a:t>
            </a:r>
            <a:r>
              <a:rPr lang="en-US" dirty="0"/>
              <a:t> </a:t>
            </a:r>
            <a:r>
              <a:rPr lang="en-US" dirty="0" err="1"/>
              <a:t>los</a:t>
            </a:r>
            <a:r>
              <a:rPr lang="en-US" dirty="0"/>
              <a:t> seis pasos del </a:t>
            </a:r>
            <a:r>
              <a:rPr lang="en-US" dirty="0" err="1"/>
              <a:t>recorrido</a:t>
            </a:r>
            <a:r>
              <a:rPr lang="en-US" dirty="0"/>
              <a:t>. Primero, el </a:t>
            </a:r>
            <a:r>
              <a:rPr lang="en-US" dirty="0" err="1"/>
              <a:t>usuario</a:t>
            </a:r>
            <a:r>
              <a:rPr lang="en-US" dirty="0"/>
              <a:t> formula </a:t>
            </a:r>
            <a:r>
              <a:rPr lang="en-US" dirty="0" err="1"/>
              <a:t>una</a:t>
            </a:r>
            <a:r>
              <a:rPr lang="en-US" dirty="0"/>
              <a:t> </a:t>
            </a:r>
            <a:r>
              <a:rPr lang="en-US" dirty="0" err="1"/>
              <a:t>intención</a:t>
            </a:r>
            <a:r>
              <a:rPr lang="en-US" dirty="0"/>
              <a:t> </a:t>
            </a:r>
            <a:r>
              <a:rPr lang="en-US" dirty="0" err="1"/>
              <a:t>en</a:t>
            </a:r>
            <a:r>
              <a:rPr lang="en-US" dirty="0"/>
              <a:t> </a:t>
            </a:r>
            <a:r>
              <a:rPr lang="en-US" dirty="0" err="1"/>
              <a:t>Cowork</a:t>
            </a:r>
            <a:r>
              <a:rPr lang="en-US" dirty="0"/>
              <a:t>. Segundo, la skill </a:t>
            </a:r>
            <a:r>
              <a:rPr lang="en-US" dirty="0" err="1"/>
              <a:t>orienta</a:t>
            </a:r>
            <a:r>
              <a:rPr lang="en-US" dirty="0"/>
              <a:t> la </a:t>
            </a:r>
            <a:r>
              <a:rPr lang="en-US" dirty="0" err="1"/>
              <a:t>selección</a:t>
            </a:r>
            <a:r>
              <a:rPr lang="en-US" dirty="0"/>
              <a:t> de </a:t>
            </a:r>
            <a:r>
              <a:rPr lang="en-US" dirty="0" err="1"/>
              <a:t>herramienta</a:t>
            </a:r>
            <a:r>
              <a:rPr lang="en-US" dirty="0"/>
              <a:t>. Tercero, </a:t>
            </a:r>
            <a:r>
              <a:rPr lang="en-US" dirty="0" err="1"/>
              <a:t>Cowork</a:t>
            </a:r>
            <a:r>
              <a:rPr lang="en-US" dirty="0"/>
              <a:t> </a:t>
            </a:r>
            <a:r>
              <a:rPr lang="en-US" dirty="0" err="1"/>
              <a:t>invoca</a:t>
            </a:r>
            <a:r>
              <a:rPr lang="en-US" dirty="0"/>
              <a:t> el </a:t>
            </a:r>
            <a:r>
              <a:rPr lang="en-US" dirty="0" err="1"/>
              <a:t>conector</a:t>
            </a:r>
            <a:r>
              <a:rPr lang="en-US" dirty="0"/>
              <a:t> MCP </a:t>
            </a:r>
            <a:r>
              <a:rPr lang="en-US" dirty="0" err="1"/>
              <a:t>remoto</a:t>
            </a:r>
            <a:r>
              <a:rPr lang="en-US" dirty="0"/>
              <a:t>. Cuarto, MCP </a:t>
            </a:r>
            <a:r>
              <a:rPr lang="en-US" dirty="0" err="1"/>
              <a:t>valida</a:t>
            </a:r>
            <a:r>
              <a:rPr lang="en-US" dirty="0"/>
              <a:t> </a:t>
            </a:r>
            <a:r>
              <a:rPr lang="en-US" dirty="0" err="1"/>
              <a:t>los</a:t>
            </a:r>
            <a:r>
              <a:rPr lang="en-US" dirty="0"/>
              <a:t> </a:t>
            </a:r>
            <a:r>
              <a:rPr lang="en-US" dirty="0" err="1"/>
              <a:t>parámetros</a:t>
            </a:r>
            <a:r>
              <a:rPr lang="en-US" dirty="0"/>
              <a:t> de la </a:t>
            </a:r>
            <a:r>
              <a:rPr lang="en-US" dirty="0" err="1"/>
              <a:t>llamada</a:t>
            </a:r>
            <a:r>
              <a:rPr lang="en-US" dirty="0"/>
              <a:t> y llama a la API. Quinto, la API </a:t>
            </a:r>
            <a:r>
              <a:rPr lang="en-US" dirty="0" err="1"/>
              <a:t>aplica</a:t>
            </a:r>
            <a:r>
              <a:rPr lang="en-US" dirty="0"/>
              <a:t> sus </a:t>
            </a:r>
            <a:r>
              <a:rPr lang="en-US" dirty="0" err="1"/>
              <a:t>reglas</a:t>
            </a:r>
            <a:r>
              <a:rPr lang="en-US" dirty="0"/>
              <a:t> y consulta </a:t>
            </a:r>
            <a:r>
              <a:rPr lang="en-US" dirty="0" err="1"/>
              <a:t>datos</a:t>
            </a:r>
            <a:r>
              <a:rPr lang="en-US" dirty="0"/>
              <a:t> o </a:t>
            </a:r>
            <a:r>
              <a:rPr lang="en-US" dirty="0" err="1"/>
              <a:t>invoca</a:t>
            </a:r>
            <a:r>
              <a:rPr lang="en-US" dirty="0"/>
              <a:t> Azure OpenAI. Sexto, el </a:t>
            </a:r>
            <a:r>
              <a:rPr lang="en-US" dirty="0" err="1"/>
              <a:t>resultado</a:t>
            </a:r>
            <a:r>
              <a:rPr lang="en-US" dirty="0"/>
              <a:t> </a:t>
            </a:r>
            <a:r>
              <a:rPr lang="en-US" dirty="0" err="1"/>
              <a:t>estructurado</a:t>
            </a:r>
            <a:r>
              <a:rPr lang="en-US" dirty="0"/>
              <a:t> </a:t>
            </a:r>
            <a:r>
              <a:rPr lang="en-US" dirty="0" err="1"/>
              <a:t>vuelve</a:t>
            </a:r>
            <a:r>
              <a:rPr lang="en-US" dirty="0"/>
              <a:t> para </a:t>
            </a:r>
            <a:r>
              <a:rPr lang="en-US" dirty="0" err="1"/>
              <a:t>que</a:t>
            </a:r>
            <a:r>
              <a:rPr lang="en-US" dirty="0"/>
              <a:t> </a:t>
            </a:r>
            <a:r>
              <a:rPr lang="en-US" dirty="0" err="1"/>
              <a:t>Cowork</a:t>
            </a:r>
            <a:r>
              <a:rPr lang="en-US" dirty="0"/>
              <a:t> lo </a:t>
            </a:r>
            <a:r>
              <a:rPr lang="en-US" dirty="0" err="1"/>
              <a:t>explique</a:t>
            </a:r>
            <a:r>
              <a:rPr lang="en-US" dirty="0"/>
              <a:t> al </a:t>
            </a:r>
            <a:r>
              <a:rPr lang="en-US" dirty="0" err="1"/>
              <a:t>usuario</a:t>
            </a:r>
            <a:r>
              <a:rPr lang="en-US" dirty="0"/>
              <a:t>.
No es </a:t>
            </a:r>
            <a:r>
              <a:rPr lang="en-US" dirty="0" err="1"/>
              <a:t>una</a:t>
            </a:r>
            <a:r>
              <a:rPr lang="en-US" dirty="0"/>
              <a:t> </a:t>
            </a:r>
            <a:r>
              <a:rPr lang="en-US" dirty="0" err="1"/>
              <a:t>llamada</a:t>
            </a:r>
            <a:r>
              <a:rPr lang="en-US" dirty="0"/>
              <a:t> </a:t>
            </a:r>
            <a:r>
              <a:rPr lang="en-US" dirty="0" err="1"/>
              <a:t>directa</a:t>
            </a:r>
            <a:r>
              <a:rPr lang="en-US" dirty="0"/>
              <a:t> del </a:t>
            </a:r>
            <a:r>
              <a:rPr lang="en-US" dirty="0" err="1"/>
              <a:t>modelo</a:t>
            </a:r>
            <a:r>
              <a:rPr lang="en-US" dirty="0"/>
              <a:t> a </a:t>
            </a:r>
            <a:r>
              <a:rPr lang="en-US" dirty="0" err="1"/>
              <a:t>una</a:t>
            </a:r>
            <a:r>
              <a:rPr lang="en-US" dirty="0"/>
              <a:t> base de </a:t>
            </a:r>
            <a:r>
              <a:rPr lang="en-US" dirty="0" err="1"/>
              <a:t>datos</a:t>
            </a:r>
            <a:r>
              <a:rPr lang="en-US" dirty="0"/>
              <a:t>: hay un </a:t>
            </a:r>
            <a:r>
              <a:rPr lang="en-US" dirty="0" err="1"/>
              <a:t>contrato</a:t>
            </a:r>
            <a:r>
              <a:rPr lang="en-US" dirty="0"/>
              <a:t> </a:t>
            </a:r>
            <a:r>
              <a:rPr lang="en-US" dirty="0" err="1"/>
              <a:t>en</a:t>
            </a:r>
            <a:r>
              <a:rPr lang="en-US" dirty="0"/>
              <a:t> </a:t>
            </a:r>
            <a:r>
              <a:rPr lang="en-US" dirty="0" err="1"/>
              <a:t>cada</a:t>
            </a:r>
            <a:r>
              <a:rPr lang="en-US" dirty="0"/>
              <a:t> </a:t>
            </a:r>
            <a:r>
              <a:rPr lang="en-US" dirty="0" err="1"/>
              <a:t>salto</a:t>
            </a:r>
            <a:r>
              <a:rPr lang="en-US" dirty="0"/>
              <a:t>. El </a:t>
            </a:r>
            <a:r>
              <a:rPr lang="en-US" dirty="0" err="1"/>
              <a:t>protocolo</a:t>
            </a:r>
            <a:r>
              <a:rPr lang="en-US" dirty="0"/>
              <a:t> MCP </a:t>
            </a:r>
            <a:r>
              <a:rPr lang="en-US" dirty="0" err="1"/>
              <a:t>ofrece</a:t>
            </a:r>
            <a:r>
              <a:rPr lang="en-US" dirty="0"/>
              <a:t> initialize, tools/list y tools/call. No se </a:t>
            </a:r>
            <a:r>
              <a:rPr lang="en-US" dirty="0" err="1"/>
              <a:t>presentan</a:t>
            </a:r>
            <a:r>
              <a:rPr lang="en-US" dirty="0"/>
              <a:t> </a:t>
            </a:r>
            <a:r>
              <a:rPr lang="en-US" dirty="0" err="1"/>
              <a:t>esos</a:t>
            </a:r>
            <a:r>
              <a:rPr lang="en-US" dirty="0"/>
              <a:t> </a:t>
            </a:r>
            <a:r>
              <a:rPr lang="en-US" dirty="0" err="1"/>
              <a:t>métodos</a:t>
            </a:r>
            <a:r>
              <a:rPr lang="en-US" dirty="0"/>
              <a:t> </a:t>
            </a:r>
            <a:r>
              <a:rPr lang="en-US" dirty="0" err="1"/>
              <a:t>como</a:t>
            </a:r>
            <a:r>
              <a:rPr lang="en-US" dirty="0"/>
              <a:t> endpoints </a:t>
            </a:r>
            <a:r>
              <a:rPr lang="en-US" dirty="0" err="1"/>
              <a:t>empresariales</a:t>
            </a:r>
            <a:r>
              <a:rPr lang="en-US" dirty="0"/>
              <a:t> </a:t>
            </a:r>
            <a:r>
              <a:rPr lang="en-US" dirty="0" err="1"/>
              <a:t>inventados</a:t>
            </a:r>
            <a:r>
              <a:rPr lang="en-US" dirty="0"/>
              <a:t>; son las </a:t>
            </a:r>
            <a:r>
              <a:rPr lang="en-US" dirty="0" err="1"/>
              <a:t>operaciones</a:t>
            </a:r>
            <a:r>
              <a:rPr lang="en-US" dirty="0"/>
              <a:t> del </a:t>
            </a:r>
            <a:r>
              <a:rPr lang="en-US" dirty="0" err="1"/>
              <a:t>protocolo</a:t>
            </a:r>
            <a:r>
              <a:rPr lang="en-US" dirty="0"/>
              <a:t> </a:t>
            </a:r>
            <a:r>
              <a:rPr lang="en-US" dirty="0" err="1"/>
              <a:t>que</a:t>
            </a:r>
            <a:r>
              <a:rPr lang="en-US" dirty="0"/>
              <a:t> </a:t>
            </a:r>
            <a:r>
              <a:rPr lang="en-US" dirty="0" err="1"/>
              <a:t>sustentan</a:t>
            </a:r>
            <a:r>
              <a:rPr lang="en-US" dirty="0"/>
              <a:t> la </a:t>
            </a:r>
            <a:r>
              <a:rPr lang="en-US" dirty="0" err="1"/>
              <a:t>sesión</a:t>
            </a:r>
            <a:r>
              <a:rPr lang="en-US" dirty="0"/>
              <a:t>, el </a:t>
            </a:r>
            <a:r>
              <a:rPr lang="en-US" dirty="0" err="1"/>
              <a:t>catálogo</a:t>
            </a:r>
            <a:r>
              <a:rPr lang="en-US" dirty="0"/>
              <a:t> y la </a:t>
            </a:r>
            <a:r>
              <a:rPr lang="en-US" dirty="0" err="1"/>
              <a:t>invocación</a:t>
            </a:r>
            <a:r>
              <a:rPr lang="en-US" dirty="0"/>
              <a:t>.
</a:t>
            </a:r>
            <a:r>
              <a:rPr lang="en-US" dirty="0" err="1"/>
              <a:t>Destacar</a:t>
            </a:r>
            <a:r>
              <a:rPr lang="en-US" dirty="0"/>
              <a:t> la </a:t>
            </a:r>
            <a:r>
              <a:rPr lang="en-US" dirty="0" err="1"/>
              <a:t>caja</a:t>
            </a:r>
            <a:r>
              <a:rPr lang="en-US" dirty="0"/>
              <a:t> JSON y el </a:t>
            </a:r>
            <a:r>
              <a:rPr lang="en-US" dirty="0" err="1"/>
              <a:t>retorno</a:t>
            </a:r>
            <a:r>
              <a:rPr lang="en-US" dirty="0"/>
              <a:t>: lo </a:t>
            </a:r>
            <a:r>
              <a:rPr lang="en-US" dirty="0" err="1"/>
              <a:t>importante</a:t>
            </a:r>
            <a:r>
              <a:rPr lang="en-US" dirty="0"/>
              <a:t> no es solo </a:t>
            </a:r>
            <a:r>
              <a:rPr lang="en-US" dirty="0" err="1"/>
              <a:t>texto</a:t>
            </a:r>
            <a:r>
              <a:rPr lang="en-US" dirty="0"/>
              <a:t> libre, </a:t>
            </a:r>
            <a:r>
              <a:rPr lang="en-US" dirty="0" err="1"/>
              <a:t>sino</a:t>
            </a:r>
            <a:r>
              <a:rPr lang="en-US" dirty="0"/>
              <a:t> un </a:t>
            </a:r>
            <a:r>
              <a:rPr lang="en-US" dirty="0" err="1"/>
              <a:t>resultado</a:t>
            </a:r>
            <a:r>
              <a:rPr lang="en-US" dirty="0"/>
              <a:t> </a:t>
            </a:r>
            <a:r>
              <a:rPr lang="en-US" dirty="0" err="1"/>
              <a:t>estructurado</a:t>
            </a:r>
            <a:r>
              <a:rPr lang="en-US" dirty="0"/>
              <a:t> y </a:t>
            </a:r>
            <a:r>
              <a:rPr lang="en-US" dirty="0" err="1"/>
              <a:t>verificable</a:t>
            </a:r>
            <a:r>
              <a:rPr lang="en-US" dirty="0"/>
              <a:t>. El </a:t>
            </a:r>
            <a:r>
              <a:rPr lang="en-US" dirty="0" err="1"/>
              <a:t>diagrama</a:t>
            </a:r>
            <a:r>
              <a:rPr lang="en-US" dirty="0"/>
              <a:t> </a:t>
            </a:r>
            <a:r>
              <a:rPr lang="en-US" dirty="0" err="1"/>
              <a:t>expresa</a:t>
            </a:r>
            <a:r>
              <a:rPr lang="en-US" dirty="0"/>
              <a:t> </a:t>
            </a:r>
            <a:r>
              <a:rPr lang="en-US" dirty="0" err="1"/>
              <a:t>responsabilidades</a:t>
            </a:r>
            <a:r>
              <a:rPr lang="en-US" dirty="0"/>
              <a:t>; no es </a:t>
            </a:r>
            <a:r>
              <a:rPr lang="en-US" dirty="0" err="1"/>
              <a:t>una</a:t>
            </a:r>
            <a:r>
              <a:rPr lang="en-US" dirty="0"/>
              <a:t> </a:t>
            </a:r>
            <a:r>
              <a:rPr lang="en-US" dirty="0" err="1"/>
              <a:t>traza</a:t>
            </a:r>
            <a:r>
              <a:rPr lang="en-US" dirty="0"/>
              <a:t> de </a:t>
            </a:r>
            <a:r>
              <a:rPr lang="en-US" dirty="0" err="1"/>
              <a:t>una</a:t>
            </a:r>
            <a:r>
              <a:rPr lang="en-US" dirty="0"/>
              <a:t> </a:t>
            </a:r>
            <a:r>
              <a:rPr lang="en-US" dirty="0" err="1"/>
              <a:t>llamada</a:t>
            </a:r>
            <a:r>
              <a:rPr lang="en-US" dirty="0"/>
              <a:t> </a:t>
            </a:r>
            <a:r>
              <a:rPr lang="en-US" dirty="0" err="1"/>
              <a:t>ejecutada</a:t>
            </a:r>
            <a:r>
              <a:rPr lang="en-US" dirty="0"/>
              <a:t>.
Fuente: guion-ppt-cowork-mcp.md. </a:t>
            </a:r>
            <a:r>
              <a:rPr lang="en-US" dirty="0" err="1"/>
              <a:t>Diagramas</a:t>
            </a:r>
            <a:r>
              <a:rPr lang="en-US" dirty="0"/>
              <a:t> </a:t>
            </a:r>
            <a:r>
              <a:rPr lang="en-US" dirty="0" err="1"/>
              <a:t>conceptuales</a:t>
            </a:r>
            <a:r>
              <a:rPr lang="en-US" dirty="0"/>
              <a:t> </a:t>
            </a:r>
            <a:r>
              <a:rPr lang="en-US" dirty="0" err="1"/>
              <a:t>editables</a:t>
            </a:r>
            <a:r>
              <a:rPr lang="en-US" dirty="0"/>
              <a:t>; no se </a:t>
            </a:r>
            <a:r>
              <a:rPr lang="en-US" dirty="0" err="1"/>
              <a:t>han</a:t>
            </a:r>
            <a:r>
              <a:rPr lang="en-US" dirty="0"/>
              <a:t> </a:t>
            </a:r>
            <a:r>
              <a:rPr lang="en-US" dirty="0" err="1"/>
              <a:t>ejecutado</a:t>
            </a:r>
            <a:r>
              <a:rPr lang="en-US" dirty="0"/>
              <a:t> las </a:t>
            </a:r>
            <a:r>
              <a:rPr lang="en-US" dirty="0" err="1"/>
              <a:t>llamadas</a:t>
            </a:r>
            <a:r>
              <a:rPr lang="en-US" dirty="0"/>
              <a:t> </a:t>
            </a:r>
            <a:r>
              <a:rPr lang="en-US" dirty="0" err="1"/>
              <a:t>ni</a:t>
            </a:r>
            <a:r>
              <a:rPr lang="en-US" dirty="0"/>
              <a:t> se </a:t>
            </a:r>
            <a:r>
              <a:rPr lang="en-US" dirty="0" err="1"/>
              <a:t>presentan</a:t>
            </a:r>
            <a:r>
              <a:rPr lang="en-US" dirty="0"/>
              <a:t> </a:t>
            </a:r>
            <a:r>
              <a:rPr lang="en-US" dirty="0" err="1"/>
              <a:t>capturas</a:t>
            </a:r>
            <a:r>
              <a:rPr lang="en-US" dirty="0"/>
              <a:t> o </a:t>
            </a:r>
            <a:r>
              <a:rPr lang="en-US" dirty="0" err="1"/>
              <a:t>resultados</a:t>
            </a:r>
            <a:r>
              <a:rPr lang="en-US" dirty="0"/>
              <a:t> </a:t>
            </a:r>
            <a:r>
              <a:rPr lang="en-US" dirty="0" err="1"/>
              <a:t>medidos</a:t>
            </a:r>
            <a:r>
              <a:rPr lang="en-US" dirty="0"/>
              <a:t>. El pie </a:t>
            </a:r>
            <a:r>
              <a:rPr lang="en-US" dirty="0" err="1"/>
              <a:t>heredado</a:t>
            </a:r>
            <a:r>
              <a:rPr lang="en-US" dirty="0"/>
              <a:t> de la </a:t>
            </a:r>
            <a:r>
              <a:rPr lang="en-US" dirty="0" err="1"/>
              <a:t>plantilla</a:t>
            </a:r>
            <a:r>
              <a:rPr lang="en-US" dirty="0"/>
              <a:t> (11 pt y hashtag </a:t>
            </a:r>
            <a:r>
              <a:rPr lang="en-US" dirty="0" err="1"/>
              <a:t>partido</a:t>
            </a:r>
            <a:r>
              <a:rPr lang="en-US" dirty="0"/>
              <a:t>) </a:t>
            </a:r>
            <a:r>
              <a:rPr lang="en-US" dirty="0" err="1"/>
              <a:t>queda</a:t>
            </a:r>
            <a:r>
              <a:rPr lang="en-US" dirty="0"/>
              <a:t> </a:t>
            </a:r>
            <a:r>
              <a:rPr lang="en-US" dirty="0" err="1"/>
              <a:t>cubierto</a:t>
            </a:r>
            <a:r>
              <a:rPr lang="en-US" dirty="0"/>
              <a:t> y </a:t>
            </a:r>
            <a:r>
              <a:rPr lang="en-US" dirty="0" err="1"/>
              <a:t>sustituido</a:t>
            </a:r>
            <a:r>
              <a:rPr lang="en-US" dirty="0"/>
              <a:t> </a:t>
            </a:r>
            <a:r>
              <a:rPr lang="en-US" dirty="0" err="1"/>
              <a:t>visualmente</a:t>
            </a:r>
            <a:r>
              <a:rPr lang="en-US" dirty="0"/>
              <a:t> </a:t>
            </a:r>
            <a:r>
              <a:rPr lang="en-US" dirty="0" err="1"/>
              <a:t>por</a:t>
            </a:r>
            <a:r>
              <a:rPr lang="en-US" dirty="0"/>
              <a:t> un pie nuevo legible, </a:t>
            </a:r>
            <a:r>
              <a:rPr lang="en-US" dirty="0" err="1"/>
              <a:t>conservando</a:t>
            </a:r>
            <a:r>
              <a:rPr lang="en-US" dirty="0"/>
              <a:t> masters y layouts.
</a:t>
            </a:r>
            <a:r>
              <a:rPr lang="en-US" dirty="0" err="1"/>
              <a:t>Diseño</a:t>
            </a:r>
            <a:r>
              <a:rPr lang="en-US" dirty="0"/>
              <a:t> del </a:t>
            </a:r>
            <a:r>
              <a:rPr lang="en-US" dirty="0" err="1"/>
              <a:t>diagrama</a:t>
            </a:r>
            <a:r>
              <a:rPr lang="en-US" dirty="0"/>
              <a:t>: </a:t>
            </a:r>
            <a:r>
              <a:rPr lang="en-US" dirty="0" err="1"/>
              <a:t>los</a:t>
            </a:r>
            <a:r>
              <a:rPr lang="en-US" dirty="0"/>
              <a:t> </a:t>
            </a:r>
            <a:r>
              <a:rPr lang="en-US" dirty="0" err="1"/>
              <a:t>nodos</a:t>
            </a:r>
            <a:r>
              <a:rPr lang="en-US" dirty="0"/>
              <a:t> se </a:t>
            </a:r>
            <a:r>
              <a:rPr lang="en-US" dirty="0" err="1"/>
              <a:t>alinean</a:t>
            </a:r>
            <a:r>
              <a:rPr lang="en-US" dirty="0"/>
              <a:t> </a:t>
            </a:r>
            <a:r>
              <a:rPr lang="en-US" dirty="0" err="1"/>
              <a:t>por</a:t>
            </a:r>
            <a:r>
              <a:rPr lang="en-US" dirty="0"/>
              <a:t> columnas y las </a:t>
            </a:r>
            <a:r>
              <a:rPr lang="en-US" dirty="0" err="1"/>
              <a:t>flechas</a:t>
            </a:r>
            <a:r>
              <a:rPr lang="en-US" dirty="0"/>
              <a:t> se </a:t>
            </a:r>
            <a:r>
              <a:rPr lang="en-US" dirty="0" err="1"/>
              <a:t>sitúan</a:t>
            </a:r>
            <a:r>
              <a:rPr lang="en-US" dirty="0"/>
              <a:t> </a:t>
            </a:r>
            <a:r>
              <a:rPr lang="en-US" dirty="0" err="1"/>
              <a:t>únicamente</a:t>
            </a:r>
            <a:r>
              <a:rPr lang="en-US" dirty="0"/>
              <a:t> </a:t>
            </a:r>
            <a:r>
              <a:rPr lang="en-US" dirty="0" err="1"/>
              <a:t>en</a:t>
            </a:r>
            <a:r>
              <a:rPr lang="en-US" dirty="0"/>
              <a:t> </a:t>
            </a:r>
            <a:r>
              <a:rPr lang="en-US" dirty="0" err="1"/>
              <a:t>los</a:t>
            </a:r>
            <a:r>
              <a:rPr lang="en-US" dirty="0"/>
              <a:t> pasillos entre </a:t>
            </a:r>
            <a:r>
              <a:rPr lang="en-US" dirty="0" err="1"/>
              <a:t>nodos</a:t>
            </a:r>
            <a:r>
              <a:rPr lang="en-US" dirty="0"/>
              <a:t>. Sus </a:t>
            </a:r>
            <a:r>
              <a:rPr lang="en-US" dirty="0" err="1"/>
              <a:t>posiciones</a:t>
            </a:r>
            <a:r>
              <a:rPr lang="en-US" dirty="0"/>
              <a:t> </a:t>
            </a:r>
            <a:r>
              <a:rPr lang="en-US" dirty="0" err="1"/>
              <a:t>horizontales</a:t>
            </a:r>
            <a:r>
              <a:rPr lang="en-US" dirty="0"/>
              <a:t> </a:t>
            </a:r>
            <a:r>
              <a:rPr lang="en-US" dirty="0" err="1"/>
              <a:t>adicionales</a:t>
            </a:r>
            <a:r>
              <a:rPr lang="en-US" dirty="0"/>
              <a:t> son </a:t>
            </a:r>
            <a:r>
              <a:rPr lang="en-US" dirty="0" err="1"/>
              <a:t>conectores</a:t>
            </a:r>
            <a:r>
              <a:rPr lang="en-US" dirty="0"/>
              <a:t>, no </a:t>
            </a:r>
            <a:r>
              <a:rPr lang="en-US" dirty="0" err="1"/>
              <a:t>ejes</a:t>
            </a:r>
            <a:r>
              <a:rPr lang="en-US" dirty="0"/>
              <a:t> de </a:t>
            </a:r>
            <a:r>
              <a:rPr lang="en-US" dirty="0" err="1"/>
              <a:t>texto</a:t>
            </a:r>
            <a:r>
              <a:rPr lang="en-US" dirty="0"/>
              <a:t> </a:t>
            </a:r>
            <a:r>
              <a:rPr lang="en-US" dirty="0" err="1"/>
              <a:t>adicionales</a:t>
            </a:r>
            <a:r>
              <a:rPr lang="en-US" dirty="0"/>
              <a:t>. El pie </a:t>
            </a:r>
            <a:r>
              <a:rPr lang="en-US" dirty="0" err="1"/>
              <a:t>blanco</a:t>
            </a:r>
            <a:r>
              <a:rPr lang="en-US" dirty="0"/>
              <a:t> </a:t>
            </a:r>
            <a:r>
              <a:rPr lang="en-US" dirty="0" err="1"/>
              <a:t>sustituye</a:t>
            </a:r>
            <a:r>
              <a:rPr lang="en-US" dirty="0"/>
              <a:t> </a:t>
            </a:r>
            <a:r>
              <a:rPr lang="en-US" dirty="0" err="1"/>
              <a:t>visualmente</a:t>
            </a:r>
            <a:r>
              <a:rPr lang="en-US" dirty="0"/>
              <a:t> </a:t>
            </a:r>
            <a:r>
              <a:rPr lang="en-US" dirty="0" err="1"/>
              <a:t>los</a:t>
            </a:r>
            <a:r>
              <a:rPr lang="en-US" dirty="0"/>
              <a:t> </a:t>
            </a:r>
            <a:r>
              <a:rPr lang="en-US" dirty="0" err="1"/>
              <a:t>pequeños</a:t>
            </a:r>
            <a:r>
              <a:rPr lang="en-US" dirty="0"/>
              <a:t> campos </a:t>
            </a:r>
            <a:r>
              <a:rPr lang="en-US" dirty="0" err="1"/>
              <a:t>heredados</a:t>
            </a:r>
            <a:r>
              <a:rPr lang="en-US" dirty="0"/>
              <a:t> del master.</a:t>
            </a:r>
          </a:p>
        </p:txBody>
      </p:sp>
      <p:sp>
        <p:nvSpPr>
          <p:cNvPr id="4" name="Slide Number Placeholder 3"/>
          <p:cNvSpPr>
            <a:spLocks noGrp="1"/>
          </p:cNvSpPr>
          <p:nvPr>
            <p:ph type="sldNum" sz="quarter" idx="5"/>
          </p:nvPr>
        </p:nvSpPr>
        <p:spPr/>
        <p:txBody>
          <a:bodyPr/>
          <a:lstStyle/>
          <a:p>
            <a:fld id="{CE98BABC-5612-4B83-B2BB-AD3F6763955A}" type="slidenum">
              <a:t>7</a:t>
            </a:fld>
            <a:endParaRPr lang="en-US"/>
          </a:p>
        </p:txBody>
      </p:sp>
    </p:spTree>
    <p:extLst>
      <p:ext uri="{BB962C8B-B14F-4D97-AF65-F5344CB8AC3E}">
        <p14:creationId xmlns:p14="http://schemas.microsoft.com/office/powerpoint/2010/main" val="16237006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Una tool no es un agujero para ejecutar cualquier cosa: debe realizar una operación concreta y validada. classify_threat y recommend_knight son los nombres de ejemplo del guion; aquí no se inventan parámetros, resultados ni una implementación del contrato. Frente a una herramienta genérica de ejecución arbitraria, preferimos capacidades pequeñas y acotadas.
El inputSchema debe definir tipos, descripciones y campos obligatorios. La skill aclara qué parámetros son imprescindibles y cuándo pedirlos al usuario. Si falta un dato, se solicita: el modelo no lo completa fingiendo que procede del negocio. Es importante separar lectura de acciones con efecto y devolver errores que permitan corregir la petición junto a JSON estructurado.
La autorización real se aplica en el servidor MCP o en la API. Nunca se deduce únicamente de una instrucción en lenguaje natural ni de que la herramienta haya sido seleccionada por Copilot.
Fuente: guion-ppt-cowork-mcp.md. Diagramas conceptuales editables; no se han ejecutado las llamadas ni se presentan capturas o resultados medidos. El pie heredado de la plantilla (11 pt y hashtag partido) queda cubierto y sustituido visualmente por un pie nuevo legible, conservando masters y layouts.</a:t>
            </a:r>
          </a:p>
        </p:txBody>
      </p:sp>
      <p:sp>
        <p:nvSpPr>
          <p:cNvPr id="4" name="Slide Number Placeholder 3"/>
          <p:cNvSpPr>
            <a:spLocks noGrp="1"/>
          </p:cNvSpPr>
          <p:nvPr>
            <p:ph type="sldNum" sz="quarter" idx="5"/>
          </p:nvPr>
        </p:nvSpPr>
        <p:spPr/>
        <p:txBody>
          <a:bodyPr/>
          <a:lstStyle/>
          <a:p>
            <a:fld id="{CE98BABC-5612-4B83-B2BB-AD3F6763955A}" type="slidenum">
              <a:t>8</a:t>
            </a:fld>
            <a:endParaRPr lang="en-US"/>
          </a:p>
        </p:txBody>
      </p:sp>
    </p:spTree>
    <p:extLst>
      <p:ext uri="{BB962C8B-B14F-4D97-AF65-F5344CB8AC3E}">
        <p14:creationId xmlns:p14="http://schemas.microsoft.com/office/powerpoint/2010/main" val="36559158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 variante anónima reduce fricción para aprender la arquitectura en una demo privada. El plugin declara authorization.type: None. Dev Tunnel expone el MCP local mediante HTTPS y tanto MCP como API aceptan llamadas sin JWT. Esto permite depurar el empaquetado del plugin, el descubrimiento de herramientas, la validación de contratos y las respuestas.
Conviene señalar de forma literal el aviso: Solo desarrollo/demo privada. Dev Tunnel solo resuelve conectividad HTTPS; no autentica al usuario. HTTPS no convierte un servicio anónimo en un servicio empresarial seguro. Un endpoint público sin identidad no debe convertirse en el punto de partida de un piloto o de producción.
Esta diapositiva describe el camino feliz local que se validaría en la demo. No afirma que se haya ejecutado ni que una respuesta concreta haya sido obtenida. El siguiente paso introduce la identidad, sin mezclarla todavía con la autorización de negocio.
Fuente: guion-ppt-cowork-mcp.md. Diagramas conceptuales editables; no se han ejecutado las llamadas ni se presentan capturas o resultados medidos. El pie heredado de la plantilla (11 pt y hashtag partido) queda cubierto y sustituido visualmente por un pie nuevo legible, conservando masters y layouts.
Diseño del diagrama: los nodos se alinean por columnas y las flechas se sitúan únicamente en los pasillos entre nodos. Sus posiciones horizontales adicionales son conectores, no ejes de texto adicionales. El pie blanco sustituye visualmente los pequeños campos heredados del master.</a:t>
            </a:r>
          </a:p>
        </p:txBody>
      </p:sp>
      <p:sp>
        <p:nvSpPr>
          <p:cNvPr id="4" name="Slide Number Placeholder 3"/>
          <p:cNvSpPr>
            <a:spLocks noGrp="1"/>
          </p:cNvSpPr>
          <p:nvPr>
            <p:ph type="sldNum" sz="quarter" idx="5"/>
          </p:nvPr>
        </p:nvSpPr>
        <p:spPr/>
        <p:txBody>
          <a:bodyPr/>
          <a:lstStyle/>
          <a:p>
            <a:fld id="{CE98BABC-5612-4B83-B2BB-AD3F6763955A}" type="slidenum">
              <a:t>9</a:t>
            </a:fld>
            <a:endParaRPr lang="en-US"/>
          </a:p>
        </p:txBody>
      </p:sp>
    </p:spTree>
    <p:extLst>
      <p:ext uri="{BB962C8B-B14F-4D97-AF65-F5344CB8AC3E}">
        <p14:creationId xmlns:p14="http://schemas.microsoft.com/office/powerpoint/2010/main" val="16521970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Separar la configuración del flujo en ejecución. Entra SSO se configura en Teams Developer Portal. Enterprise Token Store guarda esa configuración y el manifiesto la identifica mediante referenceId. referenceId no es un client ID, un secreto ni un token: es una referencia a una configuración almacenada por Microsoft.
Durante la llamada, Cowork entrega un bearer token a MCP. MCP y API deben validar emisor, tenant, audiencia y expiración. Las etiquetas iss, tid, aud y exp recuerdan esos controles; scp identifica permisos delegados y se utiliza en la autorización. En esta demo, MCP y API usan la misma audiencia. No generalizar ese diseño a recursos distintos de producción.
La API protege /api/* y mantiene /health anónimo. En el escenario descrito, una llamada sin token debe devolver 401, mientras que una llamada desde Cowork usa la identidad del usuario autenticado. No mostrar tokens reales en pantalla ni en logs. La presencia de identidad es el comienzo del control, no su final: la autorización sigue siendo obligatoria.
Fuente: guion-ppt-cowork-mcp.md. Diagramas conceptuales editables; no se han ejecutado las llamadas ni se presentan capturas o resultados medidos. El pie heredado de la plantilla (11 pt y hashtag partido) queda cubierto y sustituido visualmente por un pie nuevo legible, conservando masters y layouts.
Diseño del diagrama: los nodos se alinean por columnas y las flechas se sitúan únicamente en los pasillos entre nodos. Sus posiciones horizontales adicionales son conectores, no ejes de texto adicionales. El pie blanco sustituye visualmente los pequeños campos heredados del master.</a:t>
            </a:r>
          </a:p>
        </p:txBody>
      </p:sp>
      <p:sp>
        <p:nvSpPr>
          <p:cNvPr id="4" name="Slide Number Placeholder 3"/>
          <p:cNvSpPr>
            <a:spLocks noGrp="1"/>
          </p:cNvSpPr>
          <p:nvPr>
            <p:ph type="sldNum" sz="quarter" idx="5"/>
          </p:nvPr>
        </p:nvSpPr>
        <p:spPr/>
        <p:txBody>
          <a:bodyPr/>
          <a:lstStyle/>
          <a:p>
            <a:fld id="{CE98BABC-5612-4B83-B2BB-AD3F6763955A}" type="slidenum">
              <a:t>10</a:t>
            </a:fld>
            <a:endParaRPr lang="en-US"/>
          </a:p>
        </p:txBody>
      </p:sp>
    </p:spTree>
    <p:extLst>
      <p:ext uri="{BB962C8B-B14F-4D97-AF65-F5344CB8AC3E}">
        <p14:creationId xmlns:p14="http://schemas.microsoft.com/office/powerpoint/2010/main" val="27590538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El error común es validar un token y tratar esa validación como una autorización total. Autenticación responde quién llama. Autorización responde qué puede hacer esa identidad en esta operación y sobre estos datos. Son controles consecutivos, no alternativas.
La API valida iss, aud, exp y tenant. Después verifica los scopes o roles requeridos y aplica las reglas de dominio: por ejemplo, cliente, región, clasificación de datos o nivel de riesgo, según el sistema real. No se inventa aquí una política de permisos concreta. La herramienta debe mantenerse dentro de los derechos efectivos del usuario.
Distinguir los errores: 401 corresponde a token ausente o inválido; 403 a una identidad válida con permiso insuficiente. Los errores de audiencia, como IDX10214, se corrigen revisando el registro y la configuración de Entra. No se resuelven desactivando la validación ni aceptando cualquier audiencia. Un JWT criptográficamente válido destinado a otro recurso tampoco es un token válido para nuestra API.
Fuente: guion-ppt-cowork-mcp.md. Diagramas conceptuales editables; no se han ejecutado las llamadas ni se presentan capturas o resultados medidos. El pie heredado de la plantilla (11 pt y hashtag partido) queda cubierto y sustituido visualmente por un pie nuevo legible, conservando masters y layouts.</a:t>
            </a:r>
          </a:p>
        </p:txBody>
      </p:sp>
      <p:sp>
        <p:nvSpPr>
          <p:cNvPr id="4" name="Slide Number Placeholder 3"/>
          <p:cNvSpPr>
            <a:spLocks noGrp="1"/>
          </p:cNvSpPr>
          <p:nvPr>
            <p:ph type="sldNum" sz="quarter" idx="5"/>
          </p:nvPr>
        </p:nvSpPr>
        <p:spPr/>
        <p:txBody>
          <a:bodyPr/>
          <a:lstStyle/>
          <a:p>
            <a:fld id="{CE98BABC-5612-4B83-B2BB-AD3F6763955A}" type="slidenum">
              <a:t>11</a:t>
            </a:fld>
            <a:endParaRPr lang="en-US"/>
          </a:p>
        </p:txBody>
      </p:sp>
    </p:spTree>
    <p:extLst>
      <p:ext uri="{BB962C8B-B14F-4D97-AF65-F5344CB8AC3E}">
        <p14:creationId xmlns:p14="http://schemas.microsoft.com/office/powerpoint/2010/main" val="7136146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En la demo, MCP reenvía el mismo token a la API dentro de una única frontera de confianza y con audiencia compartida. Es una simplificación deliberada para explicar el camino completo. En producción, MCP y API son recursos distintos: la API publica su propia audiencia y sus scopes, y solo acepta tokens destinados a ella.
Con On-Behalf-Of, MCP obtiene en Entra un token específico para la API en nombre del usuario. Eso evita que la API acepte simplemente un token emitido para MCP y permite expresar mínimo privilegio, auditoría y ciclos de vida separados. El diagrama distingue el token que entra a MCP del token que llega a la API; no afirma que se haya implementado un canje real en esta demo.
Las credenciales del servicio y la identidad delegada son planos distintos. Puede haber certificados o secretos custodiados en Key Vault, o Managed Identity en los tramos y apoyos donde corresponda. No se presenta cualquier identidad administrada como sustituto automático de OBO delegado ni se inventa una implementación. Antes de producción hay que decidir y validar el flujo real de identidades y permisos.
Fuente: guion-ppt-cowork-mcp.md. Diagramas conceptuales editables; no se han ejecutado las llamadas ni se presentan capturas o resultados medidos. El pie heredado de la plantilla (11 pt y hashtag partido) queda cubierto y sustituido visualmente por un pie nuevo legible, conservando masters y layouts.
Diseño del diagrama: los nodos se alinean por columnas y las flechas se sitúan únicamente en los pasillos entre nodos. Sus posiciones horizontales adicionales son conectores, no ejes de texto adicionales. El pie blanco sustituye visualmente los pequeños campos heredados del master.</a:t>
            </a:r>
          </a:p>
        </p:txBody>
      </p:sp>
      <p:sp>
        <p:nvSpPr>
          <p:cNvPr id="4" name="Slide Number Placeholder 3"/>
          <p:cNvSpPr>
            <a:spLocks noGrp="1"/>
          </p:cNvSpPr>
          <p:nvPr>
            <p:ph type="sldNum" sz="quarter" idx="5"/>
          </p:nvPr>
        </p:nvSpPr>
        <p:spPr/>
        <p:txBody>
          <a:bodyPr/>
          <a:lstStyle/>
          <a:p>
            <a:fld id="{CE98BABC-5612-4B83-B2BB-AD3F6763955A}" type="slidenum">
              <a:t>12</a:t>
            </a:fld>
            <a:endParaRPr lang="en-US"/>
          </a:p>
        </p:txBody>
      </p:sp>
    </p:spTree>
    <p:extLst>
      <p:ext uri="{BB962C8B-B14F-4D97-AF65-F5344CB8AC3E}">
        <p14:creationId xmlns:p14="http://schemas.microsoft.com/office/powerpoint/2010/main" val="7183728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Los argumentos de una conversación son datos no confiables. Una tool no debe transformar texto libre en SQL, comandos o URLs arbitrarias. Validar inputs y mitigar prompt injection es una responsabilidad del servidor, no una promesa implícita de la skill.
La operación necesita rate limits, timeouts, límites de tamaño del payload y una política de reintentos controlada. Los controles de acceso y datos incluyen DLP, Conditional Access, Information Barriers y una distribución limitada a grupos piloto, según el entorno y las capacidades realmente configuradas. No basta con enumerarlos: deben encajar en el despliegue y comprobarse.
La observabilidad debe explicar qué ocurrió sin convertirse en una fuga de datos. Mantener correlación entre Cowork, MCP, API y gateway cuando este esté implementado, y no registrar tokens, API keys ni prompts sensibles. Usar logs enmascarados para investigar fallos y denegaciones. Antes de publicar ampliamente, limitar el grupo piloto y medir errores, coste y denegaciones. No se presentan métricas inventadas ni cifras de ahorro.
Fuente: guion-ppt-cowork-mcp.md. Diagramas conceptuales editables; no se han ejecutado las llamadas ni se presentan capturas o resultados medidos. El pie heredado de la plantilla (11 pt y hashtag partido) queda cubierto y sustituido visualmente por un pie nuevo legible, conservando masters y layouts.</a:t>
            </a:r>
          </a:p>
        </p:txBody>
      </p:sp>
      <p:sp>
        <p:nvSpPr>
          <p:cNvPr id="4" name="Slide Number Placeholder 3"/>
          <p:cNvSpPr>
            <a:spLocks noGrp="1"/>
          </p:cNvSpPr>
          <p:nvPr>
            <p:ph type="sldNum" sz="quarter" idx="5"/>
          </p:nvPr>
        </p:nvSpPr>
        <p:spPr/>
        <p:txBody>
          <a:bodyPr/>
          <a:lstStyle/>
          <a:p>
            <a:fld id="{CE98BABC-5612-4B83-B2BB-AD3F6763955A}" type="slidenum">
              <a:t>13</a:t>
            </a:fld>
            <a:endParaRPr lang="en-US"/>
          </a:p>
        </p:txBody>
      </p:sp>
    </p:spTree>
    <p:extLst>
      <p:ext uri="{BB962C8B-B14F-4D97-AF65-F5344CB8AC3E}">
        <p14:creationId xmlns:p14="http://schemas.microsoft.com/office/powerpoint/2010/main" val="4519486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 demo conecta la API con Azure OpenAI o Foundry mediante un endpoint OpenAI-compatible. Los secretos residen en variables de entorno durante el desarrollo o en Key Vault según el despliegue; nunca en la skill o en el manifiesto. Dev Tunnel se mantiene como herramienta de desarrollo, no como hosting de producción.
En un entorno gobernado, APIM o AI Gateway puede imponer políticas, cuotas, filtros, correlación y observabilidad en el tramo que se implemente. Es un componente opcional y explícito del diseño. El diagrama inferior presenta un objetivo gobernado con MCP hospedado, API, un gateway opcional hacia el modelo, Key Vault y Monitor. No afirma que esos componentes estén desplegados en la demo.
Ser rigurosos con la ruta: el conector de Cowork llama al endpoint configurado en el manifiesto. Cowork no se enruta automáticamente por AI Gateway. Para sostener esa afirmación habría que implementar y validar ese tramo. Tampoco se inventa aquí una URL, un proveedor de hosting o una capacidad concreta de preview no suministrada por el guion.
Fuente: guion-ppt-cowork-mcp.md. Diagramas conceptuales editables; no se han ejecutado las llamadas ni se presentan capturas o resultados medidos. El pie heredado de la plantilla (11 pt y hashtag partido) queda cubierto y sustituido visualmente por un pie nuevo legible, conservando masters y layouts.
Diseño del diagrama: los nodos se alinean por columnas y las flechas se sitúan únicamente en los pasillos entre nodos. Sus posiciones horizontales adicionales son conectores, no ejes de texto adicionales. El pie blanco sustituye visualmente los pequeños campos heredados del master.</a:t>
            </a:r>
          </a:p>
        </p:txBody>
      </p:sp>
      <p:sp>
        <p:nvSpPr>
          <p:cNvPr id="4" name="Slide Number Placeholder 3"/>
          <p:cNvSpPr>
            <a:spLocks noGrp="1"/>
          </p:cNvSpPr>
          <p:nvPr>
            <p:ph type="sldNum" sz="quarter" idx="5"/>
          </p:nvPr>
        </p:nvSpPr>
        <p:spPr/>
        <p:txBody>
          <a:bodyPr/>
          <a:lstStyle/>
          <a:p>
            <a:fld id="{CE98BABC-5612-4B83-B2BB-AD3F6763955A}" type="slidenum">
              <a:t>14</a:t>
            </a:fld>
            <a:endParaRPr lang="en-US"/>
          </a:p>
        </p:txBody>
      </p:sp>
    </p:spTree>
    <p:extLst>
      <p:ext uri="{BB962C8B-B14F-4D97-AF65-F5344CB8AC3E}">
        <p14:creationId xmlns:p14="http://schemas.microsoft.com/office/powerpoint/2010/main" val="41752666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Preparar una demostración del contrato y del control, no de una supuesta capacidad del modelo para adivinar. Primero, mostrar el paquete: skill, manifest.json y descriptor de tools. Segundo, elegir y ejecutar una variante con los scripts setup-* disponibles en el material real; no inventar nombres completos ni comandos. Tercero, mostrar que API, MCP y Dev Tunnel están activos. Cuarto, cargar el ZIP en Cowork con la distribución Only you.
Quinto, lanzar exactamente este prompt: «Clasifica una amenaza de energía cósmica detectada en Leo y propone una respuesta.». Sexto, mostrar los logs del MCP y la respuesta estructurada realmente obtenida, evitando exponer tokens o datos sensibles. No hay aquí una captura ni un JSON simulado: deben verse los resultados reales cuando se ejecute la demo.
Si el tiempo lo permite, repetir con SSO y contrastar un 401 local sin bearer con una llamada válida desde Cowork. La demostración debe permitir ver que Cowork selecciona una herramienta, MCP valida un contrato y la API devuelve datos y reglas de negocio de forma controlada. La ilustración es original y contextual: un caballero zodiacal ficticio asociado a Leo; no representa una captura de Saint Seiya ni un resultado de la herramienta.
Fuente: guion-ppt-cowork-mcp.md. Diagramas conceptuales editables; no se han ejecutado las llamadas ni se presentan capturas o resultados medidos. El pie heredado de la plantilla (11 pt y hashtag partido) queda cubierto y sustituido visualmente por un pie nuevo legible, conservando masters y layouts.</a:t>
            </a:r>
          </a:p>
        </p:txBody>
      </p:sp>
      <p:sp>
        <p:nvSpPr>
          <p:cNvPr id="4" name="Slide Number Placeholder 3"/>
          <p:cNvSpPr>
            <a:spLocks noGrp="1"/>
          </p:cNvSpPr>
          <p:nvPr>
            <p:ph type="sldNum" sz="quarter" idx="5"/>
          </p:nvPr>
        </p:nvSpPr>
        <p:spPr/>
        <p:txBody>
          <a:bodyPr/>
          <a:lstStyle/>
          <a:p>
            <a:fld id="{CE98BABC-5612-4B83-B2BB-AD3F6763955A}" type="slidenum">
              <a:t>15</a:t>
            </a:fld>
            <a:endParaRPr lang="en-US"/>
          </a:p>
        </p:txBody>
      </p:sp>
    </p:spTree>
    <p:extLst>
      <p:ext uri="{BB962C8B-B14F-4D97-AF65-F5344CB8AC3E}">
        <p14:creationId xmlns:p14="http://schemas.microsoft.com/office/powerpoint/2010/main" val="39411066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F484C-C5E7-2C18-A2FC-9570E2A621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73B6DC-A37C-7C96-B691-AF751B3E97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B53F32-5CE0-39BC-F5F7-87226F232032}"/>
              </a:ext>
            </a:extLst>
          </p:cNvPr>
          <p:cNvSpPr>
            <a:spLocks noGrp="1"/>
          </p:cNvSpPr>
          <p:nvPr>
            <p:ph type="body" idx="1"/>
          </p:nvPr>
        </p:nvSpPr>
        <p:spPr/>
        <p:txBody>
          <a:bodyPr/>
          <a:lstStyle/>
          <a:p>
            <a:r>
              <a:rPr lang="en-US"/>
              <a:t>Estas capas tienen responsabilidades diferentes y conviene mantenerlas explícitas. SKILL.md describe cuándo usar una capacidad, cómo invocarla y cuándo pedir información que falta. Es una guía para Copilot: no contiene secretos ni ejecuta código. El manifiesto declara la identidad del plugin, el conector y su modalidad de autenticación. mcpToolDescription es el catálogo empaquetado de las herramientas.
MCP implementa el protocolo de herramientas, el transporte y la validación de las llamadas. La API conserva la lógica de negocio, el acceso a datos y, cuando corresponda, la invocación al modelo. Separarlas permite evolucionar el sistema sin convertir un prompt en una dependencia de infraestructura.
Leer el diagrama de arriba abajo y preguntar qué responsabilidad pertenece a cada capa. Cambiar una descripción de skill no debería equivaler a cambiar los permisos del servidor. Tampoco sustituye los contratos ni las reglas que la API debe hacer cumplir.
Fuente: guion-ppt-cowork-mcp.md. Diagramas conceptuales editables; no se han ejecutado las llamadas ni se presentan capturas o resultados medidos. El pie heredado de la plantilla (11 pt y hashtag partido) queda cubierto y sustituido visualmente por un pie nuevo legible, conservando masters y layouts.</a:t>
            </a:r>
          </a:p>
        </p:txBody>
      </p:sp>
      <p:sp>
        <p:nvSpPr>
          <p:cNvPr id="4" name="Slide Number Placeholder 3">
            <a:extLst>
              <a:ext uri="{FF2B5EF4-FFF2-40B4-BE49-F238E27FC236}">
                <a16:creationId xmlns:a16="http://schemas.microsoft.com/office/drawing/2014/main" id="{554DB93B-A4D2-0BE1-2835-7D36FC6B9FF4}"/>
              </a:ext>
            </a:extLst>
          </p:cNvPr>
          <p:cNvSpPr>
            <a:spLocks noGrp="1"/>
          </p:cNvSpPr>
          <p:nvPr>
            <p:ph type="sldNum" sz="quarter" idx="5"/>
          </p:nvPr>
        </p:nvSpPr>
        <p:spPr/>
        <p:txBody>
          <a:bodyPr/>
          <a:lstStyle/>
          <a:p>
            <a:fld id="{CE98BABC-5612-4B83-B2BB-AD3F6763955A}" type="slidenum">
              <a:t>16</a:t>
            </a:fld>
            <a:endParaRPr lang="en-US"/>
          </a:p>
        </p:txBody>
      </p:sp>
    </p:spTree>
    <p:extLst>
      <p:ext uri="{BB962C8B-B14F-4D97-AF65-F5344CB8AC3E}">
        <p14:creationId xmlns:p14="http://schemas.microsoft.com/office/powerpoint/2010/main" val="24617110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001" dirty="0"/>
          </a:p>
        </p:txBody>
      </p:sp>
      <p:sp>
        <p:nvSpPr>
          <p:cNvPr id="4" name="Slide Number Placeholder 3"/>
          <p:cNvSpPr>
            <a:spLocks noGrp="1"/>
          </p:cNvSpPr>
          <p:nvPr>
            <p:ph type="sldNum" sz="quarter" idx="5"/>
          </p:nvPr>
        </p:nvSpPr>
        <p:spPr/>
        <p:txBody>
          <a:bodyPr/>
          <a:lstStyle/>
          <a:p>
            <a:fld id="{CE98BABC-5612-4B83-B2BB-AD3F6763955A}" type="slidenum">
              <a:rPr lang="en-001" smtClean="0"/>
              <a:t>17</a:t>
            </a:fld>
            <a:endParaRPr lang="en-001"/>
          </a:p>
        </p:txBody>
      </p:sp>
    </p:spTree>
    <p:extLst>
      <p:ext uri="{BB962C8B-B14F-4D97-AF65-F5344CB8AC3E}">
        <p14:creationId xmlns:p14="http://schemas.microsoft.com/office/powerpoint/2010/main" val="21904526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Skills orientan. MCP conecta. La identidad gobierna. Cerrar recuperando las responsabilidades: la skill guía la intención, el contrato delimita la herramienta y el servidor gobierna la operación real. Empezar con una tool pequeña y de lectura reduce el alcance del primer paso sin relajar los controles.
Mantener skill, conector, MCP y API como capas separadas. Usar Entra SSO para preservar la identidad del usuario y OBO cuando la API sea un recurso distinto con su propia audiencia y scopes. Dev Tunnel es desarrollo: para producción se necesitan decisiones explícitas de hosting y custodia de secretos en Key Vault, además del gateway cuando se decida implementarlo y validarlo. No hay un enrutamiento automático de Cowork a AI Gateway.
Medir antes de ampliar: uso, coste, errores, autorización y riesgo de datos. No cerrar con promesas de ahorro o resultados que no se hayan comprobado. La siguiente acción propuesta es elegir una capacidad pequeña de lectura, definir su contrato y validar identidad, autorización y observabilidad antes de extenderla a más usuarios. Todo el contenido sigue el orden y el enfoque del guion suministrado.
Fuente: guion-ppt-cowork-mcp.md. Diagramas conceptuales editables; no se han ejecutado las llamadas ni se presentan capturas o resultados medidos. El pie heredado de la plantilla (11 pt y hashtag partido) queda cubierto y sustituido visualmente por un pie nuevo legible, conservando masters y layouts.
Criterio visual: se conservan los motivos orgánicos y el logotipo Bizz Summit. El logotipo no es una imagen de fondo que deba llenar la diapositiva; la ilustración adicional está deliberadamente limitada a la demo.</a:t>
            </a:r>
          </a:p>
        </p:txBody>
      </p:sp>
      <p:sp>
        <p:nvSpPr>
          <p:cNvPr id="4" name="Slide Number Placeholder 3"/>
          <p:cNvSpPr>
            <a:spLocks noGrp="1"/>
          </p:cNvSpPr>
          <p:nvPr>
            <p:ph type="sldNum" sz="quarter" idx="5"/>
          </p:nvPr>
        </p:nvSpPr>
        <p:spPr/>
        <p:txBody>
          <a:bodyPr/>
          <a:lstStyle/>
          <a:p>
            <a:fld id="{CE98BABC-5612-4B83-B2BB-AD3F6763955A}" type="slidenum">
              <a:t>19</a:t>
            </a:fld>
            <a:endParaRPr lang="en-US"/>
          </a:p>
        </p:txBody>
      </p:sp>
    </p:spTree>
    <p:extLst>
      <p:ext uri="{BB962C8B-B14F-4D97-AF65-F5344CB8AC3E}">
        <p14:creationId xmlns:p14="http://schemas.microsoft.com/office/powerpoint/2010/main" val="25119939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32949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rgbClr val="F5F6FA"/>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24320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Title and Content">
    <p:bg>
      <p:bgPr>
        <a:solidFill>
          <a:schemeClr val="tx2"/>
        </a:solidFill>
        <a:effectLst/>
      </p:bgPr>
    </p:bg>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CC494922-A55E-49C2-8326-FC2946D88B72}"/>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bg1">
                    <a:lumMod val="85000"/>
                  </a:schemeClr>
                </a:solidFill>
                <a:latin typeface="+mj-lt"/>
                <a:ea typeface="Roboto Condensed" panose="02000000000000000000" pitchFamily="2" charset="0"/>
                <a:cs typeface="Segoe UI" panose="020B0502040204020203" pitchFamily="34" charset="0"/>
              </a:rPr>
              <a:pPr algn="ctr"/>
              <a:t>‹#›</a:t>
            </a:fld>
            <a:endParaRPr lang="id-ID" sz="4400" i="0">
              <a:solidFill>
                <a:schemeClr val="bg1">
                  <a:lumMod val="85000"/>
                </a:schemeClr>
              </a:solidFill>
              <a:latin typeface="+mj-lt"/>
              <a:ea typeface="Roboto Condensed" panose="02000000000000000000" pitchFamily="2" charset="0"/>
              <a:cs typeface="Segoe UI" panose="020B0502040204020203" pitchFamily="34" charset="0"/>
            </a:endParaRPr>
          </a:p>
        </p:txBody>
      </p:sp>
      <p:sp>
        <p:nvSpPr>
          <p:cNvPr id="39" name="Freeform: Shape 38">
            <a:extLst>
              <a:ext uri="{FF2B5EF4-FFF2-40B4-BE49-F238E27FC236}">
                <a16:creationId xmlns:a16="http://schemas.microsoft.com/office/drawing/2014/main" id="{E683CE5E-53BD-461A-8676-164941D58FEE}"/>
              </a:ext>
            </a:extLst>
          </p:cNvPr>
          <p:cNvSpPr/>
          <p:nvPr userDrawn="1"/>
        </p:nvSpPr>
        <p:spPr>
          <a:xfrm>
            <a:off x="11471504" y="6083574"/>
            <a:ext cx="720496" cy="774426"/>
          </a:xfrm>
          <a:custGeom>
            <a:avLst/>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Imagen 2" descr="Logotipo&#10;&#10;El contenido generado por IA puede ser incorrecto.">
            <a:extLst>
              <a:ext uri="{FF2B5EF4-FFF2-40B4-BE49-F238E27FC236}">
                <a16:creationId xmlns:a16="http://schemas.microsoft.com/office/drawing/2014/main" id="{94873CFB-7DF3-660F-C9A1-0120E8308DC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1707" y="6182190"/>
            <a:ext cx="1399441" cy="291970"/>
          </a:xfrm>
          <a:prstGeom prst="rect">
            <a:avLst/>
          </a:prstGeom>
        </p:spPr>
      </p:pic>
      <p:sp>
        <p:nvSpPr>
          <p:cNvPr id="4" name="TextBox 7">
            <a:extLst>
              <a:ext uri="{FF2B5EF4-FFF2-40B4-BE49-F238E27FC236}">
                <a16:creationId xmlns:a16="http://schemas.microsoft.com/office/drawing/2014/main" id="{59876DDC-0726-E4BE-8EC5-EE09345D2D2D}"/>
              </a:ext>
            </a:extLst>
          </p:cNvPr>
          <p:cNvSpPr txBox="1"/>
          <p:nvPr userDrawn="1"/>
        </p:nvSpPr>
        <p:spPr>
          <a:xfrm>
            <a:off x="10294951" y="6335935"/>
            <a:ext cx="1355580" cy="261610"/>
          </a:xfrm>
          <a:prstGeom prst="rect">
            <a:avLst/>
          </a:prstGeom>
          <a:noFill/>
        </p:spPr>
        <p:txBody>
          <a:bodyPr wrap="square" rtlCol="0">
            <a:spAutoFit/>
          </a:bodyPr>
          <a:lstStyle/>
          <a:p>
            <a:r>
              <a:rPr lang="en-US" sz="1100" b="0">
                <a:solidFill>
                  <a:schemeClr val="bg1"/>
                </a:solidFill>
                <a:latin typeface="Segoe UI" panose="020B0502040204020203" pitchFamily="34" charset="0"/>
                <a:cs typeface="Segoe UI" panose="020B0502040204020203" pitchFamily="34" charset="0"/>
              </a:rPr>
              <a:t>#BizzSummit2026</a:t>
            </a:r>
            <a:endParaRPr lang="en-GB" sz="1100" b="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4193304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24_Title and Content">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51603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8_Title and Content">
    <p:bg>
      <p:bgPr>
        <a:solidFill>
          <a:schemeClr val="accent1"/>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0201B404-FC71-4854-913A-43B7D14F6885}"/>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bg1"/>
                </a:solidFill>
                <a:latin typeface="+mj-lt"/>
                <a:ea typeface="Roboto Condensed" panose="02000000000000000000" pitchFamily="2" charset="0"/>
                <a:cs typeface="Segoe UI" panose="020B0502040204020203" pitchFamily="34" charset="0"/>
              </a:rPr>
              <a:pPr algn="ctr"/>
              <a:t>‹#›</a:t>
            </a:fld>
            <a:endParaRPr lang="id-ID" sz="4400" i="0">
              <a:solidFill>
                <a:schemeClr val="bg1"/>
              </a:solidFill>
              <a:latin typeface="+mj-lt"/>
              <a:ea typeface="Roboto Condensed" panose="02000000000000000000" pitchFamily="2" charset="0"/>
              <a:cs typeface="Segoe UI" panose="020B0502040204020203" pitchFamily="34" charset="0"/>
            </a:endParaRPr>
          </a:p>
        </p:txBody>
      </p:sp>
      <p:sp>
        <p:nvSpPr>
          <p:cNvPr id="21" name="Freeform: Shape 20">
            <a:extLst>
              <a:ext uri="{FF2B5EF4-FFF2-40B4-BE49-F238E27FC236}">
                <a16:creationId xmlns:a16="http://schemas.microsoft.com/office/drawing/2014/main" id="{DCD427C9-3A94-4730-8F39-7F43B5131A2F}"/>
              </a:ext>
            </a:extLst>
          </p:cNvPr>
          <p:cNvSpPr/>
          <p:nvPr userDrawn="1"/>
        </p:nvSpPr>
        <p:spPr>
          <a:xfrm>
            <a:off x="11471504" y="6083574"/>
            <a:ext cx="720496" cy="774426"/>
          </a:xfrm>
          <a:custGeom>
            <a:avLst/>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pic>
        <p:nvPicPr>
          <p:cNvPr id="2" name="Imagen 1" descr="Logotipo&#10;&#10;El contenido generado por IA puede ser incorrecto.">
            <a:extLst>
              <a:ext uri="{FF2B5EF4-FFF2-40B4-BE49-F238E27FC236}">
                <a16:creationId xmlns:a16="http://schemas.microsoft.com/office/drawing/2014/main" id="{24140CB2-7AD1-9500-ADC4-A040CFB9C72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1707" y="6182190"/>
            <a:ext cx="1399441" cy="291970"/>
          </a:xfrm>
          <a:prstGeom prst="rect">
            <a:avLst/>
          </a:prstGeom>
        </p:spPr>
      </p:pic>
      <p:sp>
        <p:nvSpPr>
          <p:cNvPr id="3" name="TextBox 7">
            <a:extLst>
              <a:ext uri="{FF2B5EF4-FFF2-40B4-BE49-F238E27FC236}">
                <a16:creationId xmlns:a16="http://schemas.microsoft.com/office/drawing/2014/main" id="{F5C26F03-21E6-14B3-7B40-9A37D95EFF81}"/>
              </a:ext>
            </a:extLst>
          </p:cNvPr>
          <p:cNvSpPr txBox="1"/>
          <p:nvPr userDrawn="1"/>
        </p:nvSpPr>
        <p:spPr>
          <a:xfrm>
            <a:off x="10294951" y="6335935"/>
            <a:ext cx="1355580" cy="261610"/>
          </a:xfrm>
          <a:prstGeom prst="rect">
            <a:avLst/>
          </a:prstGeom>
          <a:noFill/>
        </p:spPr>
        <p:txBody>
          <a:bodyPr wrap="square" rtlCol="0">
            <a:spAutoFit/>
          </a:bodyPr>
          <a:lstStyle/>
          <a:p>
            <a:r>
              <a:rPr lang="en-US" sz="1100" b="0">
                <a:solidFill>
                  <a:schemeClr val="bg1"/>
                </a:solidFill>
                <a:latin typeface="Segoe UI" panose="020B0502040204020203" pitchFamily="34" charset="0"/>
                <a:cs typeface="Segoe UI" panose="020B0502040204020203" pitchFamily="34" charset="0"/>
              </a:rPr>
              <a:t>#BizzSummit2026</a:t>
            </a:r>
            <a:endParaRPr lang="en-GB" sz="1100" b="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147943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5_Title and Content">
    <p:bg>
      <p:bgPr>
        <a:solidFill>
          <a:schemeClr val="accent2"/>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0201B404-FC71-4854-913A-43B7D14F6885}"/>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bg1"/>
                </a:solidFill>
                <a:latin typeface="+mj-lt"/>
                <a:ea typeface="Roboto Condensed" panose="02000000000000000000" pitchFamily="2" charset="0"/>
                <a:cs typeface="Segoe UI" panose="020B0502040204020203" pitchFamily="34" charset="0"/>
              </a:rPr>
              <a:pPr algn="ctr"/>
              <a:t>‹#›</a:t>
            </a:fld>
            <a:endParaRPr lang="id-ID" sz="4400" i="0">
              <a:solidFill>
                <a:schemeClr val="bg1"/>
              </a:solidFill>
              <a:latin typeface="+mj-lt"/>
              <a:ea typeface="Roboto Condensed" panose="02000000000000000000" pitchFamily="2" charset="0"/>
              <a:cs typeface="Segoe UI" panose="020B0502040204020203" pitchFamily="34" charset="0"/>
            </a:endParaRPr>
          </a:p>
        </p:txBody>
      </p:sp>
      <p:sp>
        <p:nvSpPr>
          <p:cNvPr id="21" name="Freeform: Shape 20">
            <a:extLst>
              <a:ext uri="{FF2B5EF4-FFF2-40B4-BE49-F238E27FC236}">
                <a16:creationId xmlns:a16="http://schemas.microsoft.com/office/drawing/2014/main" id="{DCD427C9-3A94-4730-8F39-7F43B5131A2F}"/>
              </a:ext>
            </a:extLst>
          </p:cNvPr>
          <p:cNvSpPr/>
          <p:nvPr userDrawn="1"/>
        </p:nvSpPr>
        <p:spPr>
          <a:xfrm>
            <a:off x="11471504" y="6083574"/>
            <a:ext cx="720496" cy="774426"/>
          </a:xfrm>
          <a:custGeom>
            <a:avLst/>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pic>
        <p:nvPicPr>
          <p:cNvPr id="2" name="Imagen 1" descr="Logotipo&#10;&#10;El contenido generado por IA puede ser incorrecto.">
            <a:extLst>
              <a:ext uri="{FF2B5EF4-FFF2-40B4-BE49-F238E27FC236}">
                <a16:creationId xmlns:a16="http://schemas.microsoft.com/office/drawing/2014/main" id="{1F412BFD-B8F3-CBA9-0712-BBA9EA5BA0A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1707" y="6182190"/>
            <a:ext cx="1399441" cy="291970"/>
          </a:xfrm>
          <a:prstGeom prst="rect">
            <a:avLst/>
          </a:prstGeom>
        </p:spPr>
      </p:pic>
      <p:sp>
        <p:nvSpPr>
          <p:cNvPr id="3" name="TextBox 7">
            <a:extLst>
              <a:ext uri="{FF2B5EF4-FFF2-40B4-BE49-F238E27FC236}">
                <a16:creationId xmlns:a16="http://schemas.microsoft.com/office/drawing/2014/main" id="{B0CFE2DC-EE71-ECB6-E2B5-C1573742BDC0}"/>
              </a:ext>
            </a:extLst>
          </p:cNvPr>
          <p:cNvSpPr txBox="1"/>
          <p:nvPr userDrawn="1"/>
        </p:nvSpPr>
        <p:spPr>
          <a:xfrm>
            <a:off x="10294951" y="6335935"/>
            <a:ext cx="1355580" cy="261610"/>
          </a:xfrm>
          <a:prstGeom prst="rect">
            <a:avLst/>
          </a:prstGeom>
          <a:noFill/>
        </p:spPr>
        <p:txBody>
          <a:bodyPr wrap="square" rtlCol="0">
            <a:spAutoFit/>
          </a:bodyPr>
          <a:lstStyle/>
          <a:p>
            <a:r>
              <a:rPr lang="en-US" sz="1100" b="0">
                <a:solidFill>
                  <a:schemeClr val="bg1"/>
                </a:solidFill>
                <a:latin typeface="Segoe UI" panose="020B0502040204020203" pitchFamily="34" charset="0"/>
                <a:cs typeface="Segoe UI" panose="020B0502040204020203" pitchFamily="34" charset="0"/>
              </a:rPr>
              <a:t>#BizzSummit2026</a:t>
            </a:r>
            <a:endParaRPr lang="en-GB" sz="1100" b="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2534497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4_Title and Content">
    <p:bg>
      <p:bgPr>
        <a:solidFill>
          <a:schemeClr val="accent3"/>
        </a:solidFill>
        <a:effectLst/>
      </p:bgPr>
    </p:bg>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273267EC-349E-4292-B25B-3453C654BEC6}"/>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tx2"/>
                </a:solidFill>
                <a:latin typeface="+mj-lt"/>
                <a:ea typeface="Roboto Condensed" panose="02000000000000000000" pitchFamily="2" charset="0"/>
                <a:cs typeface="Segoe UI" panose="020B0502040204020203" pitchFamily="34" charset="0"/>
              </a:rPr>
              <a:pPr algn="ctr"/>
              <a:t>‹#›</a:t>
            </a:fld>
            <a:endParaRPr lang="id-ID" sz="4400" i="0">
              <a:solidFill>
                <a:schemeClr val="tx2"/>
              </a:solidFill>
              <a:latin typeface="+mj-lt"/>
              <a:ea typeface="Roboto Condensed" panose="02000000000000000000" pitchFamily="2" charset="0"/>
              <a:cs typeface="Segoe UI" panose="020B0502040204020203" pitchFamily="34" charset="0"/>
            </a:endParaRPr>
          </a:p>
        </p:txBody>
      </p:sp>
      <p:sp>
        <p:nvSpPr>
          <p:cNvPr id="43" name="Freeform: Shape 42">
            <a:extLst>
              <a:ext uri="{FF2B5EF4-FFF2-40B4-BE49-F238E27FC236}">
                <a16:creationId xmlns:a16="http://schemas.microsoft.com/office/drawing/2014/main" id="{18807F36-FF45-45E3-8DB9-F81B4A230F2F}"/>
              </a:ext>
            </a:extLst>
          </p:cNvPr>
          <p:cNvSpPr/>
          <p:nvPr userDrawn="1"/>
        </p:nvSpPr>
        <p:spPr>
          <a:xfrm>
            <a:off x="11471504" y="6083574"/>
            <a:ext cx="720496" cy="774426"/>
          </a:xfrm>
          <a:custGeom>
            <a:avLst/>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pic>
        <p:nvPicPr>
          <p:cNvPr id="4" name="Imagen 3" descr="Logotipo&#10;&#10;El contenido generado por IA puede ser incorrecto.">
            <a:extLst>
              <a:ext uri="{FF2B5EF4-FFF2-40B4-BE49-F238E27FC236}">
                <a16:creationId xmlns:a16="http://schemas.microsoft.com/office/drawing/2014/main" id="{B1423980-E60F-C8F2-97DC-A467BCD7609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50701" y="6186386"/>
            <a:ext cx="1324043" cy="276239"/>
          </a:xfrm>
          <a:prstGeom prst="rect">
            <a:avLst/>
          </a:prstGeom>
        </p:spPr>
      </p:pic>
      <p:sp>
        <p:nvSpPr>
          <p:cNvPr id="6" name="TextBox 7">
            <a:extLst>
              <a:ext uri="{FF2B5EF4-FFF2-40B4-BE49-F238E27FC236}">
                <a16:creationId xmlns:a16="http://schemas.microsoft.com/office/drawing/2014/main" id="{4CA5722F-78C2-9A07-4A8F-010F678E1F8E}"/>
              </a:ext>
            </a:extLst>
          </p:cNvPr>
          <p:cNvSpPr txBox="1"/>
          <p:nvPr userDrawn="1"/>
        </p:nvSpPr>
        <p:spPr>
          <a:xfrm>
            <a:off x="10294951" y="6335935"/>
            <a:ext cx="1355580" cy="261610"/>
          </a:xfrm>
          <a:prstGeom prst="rect">
            <a:avLst/>
          </a:prstGeom>
          <a:noFill/>
        </p:spPr>
        <p:txBody>
          <a:bodyPr wrap="square" rtlCol="0">
            <a:spAutoFit/>
          </a:bodyPr>
          <a:lstStyle/>
          <a:p>
            <a:r>
              <a:rPr lang="en-US" sz="1100" b="0">
                <a:solidFill>
                  <a:schemeClr val="tx2"/>
                </a:solidFill>
                <a:latin typeface="Segoe UI" panose="020B0502040204020203" pitchFamily="34" charset="0"/>
                <a:cs typeface="Segoe UI" panose="020B0502040204020203" pitchFamily="34" charset="0"/>
              </a:rPr>
              <a:t>#BizzSummit2026</a:t>
            </a:r>
            <a:endParaRPr lang="en-GB" sz="1100" b="0">
              <a:solidFill>
                <a:schemeClr val="tx2"/>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6832268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25_Title and Content">
    <p:bg>
      <p:bgPr>
        <a:solidFill>
          <a:schemeClr val="accent4"/>
        </a:solidFill>
        <a:effectLst/>
      </p:bgPr>
    </p:bg>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273267EC-349E-4292-B25B-3453C654BEC6}"/>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tx2"/>
                </a:solidFill>
                <a:latin typeface="+mj-lt"/>
                <a:ea typeface="Roboto Condensed" panose="02000000000000000000" pitchFamily="2" charset="0"/>
                <a:cs typeface="Segoe UI" panose="020B0502040204020203" pitchFamily="34" charset="0"/>
              </a:rPr>
              <a:pPr algn="ctr"/>
              <a:t>‹#›</a:t>
            </a:fld>
            <a:endParaRPr lang="id-ID" sz="4400" i="0">
              <a:solidFill>
                <a:schemeClr val="tx2"/>
              </a:solidFill>
              <a:latin typeface="+mj-lt"/>
              <a:ea typeface="Roboto Condensed" panose="02000000000000000000" pitchFamily="2" charset="0"/>
              <a:cs typeface="Segoe UI" panose="020B0502040204020203" pitchFamily="34" charset="0"/>
            </a:endParaRPr>
          </a:p>
        </p:txBody>
      </p:sp>
      <p:sp>
        <p:nvSpPr>
          <p:cNvPr id="43" name="Freeform: Shape 42">
            <a:extLst>
              <a:ext uri="{FF2B5EF4-FFF2-40B4-BE49-F238E27FC236}">
                <a16:creationId xmlns:a16="http://schemas.microsoft.com/office/drawing/2014/main" id="{18807F36-FF45-45E3-8DB9-F81B4A230F2F}"/>
              </a:ext>
            </a:extLst>
          </p:cNvPr>
          <p:cNvSpPr/>
          <p:nvPr userDrawn="1"/>
        </p:nvSpPr>
        <p:spPr>
          <a:xfrm>
            <a:off x="11471504" y="6083574"/>
            <a:ext cx="720496" cy="774426"/>
          </a:xfrm>
          <a:custGeom>
            <a:avLst/>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pic>
        <p:nvPicPr>
          <p:cNvPr id="2" name="Imagen 1" descr="Logotipo&#10;&#10;El contenido generado por IA puede ser incorrecto.">
            <a:extLst>
              <a:ext uri="{FF2B5EF4-FFF2-40B4-BE49-F238E27FC236}">
                <a16:creationId xmlns:a16="http://schemas.microsoft.com/office/drawing/2014/main" id="{8B08432C-0986-C17D-F9FC-D25DEADC81C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50701" y="6186386"/>
            <a:ext cx="1324043" cy="276239"/>
          </a:xfrm>
          <a:prstGeom prst="rect">
            <a:avLst/>
          </a:prstGeom>
        </p:spPr>
      </p:pic>
      <p:sp>
        <p:nvSpPr>
          <p:cNvPr id="3" name="TextBox 7">
            <a:extLst>
              <a:ext uri="{FF2B5EF4-FFF2-40B4-BE49-F238E27FC236}">
                <a16:creationId xmlns:a16="http://schemas.microsoft.com/office/drawing/2014/main" id="{7EAFD11C-DBB8-8931-C3B0-9C9F4B57AF0C}"/>
              </a:ext>
            </a:extLst>
          </p:cNvPr>
          <p:cNvSpPr txBox="1"/>
          <p:nvPr userDrawn="1"/>
        </p:nvSpPr>
        <p:spPr>
          <a:xfrm>
            <a:off x="10294951" y="6335935"/>
            <a:ext cx="1355580" cy="261610"/>
          </a:xfrm>
          <a:prstGeom prst="rect">
            <a:avLst/>
          </a:prstGeom>
          <a:noFill/>
        </p:spPr>
        <p:txBody>
          <a:bodyPr wrap="square" rtlCol="0">
            <a:spAutoFit/>
          </a:bodyPr>
          <a:lstStyle/>
          <a:p>
            <a:r>
              <a:rPr lang="en-US" sz="1100" b="0">
                <a:solidFill>
                  <a:schemeClr val="tx2"/>
                </a:solidFill>
                <a:latin typeface="Segoe UI" panose="020B0502040204020203" pitchFamily="34" charset="0"/>
                <a:cs typeface="Segoe UI" panose="020B0502040204020203" pitchFamily="34" charset="0"/>
              </a:rPr>
              <a:t>#BizzSummit2026</a:t>
            </a:r>
            <a:endParaRPr lang="en-GB" sz="1100" b="0">
              <a:solidFill>
                <a:schemeClr val="tx2"/>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1388719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6_Title and Content">
    <p:bg>
      <p:bgPr>
        <a:solidFill>
          <a:schemeClr val="accent5"/>
        </a:solidFill>
        <a:effectLst/>
      </p:bgPr>
    </p:bg>
    <p:spTree>
      <p:nvGrpSpPr>
        <p:cNvPr id="1" name=""/>
        <p:cNvGrpSpPr/>
        <p:nvPr/>
      </p:nvGrpSpPr>
      <p:grpSpPr>
        <a:xfrm>
          <a:off x="0" y="0"/>
          <a:ext cx="0" cy="0"/>
          <a:chOff x="0" y="0"/>
          <a:chExt cx="0" cy="0"/>
        </a:xfrm>
      </p:grpSpPr>
      <p:sp>
        <p:nvSpPr>
          <p:cNvPr id="21" name="Freeform: Shape 20">
            <a:extLst>
              <a:ext uri="{FF2B5EF4-FFF2-40B4-BE49-F238E27FC236}">
                <a16:creationId xmlns:a16="http://schemas.microsoft.com/office/drawing/2014/main" id="{8CC187EC-8396-4004-B000-A5A19819C533}"/>
              </a:ext>
            </a:extLst>
          </p:cNvPr>
          <p:cNvSpPr/>
          <p:nvPr userDrawn="1"/>
        </p:nvSpPr>
        <p:spPr>
          <a:xfrm>
            <a:off x="11471504" y="6083574"/>
            <a:ext cx="720496" cy="774426"/>
          </a:xfrm>
          <a:custGeom>
            <a:avLst/>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2" name="TextBox 20">
            <a:extLst>
              <a:ext uri="{FF2B5EF4-FFF2-40B4-BE49-F238E27FC236}">
                <a16:creationId xmlns:a16="http://schemas.microsoft.com/office/drawing/2014/main" id="{EDBF07B1-5FDD-9993-3E02-02E050663132}"/>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bg1">
                    <a:lumMod val="85000"/>
                  </a:schemeClr>
                </a:solidFill>
                <a:latin typeface="+mj-lt"/>
                <a:ea typeface="Roboto Condensed" panose="02000000000000000000" pitchFamily="2" charset="0"/>
                <a:cs typeface="Segoe UI" panose="020B0502040204020203" pitchFamily="34" charset="0"/>
              </a:rPr>
              <a:pPr algn="ctr"/>
              <a:t>‹#›</a:t>
            </a:fld>
            <a:endParaRPr lang="id-ID" sz="4400" i="0">
              <a:solidFill>
                <a:schemeClr val="bg1">
                  <a:lumMod val="85000"/>
                </a:schemeClr>
              </a:solidFill>
              <a:latin typeface="+mj-lt"/>
              <a:ea typeface="Roboto Condensed" panose="02000000000000000000" pitchFamily="2" charset="0"/>
              <a:cs typeface="Segoe UI" panose="020B0502040204020203" pitchFamily="34" charset="0"/>
            </a:endParaRPr>
          </a:p>
        </p:txBody>
      </p:sp>
      <p:pic>
        <p:nvPicPr>
          <p:cNvPr id="3" name="Imagen 2" descr="Logotipo&#10;&#10;El contenido generado por IA puede ser incorrecto.">
            <a:extLst>
              <a:ext uri="{FF2B5EF4-FFF2-40B4-BE49-F238E27FC236}">
                <a16:creationId xmlns:a16="http://schemas.microsoft.com/office/drawing/2014/main" id="{59A10549-BE6D-4DE6-BA55-6C74DD12A70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1707" y="6182190"/>
            <a:ext cx="1399441" cy="291970"/>
          </a:xfrm>
          <a:prstGeom prst="rect">
            <a:avLst/>
          </a:prstGeom>
        </p:spPr>
      </p:pic>
      <p:sp>
        <p:nvSpPr>
          <p:cNvPr id="4" name="TextBox 7">
            <a:extLst>
              <a:ext uri="{FF2B5EF4-FFF2-40B4-BE49-F238E27FC236}">
                <a16:creationId xmlns:a16="http://schemas.microsoft.com/office/drawing/2014/main" id="{AC87A5F9-FC8B-5E8F-3FF0-2A3D1C468840}"/>
              </a:ext>
            </a:extLst>
          </p:cNvPr>
          <p:cNvSpPr txBox="1"/>
          <p:nvPr userDrawn="1"/>
        </p:nvSpPr>
        <p:spPr>
          <a:xfrm>
            <a:off x="10294951" y="6335935"/>
            <a:ext cx="1355580" cy="261610"/>
          </a:xfrm>
          <a:prstGeom prst="rect">
            <a:avLst/>
          </a:prstGeom>
          <a:noFill/>
        </p:spPr>
        <p:txBody>
          <a:bodyPr wrap="square" rtlCol="0">
            <a:spAutoFit/>
          </a:bodyPr>
          <a:lstStyle/>
          <a:p>
            <a:r>
              <a:rPr lang="en-US" sz="1100" b="0">
                <a:solidFill>
                  <a:schemeClr val="bg1"/>
                </a:solidFill>
                <a:latin typeface="Segoe UI" panose="020B0502040204020203" pitchFamily="34" charset="0"/>
                <a:cs typeface="Segoe UI" panose="020B0502040204020203" pitchFamily="34" charset="0"/>
              </a:rPr>
              <a:t>#BizzSummit2026</a:t>
            </a:r>
            <a:endParaRPr lang="en-GB" sz="1100" b="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4245283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7_Title and Content">
    <p:bg>
      <p:bgPr>
        <a:solidFill>
          <a:schemeClr val="accent6"/>
        </a:solidFill>
        <a:effectLst/>
      </p:bgPr>
    </p:bg>
    <p:spTree>
      <p:nvGrpSpPr>
        <p:cNvPr id="1" name=""/>
        <p:cNvGrpSpPr/>
        <p:nvPr/>
      </p:nvGrpSpPr>
      <p:grpSpPr>
        <a:xfrm>
          <a:off x="0" y="0"/>
          <a:ext cx="0" cy="0"/>
          <a:chOff x="0" y="0"/>
          <a:chExt cx="0" cy="0"/>
        </a:xfrm>
      </p:grpSpPr>
      <p:sp>
        <p:nvSpPr>
          <p:cNvPr id="21" name="Freeform: Shape 20">
            <a:extLst>
              <a:ext uri="{FF2B5EF4-FFF2-40B4-BE49-F238E27FC236}">
                <a16:creationId xmlns:a16="http://schemas.microsoft.com/office/drawing/2014/main" id="{3C5AD6A4-3D24-4C93-A062-C41B2ADCD69A}"/>
              </a:ext>
            </a:extLst>
          </p:cNvPr>
          <p:cNvSpPr/>
          <p:nvPr userDrawn="1"/>
        </p:nvSpPr>
        <p:spPr>
          <a:xfrm>
            <a:off x="11471504" y="6083574"/>
            <a:ext cx="720496" cy="774426"/>
          </a:xfrm>
          <a:custGeom>
            <a:avLst/>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2" name="TextBox 20">
            <a:extLst>
              <a:ext uri="{FF2B5EF4-FFF2-40B4-BE49-F238E27FC236}">
                <a16:creationId xmlns:a16="http://schemas.microsoft.com/office/drawing/2014/main" id="{C9ABBC4F-3FDA-B5CF-4127-630ADCDCE091}"/>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bg1">
                    <a:lumMod val="85000"/>
                  </a:schemeClr>
                </a:solidFill>
                <a:latin typeface="+mj-lt"/>
                <a:ea typeface="Roboto Condensed" panose="02000000000000000000" pitchFamily="2" charset="0"/>
                <a:cs typeface="Segoe UI" panose="020B0502040204020203" pitchFamily="34" charset="0"/>
              </a:rPr>
              <a:pPr algn="ctr"/>
              <a:t>‹#›</a:t>
            </a:fld>
            <a:endParaRPr lang="id-ID" sz="4400" i="0">
              <a:solidFill>
                <a:schemeClr val="bg1">
                  <a:lumMod val="85000"/>
                </a:schemeClr>
              </a:solidFill>
              <a:latin typeface="+mj-lt"/>
              <a:ea typeface="Roboto Condensed" panose="02000000000000000000" pitchFamily="2" charset="0"/>
              <a:cs typeface="Segoe UI" panose="020B0502040204020203" pitchFamily="34" charset="0"/>
            </a:endParaRPr>
          </a:p>
        </p:txBody>
      </p:sp>
      <p:pic>
        <p:nvPicPr>
          <p:cNvPr id="3" name="Imagen 2" descr="Logotipo&#10;&#10;El contenido generado por IA puede ser incorrecto.">
            <a:extLst>
              <a:ext uri="{FF2B5EF4-FFF2-40B4-BE49-F238E27FC236}">
                <a16:creationId xmlns:a16="http://schemas.microsoft.com/office/drawing/2014/main" id="{B470B9CE-6085-9B6C-69E6-FE2727F0163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1707" y="6182190"/>
            <a:ext cx="1399441" cy="291970"/>
          </a:xfrm>
          <a:prstGeom prst="rect">
            <a:avLst/>
          </a:prstGeom>
        </p:spPr>
      </p:pic>
      <p:sp>
        <p:nvSpPr>
          <p:cNvPr id="4" name="TextBox 7">
            <a:extLst>
              <a:ext uri="{FF2B5EF4-FFF2-40B4-BE49-F238E27FC236}">
                <a16:creationId xmlns:a16="http://schemas.microsoft.com/office/drawing/2014/main" id="{51172AEB-3DBE-6F89-710E-5F1A6EE7E611}"/>
              </a:ext>
            </a:extLst>
          </p:cNvPr>
          <p:cNvSpPr txBox="1"/>
          <p:nvPr userDrawn="1"/>
        </p:nvSpPr>
        <p:spPr>
          <a:xfrm>
            <a:off x="10294951" y="6335935"/>
            <a:ext cx="1355580" cy="261610"/>
          </a:xfrm>
          <a:prstGeom prst="rect">
            <a:avLst/>
          </a:prstGeom>
          <a:noFill/>
        </p:spPr>
        <p:txBody>
          <a:bodyPr wrap="square" rtlCol="0">
            <a:spAutoFit/>
          </a:bodyPr>
          <a:lstStyle/>
          <a:p>
            <a:r>
              <a:rPr lang="en-US" sz="1100" b="0">
                <a:solidFill>
                  <a:schemeClr val="bg1"/>
                </a:solidFill>
                <a:latin typeface="Segoe UI" panose="020B0502040204020203" pitchFamily="34" charset="0"/>
                <a:cs typeface="Segoe UI" panose="020B0502040204020203" pitchFamily="34" charset="0"/>
              </a:rPr>
              <a:t>#BizzSummit2026</a:t>
            </a:r>
            <a:endParaRPr lang="en-GB" sz="1100" b="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7916758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3_Title and Content">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68526BFF-456B-474A-8BE2-1598D227355E}"/>
              </a:ext>
            </a:extLst>
          </p:cNvPr>
          <p:cNvSpPr/>
          <p:nvPr userDrawn="1"/>
        </p:nvSpPr>
        <p:spPr>
          <a:xfrm>
            <a:off x="-1" y="3"/>
            <a:ext cx="12192000" cy="2211807"/>
          </a:xfrm>
          <a:custGeom>
            <a:avLst/>
            <a:gdLst>
              <a:gd name="connsiteX0" fmla="*/ 8397881 w 12192000"/>
              <a:gd name="connsiteY0" fmla="*/ 1800203 h 2211807"/>
              <a:gd name="connsiteX1" fmla="*/ 8397951 w 12192000"/>
              <a:gd name="connsiteY1" fmla="*/ 1800517 h 2211807"/>
              <a:gd name="connsiteX2" fmla="*/ 8398480 w 12192000"/>
              <a:gd name="connsiteY2" fmla="*/ 1800203 h 2211807"/>
              <a:gd name="connsiteX3" fmla="*/ 3793520 w 12192000"/>
              <a:gd name="connsiteY3" fmla="*/ 1800203 h 2211807"/>
              <a:gd name="connsiteX4" fmla="*/ 3794049 w 12192000"/>
              <a:gd name="connsiteY4" fmla="*/ 1800517 h 2211807"/>
              <a:gd name="connsiteX5" fmla="*/ 3794120 w 12192000"/>
              <a:gd name="connsiteY5" fmla="*/ 1800203 h 2211807"/>
              <a:gd name="connsiteX6" fmla="*/ 0 w 12192000"/>
              <a:gd name="connsiteY6" fmla="*/ 0 h 2211807"/>
              <a:gd name="connsiteX7" fmla="*/ 12192000 w 12192000"/>
              <a:gd name="connsiteY7" fmla="*/ 0 h 2211807"/>
              <a:gd name="connsiteX8" fmla="*/ 12192000 w 12192000"/>
              <a:gd name="connsiteY8" fmla="*/ 1757824 h 2211807"/>
              <a:gd name="connsiteX9" fmla="*/ 12192000 w 12192000"/>
              <a:gd name="connsiteY9" fmla="*/ 1859537 h 2211807"/>
              <a:gd name="connsiteX10" fmla="*/ 12165341 w 12192000"/>
              <a:gd name="connsiteY10" fmla="*/ 1861348 h 2211807"/>
              <a:gd name="connsiteX11" fmla="*/ 11967973 w 12192000"/>
              <a:gd name="connsiteY11" fmla="*/ 1934505 h 2211807"/>
              <a:gd name="connsiteX12" fmla="*/ 11944992 w 12192000"/>
              <a:gd name="connsiteY12" fmla="*/ 1953778 h 2211807"/>
              <a:gd name="connsiteX13" fmla="*/ 11942396 w 12192000"/>
              <a:gd name="connsiteY13" fmla="*/ 1957297 h 2211807"/>
              <a:gd name="connsiteX14" fmla="*/ 11911532 w 12192000"/>
              <a:gd name="connsiteY14" fmla="*/ 1981230 h 2211807"/>
              <a:gd name="connsiteX15" fmla="*/ 11808711 w 12192000"/>
              <a:gd name="connsiteY15" fmla="*/ 2063027 h 2211807"/>
              <a:gd name="connsiteX16" fmla="*/ 11291279 w 12192000"/>
              <a:gd name="connsiteY16" fmla="*/ 2211169 h 2211807"/>
              <a:gd name="connsiteX17" fmla="*/ 10847202 w 12192000"/>
              <a:gd name="connsiteY17" fmla="*/ 2019633 h 2211807"/>
              <a:gd name="connsiteX18" fmla="*/ 10424269 w 12192000"/>
              <a:gd name="connsiteY18" fmla="*/ 1831641 h 2211807"/>
              <a:gd name="connsiteX19" fmla="*/ 10128215 w 12192000"/>
              <a:gd name="connsiteY19" fmla="*/ 1980614 h 2211807"/>
              <a:gd name="connsiteX20" fmla="*/ 9564304 w 12192000"/>
              <a:gd name="connsiteY20" fmla="*/ 2200526 h 2211807"/>
              <a:gd name="connsiteX21" fmla="*/ 9096430 w 12192000"/>
              <a:gd name="connsiteY21" fmla="*/ 2051887 h 2211807"/>
              <a:gd name="connsiteX22" fmla="*/ 9033902 w 12192000"/>
              <a:gd name="connsiteY22" fmla="*/ 1994333 h 2211807"/>
              <a:gd name="connsiteX23" fmla="*/ 8988988 w 12192000"/>
              <a:gd name="connsiteY23" fmla="*/ 1957297 h 2211807"/>
              <a:gd name="connsiteX24" fmla="*/ 8979560 w 12192000"/>
              <a:gd name="connsiteY24" fmla="*/ 1943702 h 2211807"/>
              <a:gd name="connsiteX25" fmla="*/ 8949396 w 12192000"/>
              <a:gd name="connsiteY25" fmla="*/ 1915273 h 2211807"/>
              <a:gd name="connsiteX26" fmla="*/ 8718436 w 12192000"/>
              <a:gd name="connsiteY26" fmla="*/ 1821002 h 2211807"/>
              <a:gd name="connsiteX27" fmla="*/ 8429428 w 12192000"/>
              <a:gd name="connsiteY27" fmla="*/ 1969975 h 2211807"/>
              <a:gd name="connsiteX28" fmla="*/ 7752735 w 12192000"/>
              <a:gd name="connsiteY28" fmla="*/ 2204075 h 2211807"/>
              <a:gd name="connsiteX29" fmla="*/ 7195876 w 12192000"/>
              <a:gd name="connsiteY29" fmla="*/ 1962881 h 2211807"/>
              <a:gd name="connsiteX30" fmla="*/ 6956214 w 12192000"/>
              <a:gd name="connsiteY30" fmla="*/ 1831641 h 2211807"/>
              <a:gd name="connsiteX31" fmla="*/ 6674259 w 12192000"/>
              <a:gd name="connsiteY31" fmla="*/ 1966426 h 2211807"/>
              <a:gd name="connsiteX32" fmla="*/ 6578767 w 12192000"/>
              <a:gd name="connsiteY32" fmla="*/ 2049338 h 2211807"/>
              <a:gd name="connsiteX33" fmla="*/ 6558853 w 12192000"/>
              <a:gd name="connsiteY33" fmla="*/ 2061917 h 2211807"/>
              <a:gd name="connsiteX34" fmla="*/ 6545011 w 12192000"/>
              <a:gd name="connsiteY34" fmla="*/ 2075275 h 2211807"/>
              <a:gd name="connsiteX35" fmla="*/ 6109851 w 12192000"/>
              <a:gd name="connsiteY35" fmla="*/ 2196981 h 2211807"/>
              <a:gd name="connsiteX36" fmla="*/ 6096001 w 12192000"/>
              <a:gd name="connsiteY36" fmla="*/ 2196466 h 2211807"/>
              <a:gd name="connsiteX37" fmla="*/ 6082151 w 12192000"/>
              <a:gd name="connsiteY37" fmla="*/ 2196981 h 2211807"/>
              <a:gd name="connsiteX38" fmla="*/ 5646992 w 12192000"/>
              <a:gd name="connsiteY38" fmla="*/ 2075275 h 2211807"/>
              <a:gd name="connsiteX39" fmla="*/ 5633151 w 12192000"/>
              <a:gd name="connsiteY39" fmla="*/ 2061916 h 2211807"/>
              <a:gd name="connsiteX40" fmla="*/ 5613236 w 12192000"/>
              <a:gd name="connsiteY40" fmla="*/ 2049338 h 2211807"/>
              <a:gd name="connsiteX41" fmla="*/ 5517745 w 12192000"/>
              <a:gd name="connsiteY41" fmla="*/ 1966426 h 2211807"/>
              <a:gd name="connsiteX42" fmla="*/ 5235788 w 12192000"/>
              <a:gd name="connsiteY42" fmla="*/ 1831641 h 2211807"/>
              <a:gd name="connsiteX43" fmla="*/ 4996126 w 12192000"/>
              <a:gd name="connsiteY43" fmla="*/ 1962881 h 2211807"/>
              <a:gd name="connsiteX44" fmla="*/ 4439269 w 12192000"/>
              <a:gd name="connsiteY44" fmla="*/ 2204075 h 2211807"/>
              <a:gd name="connsiteX45" fmla="*/ 3762572 w 12192000"/>
              <a:gd name="connsiteY45" fmla="*/ 1969975 h 2211807"/>
              <a:gd name="connsiteX46" fmla="*/ 3473564 w 12192000"/>
              <a:gd name="connsiteY46" fmla="*/ 1821002 h 2211807"/>
              <a:gd name="connsiteX47" fmla="*/ 3242604 w 12192000"/>
              <a:gd name="connsiteY47" fmla="*/ 1915273 h 2211807"/>
              <a:gd name="connsiteX48" fmla="*/ 3212441 w 12192000"/>
              <a:gd name="connsiteY48" fmla="*/ 1943702 h 2211807"/>
              <a:gd name="connsiteX49" fmla="*/ 3203012 w 12192000"/>
              <a:gd name="connsiteY49" fmla="*/ 1957297 h 2211807"/>
              <a:gd name="connsiteX50" fmla="*/ 3158099 w 12192000"/>
              <a:gd name="connsiteY50" fmla="*/ 1994333 h 2211807"/>
              <a:gd name="connsiteX51" fmla="*/ 3095570 w 12192000"/>
              <a:gd name="connsiteY51" fmla="*/ 2051887 h 2211807"/>
              <a:gd name="connsiteX52" fmla="*/ 2627698 w 12192000"/>
              <a:gd name="connsiteY52" fmla="*/ 2200526 h 2211807"/>
              <a:gd name="connsiteX53" fmla="*/ 2063785 w 12192000"/>
              <a:gd name="connsiteY53" fmla="*/ 1980614 h 2211807"/>
              <a:gd name="connsiteX54" fmla="*/ 1767732 w 12192000"/>
              <a:gd name="connsiteY54" fmla="*/ 1831641 h 2211807"/>
              <a:gd name="connsiteX55" fmla="*/ 1344798 w 12192000"/>
              <a:gd name="connsiteY55" fmla="*/ 2019633 h 2211807"/>
              <a:gd name="connsiteX56" fmla="*/ 900721 w 12192000"/>
              <a:gd name="connsiteY56" fmla="*/ 2211169 h 2211807"/>
              <a:gd name="connsiteX57" fmla="*/ 383289 w 12192000"/>
              <a:gd name="connsiteY57" fmla="*/ 2063027 h 2211807"/>
              <a:gd name="connsiteX58" fmla="*/ 280468 w 12192000"/>
              <a:gd name="connsiteY58" fmla="*/ 1981230 h 2211807"/>
              <a:gd name="connsiteX59" fmla="*/ 249604 w 12192000"/>
              <a:gd name="connsiteY59" fmla="*/ 1957297 h 2211807"/>
              <a:gd name="connsiteX60" fmla="*/ 247008 w 12192000"/>
              <a:gd name="connsiteY60" fmla="*/ 1953778 h 2211807"/>
              <a:gd name="connsiteX61" fmla="*/ 224027 w 12192000"/>
              <a:gd name="connsiteY61" fmla="*/ 1934505 h 2211807"/>
              <a:gd name="connsiteX62" fmla="*/ 26659 w 12192000"/>
              <a:gd name="connsiteY62" fmla="*/ 1861348 h 2211807"/>
              <a:gd name="connsiteX63" fmla="*/ 0 w 12192000"/>
              <a:gd name="connsiteY63" fmla="*/ 1859537 h 2211807"/>
              <a:gd name="connsiteX64" fmla="*/ 0 w 12192000"/>
              <a:gd name="connsiteY64" fmla="*/ 1757824 h 2211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2192000" h="2211807">
                <a:moveTo>
                  <a:pt x="8397881" y="1800203"/>
                </a:moveTo>
                <a:cubicBezTo>
                  <a:pt x="8397905" y="1800308"/>
                  <a:pt x="8397928" y="1800413"/>
                  <a:pt x="8397951" y="1800517"/>
                </a:cubicBezTo>
                <a:lnTo>
                  <a:pt x="8398480" y="1800203"/>
                </a:lnTo>
                <a:close/>
                <a:moveTo>
                  <a:pt x="3793520" y="1800203"/>
                </a:moveTo>
                <a:lnTo>
                  <a:pt x="3794049" y="1800517"/>
                </a:lnTo>
                <a:cubicBezTo>
                  <a:pt x="3794073" y="1800413"/>
                  <a:pt x="3794095" y="1800308"/>
                  <a:pt x="3794120" y="1800203"/>
                </a:cubicBezTo>
                <a:close/>
                <a:moveTo>
                  <a:pt x="0" y="0"/>
                </a:moveTo>
                <a:lnTo>
                  <a:pt x="12192000" y="0"/>
                </a:lnTo>
                <a:lnTo>
                  <a:pt x="12192000" y="1757824"/>
                </a:lnTo>
                <a:lnTo>
                  <a:pt x="12192000" y="1859537"/>
                </a:lnTo>
                <a:lnTo>
                  <a:pt x="12165341" y="1861348"/>
                </a:lnTo>
                <a:cubicBezTo>
                  <a:pt x="12101901" y="1867998"/>
                  <a:pt x="12024364" y="1886620"/>
                  <a:pt x="11967973" y="1934505"/>
                </a:cubicBezTo>
                <a:lnTo>
                  <a:pt x="11944992" y="1953778"/>
                </a:lnTo>
                <a:lnTo>
                  <a:pt x="11942396" y="1957297"/>
                </a:lnTo>
                <a:lnTo>
                  <a:pt x="11911532" y="1981230"/>
                </a:lnTo>
                <a:lnTo>
                  <a:pt x="11808711" y="2063027"/>
                </a:lnTo>
                <a:cubicBezTo>
                  <a:pt x="11687779" y="2151313"/>
                  <a:pt x="11545039" y="2219148"/>
                  <a:pt x="11291279" y="2211169"/>
                </a:cubicBezTo>
                <a:cubicBezTo>
                  <a:pt x="11100963" y="2207620"/>
                  <a:pt x="10974082" y="2115399"/>
                  <a:pt x="10847202" y="2019633"/>
                </a:cubicBezTo>
                <a:cubicBezTo>
                  <a:pt x="10727367" y="1927411"/>
                  <a:pt x="10593442" y="1831641"/>
                  <a:pt x="10424269" y="1831641"/>
                </a:cubicBezTo>
                <a:cubicBezTo>
                  <a:pt x="10290336" y="1831641"/>
                  <a:pt x="10212801" y="1902581"/>
                  <a:pt x="10128215" y="1980614"/>
                </a:cubicBezTo>
                <a:cubicBezTo>
                  <a:pt x="10008379" y="2090572"/>
                  <a:pt x="9881500" y="2204075"/>
                  <a:pt x="9564304" y="2200526"/>
                </a:cubicBezTo>
                <a:cubicBezTo>
                  <a:pt x="9321117" y="2197868"/>
                  <a:pt x="9192914" y="2131361"/>
                  <a:pt x="9096430" y="2051887"/>
                </a:cubicBezTo>
                <a:lnTo>
                  <a:pt x="9033902" y="1994333"/>
                </a:lnTo>
                <a:lnTo>
                  <a:pt x="8988988" y="1957297"/>
                </a:lnTo>
                <a:lnTo>
                  <a:pt x="8979560" y="1943702"/>
                </a:lnTo>
                <a:lnTo>
                  <a:pt x="8949396" y="1915273"/>
                </a:lnTo>
                <a:cubicBezTo>
                  <a:pt x="8890254" y="1862900"/>
                  <a:pt x="8824169" y="1821002"/>
                  <a:pt x="8718436" y="1821002"/>
                </a:cubicBezTo>
                <a:cubicBezTo>
                  <a:pt x="8598603" y="1817453"/>
                  <a:pt x="8514015" y="1891942"/>
                  <a:pt x="8429428" y="1969975"/>
                </a:cubicBezTo>
                <a:cubicBezTo>
                  <a:pt x="8288451" y="2094117"/>
                  <a:pt x="8140427" y="2232451"/>
                  <a:pt x="7752735" y="2204075"/>
                </a:cubicBezTo>
                <a:cubicBezTo>
                  <a:pt x="7386193" y="2179244"/>
                  <a:pt x="7287509" y="2065741"/>
                  <a:pt x="7195876" y="1962881"/>
                </a:cubicBezTo>
                <a:cubicBezTo>
                  <a:pt x="7139485" y="1899036"/>
                  <a:pt x="7090139" y="1838735"/>
                  <a:pt x="6956214" y="1831641"/>
                </a:cubicBezTo>
                <a:cubicBezTo>
                  <a:pt x="6829334" y="1821002"/>
                  <a:pt x="6758845" y="1891942"/>
                  <a:pt x="6674259" y="1966426"/>
                </a:cubicBezTo>
                <a:cubicBezTo>
                  <a:pt x="6644300" y="1993916"/>
                  <a:pt x="6613461" y="2022292"/>
                  <a:pt x="6578767" y="2049338"/>
                </a:cubicBezTo>
                <a:lnTo>
                  <a:pt x="6558853" y="2061917"/>
                </a:lnTo>
                <a:lnTo>
                  <a:pt x="6545011" y="2075275"/>
                </a:lnTo>
                <a:cubicBezTo>
                  <a:pt x="6465381" y="2141780"/>
                  <a:pt x="6353036" y="2194320"/>
                  <a:pt x="6109851" y="2196981"/>
                </a:cubicBezTo>
                <a:lnTo>
                  <a:pt x="6096001" y="2196466"/>
                </a:lnTo>
                <a:lnTo>
                  <a:pt x="6082151" y="2196981"/>
                </a:lnTo>
                <a:cubicBezTo>
                  <a:pt x="5838966" y="2194320"/>
                  <a:pt x="5726622" y="2141780"/>
                  <a:pt x="5646992" y="2075275"/>
                </a:cubicBezTo>
                <a:lnTo>
                  <a:pt x="5633151" y="2061916"/>
                </a:lnTo>
                <a:lnTo>
                  <a:pt x="5613236" y="2049338"/>
                </a:lnTo>
                <a:cubicBezTo>
                  <a:pt x="5578541" y="2022292"/>
                  <a:pt x="5547703" y="1993916"/>
                  <a:pt x="5517745" y="1966426"/>
                </a:cubicBezTo>
                <a:cubicBezTo>
                  <a:pt x="5433157" y="1891942"/>
                  <a:pt x="5362669" y="1821002"/>
                  <a:pt x="5235788" y="1831641"/>
                </a:cubicBezTo>
                <a:cubicBezTo>
                  <a:pt x="5101862" y="1838735"/>
                  <a:pt x="5052517" y="1899036"/>
                  <a:pt x="4996126" y="1962881"/>
                </a:cubicBezTo>
                <a:cubicBezTo>
                  <a:pt x="4904493" y="2065741"/>
                  <a:pt x="4805811" y="2179244"/>
                  <a:pt x="4439269" y="2204075"/>
                </a:cubicBezTo>
                <a:cubicBezTo>
                  <a:pt x="4051573" y="2232451"/>
                  <a:pt x="3903550" y="2094117"/>
                  <a:pt x="3762572" y="1969975"/>
                </a:cubicBezTo>
                <a:cubicBezTo>
                  <a:pt x="3677986" y="1891942"/>
                  <a:pt x="3593399" y="1817453"/>
                  <a:pt x="3473564" y="1821002"/>
                </a:cubicBezTo>
                <a:cubicBezTo>
                  <a:pt x="3367831" y="1821002"/>
                  <a:pt x="3301747" y="1862900"/>
                  <a:pt x="3242604" y="1915273"/>
                </a:cubicBezTo>
                <a:lnTo>
                  <a:pt x="3212441" y="1943702"/>
                </a:lnTo>
                <a:lnTo>
                  <a:pt x="3203012" y="1957297"/>
                </a:lnTo>
                <a:lnTo>
                  <a:pt x="3158099" y="1994333"/>
                </a:lnTo>
                <a:lnTo>
                  <a:pt x="3095570" y="2051887"/>
                </a:lnTo>
                <a:cubicBezTo>
                  <a:pt x="2999088" y="2131361"/>
                  <a:pt x="2870885" y="2197868"/>
                  <a:pt x="2627698" y="2200526"/>
                </a:cubicBezTo>
                <a:cubicBezTo>
                  <a:pt x="2310501" y="2204075"/>
                  <a:pt x="2183621" y="2090572"/>
                  <a:pt x="2063785" y="1980614"/>
                </a:cubicBezTo>
                <a:cubicBezTo>
                  <a:pt x="1979199" y="1902581"/>
                  <a:pt x="1901665" y="1831641"/>
                  <a:pt x="1767732" y="1831641"/>
                </a:cubicBezTo>
                <a:cubicBezTo>
                  <a:pt x="1598560" y="1831641"/>
                  <a:pt x="1464634" y="1927411"/>
                  <a:pt x="1344798" y="2019633"/>
                </a:cubicBezTo>
                <a:cubicBezTo>
                  <a:pt x="1217918" y="2115399"/>
                  <a:pt x="1091038" y="2207620"/>
                  <a:pt x="900721" y="2211169"/>
                </a:cubicBezTo>
                <a:cubicBezTo>
                  <a:pt x="646961" y="2219148"/>
                  <a:pt x="504221" y="2151313"/>
                  <a:pt x="383289" y="2063027"/>
                </a:cubicBezTo>
                <a:lnTo>
                  <a:pt x="280468" y="1981230"/>
                </a:lnTo>
                <a:lnTo>
                  <a:pt x="249604" y="1957297"/>
                </a:lnTo>
                <a:lnTo>
                  <a:pt x="247008" y="1953778"/>
                </a:lnTo>
                <a:lnTo>
                  <a:pt x="224027" y="1934505"/>
                </a:lnTo>
                <a:cubicBezTo>
                  <a:pt x="167637" y="1886620"/>
                  <a:pt x="90099" y="1867998"/>
                  <a:pt x="26659" y="1861348"/>
                </a:cubicBezTo>
                <a:lnTo>
                  <a:pt x="0" y="1859537"/>
                </a:lnTo>
                <a:lnTo>
                  <a:pt x="0" y="1757824"/>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1800"/>
          </a:p>
        </p:txBody>
      </p:sp>
    </p:spTree>
    <p:extLst>
      <p:ext uri="{BB962C8B-B14F-4D97-AF65-F5344CB8AC3E}">
        <p14:creationId xmlns:p14="http://schemas.microsoft.com/office/powerpoint/2010/main" val="512232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750" fill="hold"/>
                                        <p:tgtEl>
                                          <p:spTgt spid="15"/>
                                        </p:tgtEl>
                                        <p:attrNameLst>
                                          <p:attrName>ppt_x</p:attrName>
                                        </p:attrNameLst>
                                      </p:cBhvr>
                                      <p:tavLst>
                                        <p:tav tm="0">
                                          <p:val>
                                            <p:strVal val="#ppt_x"/>
                                          </p:val>
                                        </p:tav>
                                        <p:tav tm="100000">
                                          <p:val>
                                            <p:strVal val="#ppt_x"/>
                                          </p:val>
                                        </p:tav>
                                      </p:tavLst>
                                    </p:anim>
                                    <p:anim calcmode="lin" valueType="num">
                                      <p:cBhvr additive="base">
                                        <p:cTn id="8" dur="750" fill="hold"/>
                                        <p:tgtEl>
                                          <p:spTgt spid="1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5_Title and Content">
    <p:bg>
      <p:bgPr>
        <a:solidFill>
          <a:schemeClr val="accent1"/>
        </a:solidFill>
        <a:effectLst/>
      </p:bgPr>
    </p:bg>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E958EC9E-3F14-450E-9500-CDF654A46AD6}"/>
              </a:ext>
            </a:extLst>
          </p:cNvPr>
          <p:cNvSpPr/>
          <p:nvPr userDrawn="1"/>
        </p:nvSpPr>
        <p:spPr>
          <a:xfrm>
            <a:off x="-1" y="5752095"/>
            <a:ext cx="12192000" cy="1105905"/>
          </a:xfrm>
          <a:custGeom>
            <a:avLst/>
            <a:gdLst>
              <a:gd name="connsiteX0" fmla="*/ 8397951 w 12192000"/>
              <a:gd name="connsiteY0" fmla="*/ 411291 h 1105905"/>
              <a:gd name="connsiteX1" fmla="*/ 8397881 w 12192000"/>
              <a:gd name="connsiteY1" fmla="*/ 411605 h 1105905"/>
              <a:gd name="connsiteX2" fmla="*/ 8398480 w 12192000"/>
              <a:gd name="connsiteY2" fmla="*/ 411605 h 1105905"/>
              <a:gd name="connsiteX3" fmla="*/ 3794049 w 12192000"/>
              <a:gd name="connsiteY3" fmla="*/ 411291 h 1105905"/>
              <a:gd name="connsiteX4" fmla="*/ 3793520 w 12192000"/>
              <a:gd name="connsiteY4" fmla="*/ 411605 h 1105905"/>
              <a:gd name="connsiteX5" fmla="*/ 3794120 w 12192000"/>
              <a:gd name="connsiteY5" fmla="*/ 411605 h 1105905"/>
              <a:gd name="connsiteX6" fmla="*/ 3794049 w 12192000"/>
              <a:gd name="connsiteY6" fmla="*/ 411291 h 1105905"/>
              <a:gd name="connsiteX7" fmla="*/ 900721 w 12192000"/>
              <a:gd name="connsiteY7" fmla="*/ 639 h 1105905"/>
              <a:gd name="connsiteX8" fmla="*/ 1344798 w 12192000"/>
              <a:gd name="connsiteY8" fmla="*/ 192175 h 1105905"/>
              <a:gd name="connsiteX9" fmla="*/ 1767732 w 12192000"/>
              <a:gd name="connsiteY9" fmla="*/ 380167 h 1105905"/>
              <a:gd name="connsiteX10" fmla="*/ 2063785 w 12192000"/>
              <a:gd name="connsiteY10" fmla="*/ 231194 h 1105905"/>
              <a:gd name="connsiteX11" fmla="*/ 2627698 w 12192000"/>
              <a:gd name="connsiteY11" fmla="*/ 11282 h 1105905"/>
              <a:gd name="connsiteX12" fmla="*/ 3095570 w 12192000"/>
              <a:gd name="connsiteY12" fmla="*/ 159921 h 1105905"/>
              <a:gd name="connsiteX13" fmla="*/ 3158099 w 12192000"/>
              <a:gd name="connsiteY13" fmla="*/ 217475 h 1105905"/>
              <a:gd name="connsiteX14" fmla="*/ 3203012 w 12192000"/>
              <a:gd name="connsiteY14" fmla="*/ 254511 h 1105905"/>
              <a:gd name="connsiteX15" fmla="*/ 3212441 w 12192000"/>
              <a:gd name="connsiteY15" fmla="*/ 268106 h 1105905"/>
              <a:gd name="connsiteX16" fmla="*/ 3242604 w 12192000"/>
              <a:gd name="connsiteY16" fmla="*/ 296535 h 1105905"/>
              <a:gd name="connsiteX17" fmla="*/ 3473564 w 12192000"/>
              <a:gd name="connsiteY17" fmla="*/ 390806 h 1105905"/>
              <a:gd name="connsiteX18" fmla="*/ 3762572 w 12192000"/>
              <a:gd name="connsiteY18" fmla="*/ 241833 h 1105905"/>
              <a:gd name="connsiteX19" fmla="*/ 4439269 w 12192000"/>
              <a:gd name="connsiteY19" fmla="*/ 7733 h 1105905"/>
              <a:gd name="connsiteX20" fmla="*/ 4996126 w 12192000"/>
              <a:gd name="connsiteY20" fmla="*/ 248927 h 1105905"/>
              <a:gd name="connsiteX21" fmla="*/ 5235788 w 12192000"/>
              <a:gd name="connsiteY21" fmla="*/ 380167 h 1105905"/>
              <a:gd name="connsiteX22" fmla="*/ 5517746 w 12192000"/>
              <a:gd name="connsiteY22" fmla="*/ 245382 h 1105905"/>
              <a:gd name="connsiteX23" fmla="*/ 5613237 w 12192000"/>
              <a:gd name="connsiteY23" fmla="*/ 162470 h 1105905"/>
              <a:gd name="connsiteX24" fmla="*/ 5633152 w 12192000"/>
              <a:gd name="connsiteY24" fmla="*/ 149892 h 1105905"/>
              <a:gd name="connsiteX25" fmla="*/ 5646993 w 12192000"/>
              <a:gd name="connsiteY25" fmla="*/ 136533 h 1105905"/>
              <a:gd name="connsiteX26" fmla="*/ 6082152 w 12192000"/>
              <a:gd name="connsiteY26" fmla="*/ 14827 h 1105905"/>
              <a:gd name="connsiteX27" fmla="*/ 6096002 w 12192000"/>
              <a:gd name="connsiteY27" fmla="*/ 15342 h 1105905"/>
              <a:gd name="connsiteX28" fmla="*/ 6109851 w 12192000"/>
              <a:gd name="connsiteY28" fmla="*/ 14827 h 1105905"/>
              <a:gd name="connsiteX29" fmla="*/ 6545012 w 12192000"/>
              <a:gd name="connsiteY29" fmla="*/ 136533 h 1105905"/>
              <a:gd name="connsiteX30" fmla="*/ 6558854 w 12192000"/>
              <a:gd name="connsiteY30" fmla="*/ 149891 h 1105905"/>
              <a:gd name="connsiteX31" fmla="*/ 6578768 w 12192000"/>
              <a:gd name="connsiteY31" fmla="*/ 162470 h 1105905"/>
              <a:gd name="connsiteX32" fmla="*/ 6674259 w 12192000"/>
              <a:gd name="connsiteY32" fmla="*/ 245382 h 1105905"/>
              <a:gd name="connsiteX33" fmla="*/ 6956214 w 12192000"/>
              <a:gd name="connsiteY33" fmla="*/ 380167 h 1105905"/>
              <a:gd name="connsiteX34" fmla="*/ 7195876 w 12192000"/>
              <a:gd name="connsiteY34" fmla="*/ 248927 h 1105905"/>
              <a:gd name="connsiteX35" fmla="*/ 7752735 w 12192000"/>
              <a:gd name="connsiteY35" fmla="*/ 7733 h 1105905"/>
              <a:gd name="connsiteX36" fmla="*/ 8429428 w 12192000"/>
              <a:gd name="connsiteY36" fmla="*/ 241833 h 1105905"/>
              <a:gd name="connsiteX37" fmla="*/ 8718436 w 12192000"/>
              <a:gd name="connsiteY37" fmla="*/ 390806 h 1105905"/>
              <a:gd name="connsiteX38" fmla="*/ 8949396 w 12192000"/>
              <a:gd name="connsiteY38" fmla="*/ 296535 h 1105905"/>
              <a:gd name="connsiteX39" fmla="*/ 8979560 w 12192000"/>
              <a:gd name="connsiteY39" fmla="*/ 268106 h 1105905"/>
              <a:gd name="connsiteX40" fmla="*/ 8988988 w 12192000"/>
              <a:gd name="connsiteY40" fmla="*/ 254511 h 1105905"/>
              <a:gd name="connsiteX41" fmla="*/ 9033902 w 12192000"/>
              <a:gd name="connsiteY41" fmla="*/ 217475 h 1105905"/>
              <a:gd name="connsiteX42" fmla="*/ 9096430 w 12192000"/>
              <a:gd name="connsiteY42" fmla="*/ 159921 h 1105905"/>
              <a:gd name="connsiteX43" fmla="*/ 9564304 w 12192000"/>
              <a:gd name="connsiteY43" fmla="*/ 11282 h 1105905"/>
              <a:gd name="connsiteX44" fmla="*/ 10128215 w 12192000"/>
              <a:gd name="connsiteY44" fmla="*/ 231194 h 1105905"/>
              <a:gd name="connsiteX45" fmla="*/ 10424269 w 12192000"/>
              <a:gd name="connsiteY45" fmla="*/ 380167 h 1105905"/>
              <a:gd name="connsiteX46" fmla="*/ 10847202 w 12192000"/>
              <a:gd name="connsiteY46" fmla="*/ 192175 h 1105905"/>
              <a:gd name="connsiteX47" fmla="*/ 11291279 w 12192000"/>
              <a:gd name="connsiteY47" fmla="*/ 639 h 1105905"/>
              <a:gd name="connsiteX48" fmla="*/ 11808711 w 12192000"/>
              <a:gd name="connsiteY48" fmla="*/ 148781 h 1105905"/>
              <a:gd name="connsiteX49" fmla="*/ 11911532 w 12192000"/>
              <a:gd name="connsiteY49" fmla="*/ 230578 h 1105905"/>
              <a:gd name="connsiteX50" fmla="*/ 11942396 w 12192000"/>
              <a:gd name="connsiteY50" fmla="*/ 254511 h 1105905"/>
              <a:gd name="connsiteX51" fmla="*/ 11944992 w 12192000"/>
              <a:gd name="connsiteY51" fmla="*/ 258030 h 1105905"/>
              <a:gd name="connsiteX52" fmla="*/ 11967973 w 12192000"/>
              <a:gd name="connsiteY52" fmla="*/ 277303 h 1105905"/>
              <a:gd name="connsiteX53" fmla="*/ 12165341 w 12192000"/>
              <a:gd name="connsiteY53" fmla="*/ 350460 h 1105905"/>
              <a:gd name="connsiteX54" fmla="*/ 12192000 w 12192000"/>
              <a:gd name="connsiteY54" fmla="*/ 352271 h 1105905"/>
              <a:gd name="connsiteX55" fmla="*/ 12192000 w 12192000"/>
              <a:gd name="connsiteY55" fmla="*/ 453984 h 1105905"/>
              <a:gd name="connsiteX56" fmla="*/ 12192000 w 12192000"/>
              <a:gd name="connsiteY56" fmla="*/ 1105905 h 1105905"/>
              <a:gd name="connsiteX57" fmla="*/ 0 w 12192000"/>
              <a:gd name="connsiteY57" fmla="*/ 1105905 h 1105905"/>
              <a:gd name="connsiteX58" fmla="*/ 0 w 12192000"/>
              <a:gd name="connsiteY58" fmla="*/ 453984 h 1105905"/>
              <a:gd name="connsiteX59" fmla="*/ 0 w 12192000"/>
              <a:gd name="connsiteY59" fmla="*/ 352271 h 1105905"/>
              <a:gd name="connsiteX60" fmla="*/ 26659 w 12192000"/>
              <a:gd name="connsiteY60" fmla="*/ 350460 h 1105905"/>
              <a:gd name="connsiteX61" fmla="*/ 224027 w 12192000"/>
              <a:gd name="connsiteY61" fmla="*/ 277303 h 1105905"/>
              <a:gd name="connsiteX62" fmla="*/ 247008 w 12192000"/>
              <a:gd name="connsiteY62" fmla="*/ 258030 h 1105905"/>
              <a:gd name="connsiteX63" fmla="*/ 249604 w 12192000"/>
              <a:gd name="connsiteY63" fmla="*/ 254511 h 1105905"/>
              <a:gd name="connsiteX64" fmla="*/ 280468 w 12192000"/>
              <a:gd name="connsiteY64" fmla="*/ 230578 h 1105905"/>
              <a:gd name="connsiteX65" fmla="*/ 383289 w 12192000"/>
              <a:gd name="connsiteY65" fmla="*/ 148781 h 1105905"/>
              <a:gd name="connsiteX66" fmla="*/ 900721 w 12192000"/>
              <a:gd name="connsiteY66" fmla="*/ 639 h 1105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2192000" h="1105905">
                <a:moveTo>
                  <a:pt x="8397951" y="411291"/>
                </a:moveTo>
                <a:cubicBezTo>
                  <a:pt x="8397928" y="411395"/>
                  <a:pt x="8397905" y="411500"/>
                  <a:pt x="8397881" y="411605"/>
                </a:cubicBezTo>
                <a:lnTo>
                  <a:pt x="8398480" y="411605"/>
                </a:lnTo>
                <a:close/>
                <a:moveTo>
                  <a:pt x="3794049" y="411291"/>
                </a:moveTo>
                <a:lnTo>
                  <a:pt x="3793520" y="411605"/>
                </a:lnTo>
                <a:lnTo>
                  <a:pt x="3794120" y="411605"/>
                </a:lnTo>
                <a:cubicBezTo>
                  <a:pt x="3794095" y="411500"/>
                  <a:pt x="3794073" y="411395"/>
                  <a:pt x="3794049" y="411291"/>
                </a:cubicBezTo>
                <a:close/>
                <a:moveTo>
                  <a:pt x="900721" y="639"/>
                </a:moveTo>
                <a:cubicBezTo>
                  <a:pt x="1091038" y="4188"/>
                  <a:pt x="1217918" y="96409"/>
                  <a:pt x="1344798" y="192175"/>
                </a:cubicBezTo>
                <a:cubicBezTo>
                  <a:pt x="1464634" y="284397"/>
                  <a:pt x="1598560" y="380167"/>
                  <a:pt x="1767732" y="380167"/>
                </a:cubicBezTo>
                <a:cubicBezTo>
                  <a:pt x="1901665" y="380167"/>
                  <a:pt x="1979199" y="309227"/>
                  <a:pt x="2063785" y="231194"/>
                </a:cubicBezTo>
                <a:cubicBezTo>
                  <a:pt x="2183621" y="121236"/>
                  <a:pt x="2310501" y="7733"/>
                  <a:pt x="2627698" y="11282"/>
                </a:cubicBezTo>
                <a:cubicBezTo>
                  <a:pt x="2870885" y="13940"/>
                  <a:pt x="2999088" y="80447"/>
                  <a:pt x="3095570" y="159921"/>
                </a:cubicBezTo>
                <a:lnTo>
                  <a:pt x="3158099" y="217475"/>
                </a:lnTo>
                <a:lnTo>
                  <a:pt x="3203012" y="254511"/>
                </a:lnTo>
                <a:lnTo>
                  <a:pt x="3212441" y="268106"/>
                </a:lnTo>
                <a:lnTo>
                  <a:pt x="3242604" y="296535"/>
                </a:lnTo>
                <a:cubicBezTo>
                  <a:pt x="3301747" y="348908"/>
                  <a:pt x="3367831" y="390806"/>
                  <a:pt x="3473564" y="390806"/>
                </a:cubicBezTo>
                <a:cubicBezTo>
                  <a:pt x="3593399" y="394355"/>
                  <a:pt x="3677986" y="319866"/>
                  <a:pt x="3762572" y="241833"/>
                </a:cubicBezTo>
                <a:cubicBezTo>
                  <a:pt x="3903550" y="117691"/>
                  <a:pt x="4051573" y="-20643"/>
                  <a:pt x="4439269" y="7733"/>
                </a:cubicBezTo>
                <a:cubicBezTo>
                  <a:pt x="4805812" y="32564"/>
                  <a:pt x="4904493" y="146067"/>
                  <a:pt x="4996126" y="248927"/>
                </a:cubicBezTo>
                <a:cubicBezTo>
                  <a:pt x="5052517" y="312772"/>
                  <a:pt x="5101862" y="373073"/>
                  <a:pt x="5235788" y="380167"/>
                </a:cubicBezTo>
                <a:cubicBezTo>
                  <a:pt x="5362670" y="390806"/>
                  <a:pt x="5433157" y="319866"/>
                  <a:pt x="5517746" y="245382"/>
                </a:cubicBezTo>
                <a:cubicBezTo>
                  <a:pt x="5547703" y="217892"/>
                  <a:pt x="5578542" y="189516"/>
                  <a:pt x="5613237" y="162470"/>
                </a:cubicBezTo>
                <a:lnTo>
                  <a:pt x="5633152" y="149892"/>
                </a:lnTo>
                <a:lnTo>
                  <a:pt x="5646993" y="136533"/>
                </a:lnTo>
                <a:cubicBezTo>
                  <a:pt x="5726622" y="70028"/>
                  <a:pt x="5838966" y="17488"/>
                  <a:pt x="6082152" y="14827"/>
                </a:cubicBezTo>
                <a:lnTo>
                  <a:pt x="6096002" y="15342"/>
                </a:lnTo>
                <a:lnTo>
                  <a:pt x="6109851" y="14827"/>
                </a:lnTo>
                <a:cubicBezTo>
                  <a:pt x="6353036" y="17488"/>
                  <a:pt x="6465382" y="70028"/>
                  <a:pt x="6545012" y="136533"/>
                </a:cubicBezTo>
                <a:lnTo>
                  <a:pt x="6558854" y="149891"/>
                </a:lnTo>
                <a:lnTo>
                  <a:pt x="6578768" y="162470"/>
                </a:lnTo>
                <a:cubicBezTo>
                  <a:pt x="6613461" y="189516"/>
                  <a:pt x="6644300" y="217892"/>
                  <a:pt x="6674259" y="245382"/>
                </a:cubicBezTo>
                <a:cubicBezTo>
                  <a:pt x="6758845" y="319866"/>
                  <a:pt x="6829334" y="390806"/>
                  <a:pt x="6956214" y="380167"/>
                </a:cubicBezTo>
                <a:cubicBezTo>
                  <a:pt x="7090139" y="373073"/>
                  <a:pt x="7139485" y="312772"/>
                  <a:pt x="7195876" y="248927"/>
                </a:cubicBezTo>
                <a:cubicBezTo>
                  <a:pt x="7287509" y="146067"/>
                  <a:pt x="7386193" y="32564"/>
                  <a:pt x="7752735" y="7733"/>
                </a:cubicBezTo>
                <a:cubicBezTo>
                  <a:pt x="8140427" y="-20643"/>
                  <a:pt x="8288451" y="117691"/>
                  <a:pt x="8429428" y="241833"/>
                </a:cubicBezTo>
                <a:cubicBezTo>
                  <a:pt x="8514015" y="319866"/>
                  <a:pt x="8598603" y="394355"/>
                  <a:pt x="8718436" y="390806"/>
                </a:cubicBezTo>
                <a:cubicBezTo>
                  <a:pt x="8824169" y="390806"/>
                  <a:pt x="8890254" y="348908"/>
                  <a:pt x="8949396" y="296535"/>
                </a:cubicBezTo>
                <a:lnTo>
                  <a:pt x="8979560" y="268106"/>
                </a:lnTo>
                <a:lnTo>
                  <a:pt x="8988988" y="254511"/>
                </a:lnTo>
                <a:lnTo>
                  <a:pt x="9033902" y="217475"/>
                </a:lnTo>
                <a:lnTo>
                  <a:pt x="9096430" y="159921"/>
                </a:lnTo>
                <a:cubicBezTo>
                  <a:pt x="9192914" y="80447"/>
                  <a:pt x="9321117" y="13940"/>
                  <a:pt x="9564304" y="11282"/>
                </a:cubicBezTo>
                <a:cubicBezTo>
                  <a:pt x="9881500" y="7733"/>
                  <a:pt x="10008379" y="121236"/>
                  <a:pt x="10128215" y="231194"/>
                </a:cubicBezTo>
                <a:cubicBezTo>
                  <a:pt x="10212801" y="309227"/>
                  <a:pt x="10290336" y="380167"/>
                  <a:pt x="10424269" y="380167"/>
                </a:cubicBezTo>
                <a:cubicBezTo>
                  <a:pt x="10593442" y="380167"/>
                  <a:pt x="10727367" y="284397"/>
                  <a:pt x="10847202" y="192175"/>
                </a:cubicBezTo>
                <a:cubicBezTo>
                  <a:pt x="10974082" y="96409"/>
                  <a:pt x="11100963" y="4188"/>
                  <a:pt x="11291279" y="639"/>
                </a:cubicBezTo>
                <a:cubicBezTo>
                  <a:pt x="11545039" y="-7340"/>
                  <a:pt x="11687779" y="60495"/>
                  <a:pt x="11808711" y="148781"/>
                </a:cubicBezTo>
                <a:lnTo>
                  <a:pt x="11911532" y="230578"/>
                </a:lnTo>
                <a:lnTo>
                  <a:pt x="11942396" y="254511"/>
                </a:lnTo>
                <a:lnTo>
                  <a:pt x="11944992" y="258030"/>
                </a:lnTo>
                <a:lnTo>
                  <a:pt x="11967973" y="277303"/>
                </a:lnTo>
                <a:cubicBezTo>
                  <a:pt x="12024364" y="325188"/>
                  <a:pt x="12101901" y="343810"/>
                  <a:pt x="12165341" y="350460"/>
                </a:cubicBezTo>
                <a:lnTo>
                  <a:pt x="12192000" y="352271"/>
                </a:lnTo>
                <a:lnTo>
                  <a:pt x="12192000" y="453984"/>
                </a:lnTo>
                <a:lnTo>
                  <a:pt x="12192000" y="1105905"/>
                </a:lnTo>
                <a:lnTo>
                  <a:pt x="0" y="1105905"/>
                </a:lnTo>
                <a:lnTo>
                  <a:pt x="0" y="453984"/>
                </a:lnTo>
                <a:lnTo>
                  <a:pt x="0" y="352271"/>
                </a:lnTo>
                <a:lnTo>
                  <a:pt x="26659" y="350460"/>
                </a:lnTo>
                <a:cubicBezTo>
                  <a:pt x="90099" y="343810"/>
                  <a:pt x="167637" y="325188"/>
                  <a:pt x="224027" y="277303"/>
                </a:cubicBezTo>
                <a:lnTo>
                  <a:pt x="247008" y="258030"/>
                </a:lnTo>
                <a:lnTo>
                  <a:pt x="249604" y="254511"/>
                </a:lnTo>
                <a:lnTo>
                  <a:pt x="280468" y="230578"/>
                </a:lnTo>
                <a:lnTo>
                  <a:pt x="383289" y="148781"/>
                </a:lnTo>
                <a:cubicBezTo>
                  <a:pt x="504221" y="60495"/>
                  <a:pt x="646961" y="-7340"/>
                  <a:pt x="900721" y="63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4A88D286-33BB-432A-A5E6-3B9AF3174ED5}"/>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bg1"/>
                </a:solidFill>
                <a:latin typeface="+mj-lt"/>
                <a:ea typeface="Roboto Condensed" panose="02000000000000000000" pitchFamily="2" charset="0"/>
                <a:cs typeface="Segoe UI" panose="020B0502040204020203" pitchFamily="34" charset="0"/>
              </a:rPr>
              <a:pPr algn="ctr"/>
              <a:t>‹#›</a:t>
            </a:fld>
            <a:endParaRPr lang="id-ID" sz="4400" i="0">
              <a:solidFill>
                <a:schemeClr val="bg1"/>
              </a:solidFill>
              <a:latin typeface="+mj-lt"/>
              <a:ea typeface="Roboto Condensed" panose="02000000000000000000" pitchFamily="2" charset="0"/>
              <a:cs typeface="Segoe UI" panose="020B0502040204020203" pitchFamily="34" charset="0"/>
            </a:endParaRPr>
          </a:p>
        </p:txBody>
      </p:sp>
      <p:pic>
        <p:nvPicPr>
          <p:cNvPr id="20" name="Imagen 19" descr="Logotipo&#10;&#10;El contenido generado por IA puede ser incorrecto.">
            <a:extLst>
              <a:ext uri="{FF2B5EF4-FFF2-40B4-BE49-F238E27FC236}">
                <a16:creationId xmlns:a16="http://schemas.microsoft.com/office/drawing/2014/main" id="{A3229568-CFE9-C263-9D88-DAE462D8B77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1707" y="6182190"/>
            <a:ext cx="1399441" cy="291970"/>
          </a:xfrm>
          <a:prstGeom prst="rect">
            <a:avLst/>
          </a:prstGeom>
        </p:spPr>
      </p:pic>
      <p:sp>
        <p:nvSpPr>
          <p:cNvPr id="21" name="TextBox 7">
            <a:extLst>
              <a:ext uri="{FF2B5EF4-FFF2-40B4-BE49-F238E27FC236}">
                <a16:creationId xmlns:a16="http://schemas.microsoft.com/office/drawing/2014/main" id="{7BDB49E4-15BE-F72F-1F12-B1BF7F04C42F}"/>
              </a:ext>
            </a:extLst>
          </p:cNvPr>
          <p:cNvSpPr txBox="1"/>
          <p:nvPr userDrawn="1"/>
        </p:nvSpPr>
        <p:spPr>
          <a:xfrm>
            <a:off x="10294951" y="6335935"/>
            <a:ext cx="1355580" cy="261610"/>
          </a:xfrm>
          <a:prstGeom prst="rect">
            <a:avLst/>
          </a:prstGeom>
          <a:noFill/>
        </p:spPr>
        <p:txBody>
          <a:bodyPr wrap="square" rtlCol="0">
            <a:spAutoFit/>
          </a:bodyPr>
          <a:lstStyle/>
          <a:p>
            <a:r>
              <a:rPr lang="en-US" sz="1100" b="0">
                <a:solidFill>
                  <a:schemeClr val="bg1"/>
                </a:solidFill>
                <a:latin typeface="Segoe UI" panose="020B0502040204020203" pitchFamily="34" charset="0"/>
                <a:cs typeface="Segoe UI" panose="020B0502040204020203" pitchFamily="34" charset="0"/>
              </a:rPr>
              <a:t>#BizzSummit2026</a:t>
            </a:r>
            <a:endParaRPr lang="en-GB" sz="1100" b="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5127804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45_Title and Content">
    <p:bg>
      <p:bgPr>
        <a:solidFill>
          <a:schemeClr val="accent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40BE1C5B-722C-4D47-B5C5-1D4825AFF556}"/>
              </a:ext>
            </a:extLst>
          </p:cNvPr>
          <p:cNvSpPr/>
          <p:nvPr userDrawn="1"/>
        </p:nvSpPr>
        <p:spPr>
          <a:xfrm>
            <a:off x="-1" y="5752095"/>
            <a:ext cx="12192000" cy="1105905"/>
          </a:xfrm>
          <a:custGeom>
            <a:avLst/>
            <a:gdLst>
              <a:gd name="connsiteX0" fmla="*/ 8397951 w 12192000"/>
              <a:gd name="connsiteY0" fmla="*/ 411291 h 1105905"/>
              <a:gd name="connsiteX1" fmla="*/ 8397881 w 12192000"/>
              <a:gd name="connsiteY1" fmla="*/ 411605 h 1105905"/>
              <a:gd name="connsiteX2" fmla="*/ 8398480 w 12192000"/>
              <a:gd name="connsiteY2" fmla="*/ 411605 h 1105905"/>
              <a:gd name="connsiteX3" fmla="*/ 3794049 w 12192000"/>
              <a:gd name="connsiteY3" fmla="*/ 411291 h 1105905"/>
              <a:gd name="connsiteX4" fmla="*/ 3793520 w 12192000"/>
              <a:gd name="connsiteY4" fmla="*/ 411605 h 1105905"/>
              <a:gd name="connsiteX5" fmla="*/ 3794120 w 12192000"/>
              <a:gd name="connsiteY5" fmla="*/ 411605 h 1105905"/>
              <a:gd name="connsiteX6" fmla="*/ 3794049 w 12192000"/>
              <a:gd name="connsiteY6" fmla="*/ 411291 h 1105905"/>
              <a:gd name="connsiteX7" fmla="*/ 900721 w 12192000"/>
              <a:gd name="connsiteY7" fmla="*/ 639 h 1105905"/>
              <a:gd name="connsiteX8" fmla="*/ 1344798 w 12192000"/>
              <a:gd name="connsiteY8" fmla="*/ 192175 h 1105905"/>
              <a:gd name="connsiteX9" fmla="*/ 1767732 w 12192000"/>
              <a:gd name="connsiteY9" fmla="*/ 380167 h 1105905"/>
              <a:gd name="connsiteX10" fmla="*/ 2063785 w 12192000"/>
              <a:gd name="connsiteY10" fmla="*/ 231194 h 1105905"/>
              <a:gd name="connsiteX11" fmla="*/ 2627698 w 12192000"/>
              <a:gd name="connsiteY11" fmla="*/ 11282 h 1105905"/>
              <a:gd name="connsiteX12" fmla="*/ 3095570 w 12192000"/>
              <a:gd name="connsiteY12" fmla="*/ 159921 h 1105905"/>
              <a:gd name="connsiteX13" fmla="*/ 3158099 w 12192000"/>
              <a:gd name="connsiteY13" fmla="*/ 217475 h 1105905"/>
              <a:gd name="connsiteX14" fmla="*/ 3203012 w 12192000"/>
              <a:gd name="connsiteY14" fmla="*/ 254511 h 1105905"/>
              <a:gd name="connsiteX15" fmla="*/ 3212441 w 12192000"/>
              <a:gd name="connsiteY15" fmla="*/ 268106 h 1105905"/>
              <a:gd name="connsiteX16" fmla="*/ 3242604 w 12192000"/>
              <a:gd name="connsiteY16" fmla="*/ 296535 h 1105905"/>
              <a:gd name="connsiteX17" fmla="*/ 3473564 w 12192000"/>
              <a:gd name="connsiteY17" fmla="*/ 390806 h 1105905"/>
              <a:gd name="connsiteX18" fmla="*/ 3762572 w 12192000"/>
              <a:gd name="connsiteY18" fmla="*/ 241833 h 1105905"/>
              <a:gd name="connsiteX19" fmla="*/ 4439269 w 12192000"/>
              <a:gd name="connsiteY19" fmla="*/ 7733 h 1105905"/>
              <a:gd name="connsiteX20" fmla="*/ 4996126 w 12192000"/>
              <a:gd name="connsiteY20" fmla="*/ 248927 h 1105905"/>
              <a:gd name="connsiteX21" fmla="*/ 5235788 w 12192000"/>
              <a:gd name="connsiteY21" fmla="*/ 380167 h 1105905"/>
              <a:gd name="connsiteX22" fmla="*/ 5517746 w 12192000"/>
              <a:gd name="connsiteY22" fmla="*/ 245382 h 1105905"/>
              <a:gd name="connsiteX23" fmla="*/ 5613237 w 12192000"/>
              <a:gd name="connsiteY23" fmla="*/ 162470 h 1105905"/>
              <a:gd name="connsiteX24" fmla="*/ 5633152 w 12192000"/>
              <a:gd name="connsiteY24" fmla="*/ 149892 h 1105905"/>
              <a:gd name="connsiteX25" fmla="*/ 5646993 w 12192000"/>
              <a:gd name="connsiteY25" fmla="*/ 136533 h 1105905"/>
              <a:gd name="connsiteX26" fmla="*/ 6082152 w 12192000"/>
              <a:gd name="connsiteY26" fmla="*/ 14827 h 1105905"/>
              <a:gd name="connsiteX27" fmla="*/ 6096002 w 12192000"/>
              <a:gd name="connsiteY27" fmla="*/ 15342 h 1105905"/>
              <a:gd name="connsiteX28" fmla="*/ 6109851 w 12192000"/>
              <a:gd name="connsiteY28" fmla="*/ 14827 h 1105905"/>
              <a:gd name="connsiteX29" fmla="*/ 6545012 w 12192000"/>
              <a:gd name="connsiteY29" fmla="*/ 136533 h 1105905"/>
              <a:gd name="connsiteX30" fmla="*/ 6558854 w 12192000"/>
              <a:gd name="connsiteY30" fmla="*/ 149891 h 1105905"/>
              <a:gd name="connsiteX31" fmla="*/ 6578768 w 12192000"/>
              <a:gd name="connsiteY31" fmla="*/ 162470 h 1105905"/>
              <a:gd name="connsiteX32" fmla="*/ 6674259 w 12192000"/>
              <a:gd name="connsiteY32" fmla="*/ 245382 h 1105905"/>
              <a:gd name="connsiteX33" fmla="*/ 6956214 w 12192000"/>
              <a:gd name="connsiteY33" fmla="*/ 380167 h 1105905"/>
              <a:gd name="connsiteX34" fmla="*/ 7195876 w 12192000"/>
              <a:gd name="connsiteY34" fmla="*/ 248927 h 1105905"/>
              <a:gd name="connsiteX35" fmla="*/ 7752735 w 12192000"/>
              <a:gd name="connsiteY35" fmla="*/ 7733 h 1105905"/>
              <a:gd name="connsiteX36" fmla="*/ 8429428 w 12192000"/>
              <a:gd name="connsiteY36" fmla="*/ 241833 h 1105905"/>
              <a:gd name="connsiteX37" fmla="*/ 8718436 w 12192000"/>
              <a:gd name="connsiteY37" fmla="*/ 390806 h 1105905"/>
              <a:gd name="connsiteX38" fmla="*/ 8949396 w 12192000"/>
              <a:gd name="connsiteY38" fmla="*/ 296535 h 1105905"/>
              <a:gd name="connsiteX39" fmla="*/ 8979560 w 12192000"/>
              <a:gd name="connsiteY39" fmla="*/ 268106 h 1105905"/>
              <a:gd name="connsiteX40" fmla="*/ 8988988 w 12192000"/>
              <a:gd name="connsiteY40" fmla="*/ 254511 h 1105905"/>
              <a:gd name="connsiteX41" fmla="*/ 9033902 w 12192000"/>
              <a:gd name="connsiteY41" fmla="*/ 217475 h 1105905"/>
              <a:gd name="connsiteX42" fmla="*/ 9096430 w 12192000"/>
              <a:gd name="connsiteY42" fmla="*/ 159921 h 1105905"/>
              <a:gd name="connsiteX43" fmla="*/ 9564304 w 12192000"/>
              <a:gd name="connsiteY43" fmla="*/ 11282 h 1105905"/>
              <a:gd name="connsiteX44" fmla="*/ 10128215 w 12192000"/>
              <a:gd name="connsiteY44" fmla="*/ 231194 h 1105905"/>
              <a:gd name="connsiteX45" fmla="*/ 10424269 w 12192000"/>
              <a:gd name="connsiteY45" fmla="*/ 380167 h 1105905"/>
              <a:gd name="connsiteX46" fmla="*/ 10847202 w 12192000"/>
              <a:gd name="connsiteY46" fmla="*/ 192175 h 1105905"/>
              <a:gd name="connsiteX47" fmla="*/ 11291279 w 12192000"/>
              <a:gd name="connsiteY47" fmla="*/ 639 h 1105905"/>
              <a:gd name="connsiteX48" fmla="*/ 11808711 w 12192000"/>
              <a:gd name="connsiteY48" fmla="*/ 148781 h 1105905"/>
              <a:gd name="connsiteX49" fmla="*/ 11911532 w 12192000"/>
              <a:gd name="connsiteY49" fmla="*/ 230578 h 1105905"/>
              <a:gd name="connsiteX50" fmla="*/ 11942396 w 12192000"/>
              <a:gd name="connsiteY50" fmla="*/ 254511 h 1105905"/>
              <a:gd name="connsiteX51" fmla="*/ 11944992 w 12192000"/>
              <a:gd name="connsiteY51" fmla="*/ 258030 h 1105905"/>
              <a:gd name="connsiteX52" fmla="*/ 11967973 w 12192000"/>
              <a:gd name="connsiteY52" fmla="*/ 277303 h 1105905"/>
              <a:gd name="connsiteX53" fmla="*/ 12165341 w 12192000"/>
              <a:gd name="connsiteY53" fmla="*/ 350460 h 1105905"/>
              <a:gd name="connsiteX54" fmla="*/ 12192000 w 12192000"/>
              <a:gd name="connsiteY54" fmla="*/ 352271 h 1105905"/>
              <a:gd name="connsiteX55" fmla="*/ 12192000 w 12192000"/>
              <a:gd name="connsiteY55" fmla="*/ 453984 h 1105905"/>
              <a:gd name="connsiteX56" fmla="*/ 12192000 w 12192000"/>
              <a:gd name="connsiteY56" fmla="*/ 1105905 h 1105905"/>
              <a:gd name="connsiteX57" fmla="*/ 0 w 12192000"/>
              <a:gd name="connsiteY57" fmla="*/ 1105905 h 1105905"/>
              <a:gd name="connsiteX58" fmla="*/ 0 w 12192000"/>
              <a:gd name="connsiteY58" fmla="*/ 453984 h 1105905"/>
              <a:gd name="connsiteX59" fmla="*/ 0 w 12192000"/>
              <a:gd name="connsiteY59" fmla="*/ 352271 h 1105905"/>
              <a:gd name="connsiteX60" fmla="*/ 26659 w 12192000"/>
              <a:gd name="connsiteY60" fmla="*/ 350460 h 1105905"/>
              <a:gd name="connsiteX61" fmla="*/ 224027 w 12192000"/>
              <a:gd name="connsiteY61" fmla="*/ 277303 h 1105905"/>
              <a:gd name="connsiteX62" fmla="*/ 247008 w 12192000"/>
              <a:gd name="connsiteY62" fmla="*/ 258030 h 1105905"/>
              <a:gd name="connsiteX63" fmla="*/ 249604 w 12192000"/>
              <a:gd name="connsiteY63" fmla="*/ 254511 h 1105905"/>
              <a:gd name="connsiteX64" fmla="*/ 280468 w 12192000"/>
              <a:gd name="connsiteY64" fmla="*/ 230578 h 1105905"/>
              <a:gd name="connsiteX65" fmla="*/ 383289 w 12192000"/>
              <a:gd name="connsiteY65" fmla="*/ 148781 h 1105905"/>
              <a:gd name="connsiteX66" fmla="*/ 900721 w 12192000"/>
              <a:gd name="connsiteY66" fmla="*/ 639 h 1105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2192000" h="1105905">
                <a:moveTo>
                  <a:pt x="8397951" y="411291"/>
                </a:moveTo>
                <a:cubicBezTo>
                  <a:pt x="8397928" y="411395"/>
                  <a:pt x="8397905" y="411500"/>
                  <a:pt x="8397881" y="411605"/>
                </a:cubicBezTo>
                <a:lnTo>
                  <a:pt x="8398480" y="411605"/>
                </a:lnTo>
                <a:close/>
                <a:moveTo>
                  <a:pt x="3794049" y="411291"/>
                </a:moveTo>
                <a:lnTo>
                  <a:pt x="3793520" y="411605"/>
                </a:lnTo>
                <a:lnTo>
                  <a:pt x="3794120" y="411605"/>
                </a:lnTo>
                <a:cubicBezTo>
                  <a:pt x="3794095" y="411500"/>
                  <a:pt x="3794073" y="411395"/>
                  <a:pt x="3794049" y="411291"/>
                </a:cubicBezTo>
                <a:close/>
                <a:moveTo>
                  <a:pt x="900721" y="639"/>
                </a:moveTo>
                <a:cubicBezTo>
                  <a:pt x="1091038" y="4188"/>
                  <a:pt x="1217918" y="96409"/>
                  <a:pt x="1344798" y="192175"/>
                </a:cubicBezTo>
                <a:cubicBezTo>
                  <a:pt x="1464634" y="284397"/>
                  <a:pt x="1598560" y="380167"/>
                  <a:pt x="1767732" y="380167"/>
                </a:cubicBezTo>
                <a:cubicBezTo>
                  <a:pt x="1901665" y="380167"/>
                  <a:pt x="1979199" y="309227"/>
                  <a:pt x="2063785" y="231194"/>
                </a:cubicBezTo>
                <a:cubicBezTo>
                  <a:pt x="2183621" y="121236"/>
                  <a:pt x="2310501" y="7733"/>
                  <a:pt x="2627698" y="11282"/>
                </a:cubicBezTo>
                <a:cubicBezTo>
                  <a:pt x="2870885" y="13940"/>
                  <a:pt x="2999088" y="80447"/>
                  <a:pt x="3095570" y="159921"/>
                </a:cubicBezTo>
                <a:lnTo>
                  <a:pt x="3158099" y="217475"/>
                </a:lnTo>
                <a:lnTo>
                  <a:pt x="3203012" y="254511"/>
                </a:lnTo>
                <a:lnTo>
                  <a:pt x="3212441" y="268106"/>
                </a:lnTo>
                <a:lnTo>
                  <a:pt x="3242604" y="296535"/>
                </a:lnTo>
                <a:cubicBezTo>
                  <a:pt x="3301747" y="348908"/>
                  <a:pt x="3367831" y="390806"/>
                  <a:pt x="3473564" y="390806"/>
                </a:cubicBezTo>
                <a:cubicBezTo>
                  <a:pt x="3593399" y="394355"/>
                  <a:pt x="3677986" y="319866"/>
                  <a:pt x="3762572" y="241833"/>
                </a:cubicBezTo>
                <a:cubicBezTo>
                  <a:pt x="3903550" y="117691"/>
                  <a:pt x="4051573" y="-20643"/>
                  <a:pt x="4439269" y="7733"/>
                </a:cubicBezTo>
                <a:cubicBezTo>
                  <a:pt x="4805812" y="32564"/>
                  <a:pt x="4904493" y="146067"/>
                  <a:pt x="4996126" y="248927"/>
                </a:cubicBezTo>
                <a:cubicBezTo>
                  <a:pt x="5052517" y="312772"/>
                  <a:pt x="5101862" y="373073"/>
                  <a:pt x="5235788" y="380167"/>
                </a:cubicBezTo>
                <a:cubicBezTo>
                  <a:pt x="5362670" y="390806"/>
                  <a:pt x="5433157" y="319866"/>
                  <a:pt x="5517746" y="245382"/>
                </a:cubicBezTo>
                <a:cubicBezTo>
                  <a:pt x="5547703" y="217892"/>
                  <a:pt x="5578542" y="189516"/>
                  <a:pt x="5613237" y="162470"/>
                </a:cubicBezTo>
                <a:lnTo>
                  <a:pt x="5633152" y="149892"/>
                </a:lnTo>
                <a:lnTo>
                  <a:pt x="5646993" y="136533"/>
                </a:lnTo>
                <a:cubicBezTo>
                  <a:pt x="5726622" y="70028"/>
                  <a:pt x="5838966" y="17488"/>
                  <a:pt x="6082152" y="14827"/>
                </a:cubicBezTo>
                <a:lnTo>
                  <a:pt x="6096002" y="15342"/>
                </a:lnTo>
                <a:lnTo>
                  <a:pt x="6109851" y="14827"/>
                </a:lnTo>
                <a:cubicBezTo>
                  <a:pt x="6353036" y="17488"/>
                  <a:pt x="6465382" y="70028"/>
                  <a:pt x="6545012" y="136533"/>
                </a:cubicBezTo>
                <a:lnTo>
                  <a:pt x="6558854" y="149891"/>
                </a:lnTo>
                <a:lnTo>
                  <a:pt x="6578768" y="162470"/>
                </a:lnTo>
                <a:cubicBezTo>
                  <a:pt x="6613461" y="189516"/>
                  <a:pt x="6644300" y="217892"/>
                  <a:pt x="6674259" y="245382"/>
                </a:cubicBezTo>
                <a:cubicBezTo>
                  <a:pt x="6758845" y="319866"/>
                  <a:pt x="6829334" y="390806"/>
                  <a:pt x="6956214" y="380167"/>
                </a:cubicBezTo>
                <a:cubicBezTo>
                  <a:pt x="7090139" y="373073"/>
                  <a:pt x="7139485" y="312772"/>
                  <a:pt x="7195876" y="248927"/>
                </a:cubicBezTo>
                <a:cubicBezTo>
                  <a:pt x="7287509" y="146067"/>
                  <a:pt x="7386193" y="32564"/>
                  <a:pt x="7752735" y="7733"/>
                </a:cubicBezTo>
                <a:cubicBezTo>
                  <a:pt x="8140427" y="-20643"/>
                  <a:pt x="8288451" y="117691"/>
                  <a:pt x="8429428" y="241833"/>
                </a:cubicBezTo>
                <a:cubicBezTo>
                  <a:pt x="8514015" y="319866"/>
                  <a:pt x="8598603" y="394355"/>
                  <a:pt x="8718436" y="390806"/>
                </a:cubicBezTo>
                <a:cubicBezTo>
                  <a:pt x="8824169" y="390806"/>
                  <a:pt x="8890254" y="348908"/>
                  <a:pt x="8949396" y="296535"/>
                </a:cubicBezTo>
                <a:lnTo>
                  <a:pt x="8979560" y="268106"/>
                </a:lnTo>
                <a:lnTo>
                  <a:pt x="8988988" y="254511"/>
                </a:lnTo>
                <a:lnTo>
                  <a:pt x="9033902" y="217475"/>
                </a:lnTo>
                <a:lnTo>
                  <a:pt x="9096430" y="159921"/>
                </a:lnTo>
                <a:cubicBezTo>
                  <a:pt x="9192914" y="80447"/>
                  <a:pt x="9321117" y="13940"/>
                  <a:pt x="9564304" y="11282"/>
                </a:cubicBezTo>
                <a:cubicBezTo>
                  <a:pt x="9881500" y="7733"/>
                  <a:pt x="10008379" y="121236"/>
                  <a:pt x="10128215" y="231194"/>
                </a:cubicBezTo>
                <a:cubicBezTo>
                  <a:pt x="10212801" y="309227"/>
                  <a:pt x="10290336" y="380167"/>
                  <a:pt x="10424269" y="380167"/>
                </a:cubicBezTo>
                <a:cubicBezTo>
                  <a:pt x="10593442" y="380167"/>
                  <a:pt x="10727367" y="284397"/>
                  <a:pt x="10847202" y="192175"/>
                </a:cubicBezTo>
                <a:cubicBezTo>
                  <a:pt x="10974082" y="96409"/>
                  <a:pt x="11100963" y="4188"/>
                  <a:pt x="11291279" y="639"/>
                </a:cubicBezTo>
                <a:cubicBezTo>
                  <a:pt x="11545039" y="-7340"/>
                  <a:pt x="11687779" y="60495"/>
                  <a:pt x="11808711" y="148781"/>
                </a:cubicBezTo>
                <a:lnTo>
                  <a:pt x="11911532" y="230578"/>
                </a:lnTo>
                <a:lnTo>
                  <a:pt x="11942396" y="254511"/>
                </a:lnTo>
                <a:lnTo>
                  <a:pt x="11944992" y="258030"/>
                </a:lnTo>
                <a:lnTo>
                  <a:pt x="11967973" y="277303"/>
                </a:lnTo>
                <a:cubicBezTo>
                  <a:pt x="12024364" y="325188"/>
                  <a:pt x="12101901" y="343810"/>
                  <a:pt x="12165341" y="350460"/>
                </a:cubicBezTo>
                <a:lnTo>
                  <a:pt x="12192000" y="352271"/>
                </a:lnTo>
                <a:lnTo>
                  <a:pt x="12192000" y="453984"/>
                </a:lnTo>
                <a:lnTo>
                  <a:pt x="12192000" y="1105905"/>
                </a:lnTo>
                <a:lnTo>
                  <a:pt x="0" y="1105905"/>
                </a:lnTo>
                <a:lnTo>
                  <a:pt x="0" y="453984"/>
                </a:lnTo>
                <a:lnTo>
                  <a:pt x="0" y="352271"/>
                </a:lnTo>
                <a:lnTo>
                  <a:pt x="26659" y="350460"/>
                </a:lnTo>
                <a:cubicBezTo>
                  <a:pt x="90099" y="343810"/>
                  <a:pt x="167637" y="325188"/>
                  <a:pt x="224027" y="277303"/>
                </a:cubicBezTo>
                <a:lnTo>
                  <a:pt x="247008" y="258030"/>
                </a:lnTo>
                <a:lnTo>
                  <a:pt x="249604" y="254511"/>
                </a:lnTo>
                <a:lnTo>
                  <a:pt x="280468" y="230578"/>
                </a:lnTo>
                <a:lnTo>
                  <a:pt x="383289" y="148781"/>
                </a:lnTo>
                <a:cubicBezTo>
                  <a:pt x="504221" y="60495"/>
                  <a:pt x="646961" y="-7340"/>
                  <a:pt x="900721" y="639"/>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32">
            <a:extLst>
              <a:ext uri="{FF2B5EF4-FFF2-40B4-BE49-F238E27FC236}">
                <a16:creationId xmlns:a16="http://schemas.microsoft.com/office/drawing/2014/main" id="{0DA2FAAA-E96F-C2C3-4884-5874A3AEEFFF}"/>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tx2"/>
                </a:solidFill>
                <a:latin typeface="+mj-lt"/>
                <a:ea typeface="Roboto Condensed" panose="02000000000000000000" pitchFamily="2" charset="0"/>
                <a:cs typeface="Segoe UI" panose="020B0502040204020203" pitchFamily="34" charset="0"/>
              </a:rPr>
              <a:pPr algn="ctr"/>
              <a:t>‹#›</a:t>
            </a:fld>
            <a:endParaRPr lang="id-ID" sz="4400" i="0">
              <a:solidFill>
                <a:schemeClr val="tx2"/>
              </a:solidFill>
              <a:latin typeface="+mj-lt"/>
              <a:ea typeface="Roboto Condensed" panose="02000000000000000000" pitchFamily="2" charset="0"/>
              <a:cs typeface="Segoe UI" panose="020B0502040204020203" pitchFamily="34" charset="0"/>
            </a:endParaRPr>
          </a:p>
        </p:txBody>
      </p:sp>
      <p:pic>
        <p:nvPicPr>
          <p:cNvPr id="4" name="Imagen 3" descr="Logotipo&#10;&#10;El contenido generado por IA puede ser incorrecto.">
            <a:extLst>
              <a:ext uri="{FF2B5EF4-FFF2-40B4-BE49-F238E27FC236}">
                <a16:creationId xmlns:a16="http://schemas.microsoft.com/office/drawing/2014/main" id="{4F6E8475-6D4C-35BB-F44B-38F7828C816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50701" y="6186386"/>
            <a:ext cx="1324043" cy="276239"/>
          </a:xfrm>
          <a:prstGeom prst="rect">
            <a:avLst/>
          </a:prstGeom>
        </p:spPr>
      </p:pic>
      <p:sp>
        <p:nvSpPr>
          <p:cNvPr id="5" name="TextBox 7">
            <a:extLst>
              <a:ext uri="{FF2B5EF4-FFF2-40B4-BE49-F238E27FC236}">
                <a16:creationId xmlns:a16="http://schemas.microsoft.com/office/drawing/2014/main" id="{29D554BE-00B7-947B-6648-196C8D0032B5}"/>
              </a:ext>
            </a:extLst>
          </p:cNvPr>
          <p:cNvSpPr txBox="1"/>
          <p:nvPr userDrawn="1"/>
        </p:nvSpPr>
        <p:spPr>
          <a:xfrm>
            <a:off x="10294951" y="6335935"/>
            <a:ext cx="1355580" cy="261610"/>
          </a:xfrm>
          <a:prstGeom prst="rect">
            <a:avLst/>
          </a:prstGeom>
          <a:noFill/>
        </p:spPr>
        <p:txBody>
          <a:bodyPr wrap="square" rtlCol="0">
            <a:spAutoFit/>
          </a:bodyPr>
          <a:lstStyle/>
          <a:p>
            <a:r>
              <a:rPr lang="en-US" sz="1100" b="0">
                <a:solidFill>
                  <a:schemeClr val="tx2"/>
                </a:solidFill>
                <a:latin typeface="Segoe UI" panose="020B0502040204020203" pitchFamily="34" charset="0"/>
                <a:cs typeface="Segoe UI" panose="020B0502040204020203" pitchFamily="34" charset="0"/>
              </a:rPr>
              <a:t>#BizzSummit2026</a:t>
            </a:r>
            <a:endParaRPr lang="en-GB" sz="1100" b="0">
              <a:solidFill>
                <a:schemeClr val="tx2"/>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085845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47_Title and Content">
    <p:bg>
      <p:bgPr>
        <a:solidFill>
          <a:schemeClr val="accent4"/>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25C40A2C-1A75-42B4-A826-D4B6683EECD3}"/>
              </a:ext>
            </a:extLst>
          </p:cNvPr>
          <p:cNvSpPr/>
          <p:nvPr userDrawn="1"/>
        </p:nvSpPr>
        <p:spPr>
          <a:xfrm>
            <a:off x="-1" y="5752095"/>
            <a:ext cx="12192000" cy="1105905"/>
          </a:xfrm>
          <a:custGeom>
            <a:avLst/>
            <a:gdLst>
              <a:gd name="connsiteX0" fmla="*/ 8397951 w 12192000"/>
              <a:gd name="connsiteY0" fmla="*/ 411291 h 1105905"/>
              <a:gd name="connsiteX1" fmla="*/ 8397881 w 12192000"/>
              <a:gd name="connsiteY1" fmla="*/ 411605 h 1105905"/>
              <a:gd name="connsiteX2" fmla="*/ 8398480 w 12192000"/>
              <a:gd name="connsiteY2" fmla="*/ 411605 h 1105905"/>
              <a:gd name="connsiteX3" fmla="*/ 3794049 w 12192000"/>
              <a:gd name="connsiteY3" fmla="*/ 411291 h 1105905"/>
              <a:gd name="connsiteX4" fmla="*/ 3793520 w 12192000"/>
              <a:gd name="connsiteY4" fmla="*/ 411605 h 1105905"/>
              <a:gd name="connsiteX5" fmla="*/ 3794120 w 12192000"/>
              <a:gd name="connsiteY5" fmla="*/ 411605 h 1105905"/>
              <a:gd name="connsiteX6" fmla="*/ 3794049 w 12192000"/>
              <a:gd name="connsiteY6" fmla="*/ 411291 h 1105905"/>
              <a:gd name="connsiteX7" fmla="*/ 900721 w 12192000"/>
              <a:gd name="connsiteY7" fmla="*/ 639 h 1105905"/>
              <a:gd name="connsiteX8" fmla="*/ 1344798 w 12192000"/>
              <a:gd name="connsiteY8" fmla="*/ 192175 h 1105905"/>
              <a:gd name="connsiteX9" fmla="*/ 1767732 w 12192000"/>
              <a:gd name="connsiteY9" fmla="*/ 380167 h 1105905"/>
              <a:gd name="connsiteX10" fmla="*/ 2063785 w 12192000"/>
              <a:gd name="connsiteY10" fmla="*/ 231194 h 1105905"/>
              <a:gd name="connsiteX11" fmla="*/ 2627698 w 12192000"/>
              <a:gd name="connsiteY11" fmla="*/ 11282 h 1105905"/>
              <a:gd name="connsiteX12" fmla="*/ 3095570 w 12192000"/>
              <a:gd name="connsiteY12" fmla="*/ 159921 h 1105905"/>
              <a:gd name="connsiteX13" fmla="*/ 3158099 w 12192000"/>
              <a:gd name="connsiteY13" fmla="*/ 217475 h 1105905"/>
              <a:gd name="connsiteX14" fmla="*/ 3203012 w 12192000"/>
              <a:gd name="connsiteY14" fmla="*/ 254511 h 1105905"/>
              <a:gd name="connsiteX15" fmla="*/ 3212441 w 12192000"/>
              <a:gd name="connsiteY15" fmla="*/ 268106 h 1105905"/>
              <a:gd name="connsiteX16" fmla="*/ 3242604 w 12192000"/>
              <a:gd name="connsiteY16" fmla="*/ 296535 h 1105905"/>
              <a:gd name="connsiteX17" fmla="*/ 3473564 w 12192000"/>
              <a:gd name="connsiteY17" fmla="*/ 390806 h 1105905"/>
              <a:gd name="connsiteX18" fmla="*/ 3762572 w 12192000"/>
              <a:gd name="connsiteY18" fmla="*/ 241833 h 1105905"/>
              <a:gd name="connsiteX19" fmla="*/ 4439269 w 12192000"/>
              <a:gd name="connsiteY19" fmla="*/ 7733 h 1105905"/>
              <a:gd name="connsiteX20" fmla="*/ 4996126 w 12192000"/>
              <a:gd name="connsiteY20" fmla="*/ 248927 h 1105905"/>
              <a:gd name="connsiteX21" fmla="*/ 5235788 w 12192000"/>
              <a:gd name="connsiteY21" fmla="*/ 380167 h 1105905"/>
              <a:gd name="connsiteX22" fmla="*/ 5517746 w 12192000"/>
              <a:gd name="connsiteY22" fmla="*/ 245382 h 1105905"/>
              <a:gd name="connsiteX23" fmla="*/ 5613237 w 12192000"/>
              <a:gd name="connsiteY23" fmla="*/ 162470 h 1105905"/>
              <a:gd name="connsiteX24" fmla="*/ 5633152 w 12192000"/>
              <a:gd name="connsiteY24" fmla="*/ 149892 h 1105905"/>
              <a:gd name="connsiteX25" fmla="*/ 5646993 w 12192000"/>
              <a:gd name="connsiteY25" fmla="*/ 136533 h 1105905"/>
              <a:gd name="connsiteX26" fmla="*/ 6082152 w 12192000"/>
              <a:gd name="connsiteY26" fmla="*/ 14827 h 1105905"/>
              <a:gd name="connsiteX27" fmla="*/ 6096002 w 12192000"/>
              <a:gd name="connsiteY27" fmla="*/ 15342 h 1105905"/>
              <a:gd name="connsiteX28" fmla="*/ 6109851 w 12192000"/>
              <a:gd name="connsiteY28" fmla="*/ 14827 h 1105905"/>
              <a:gd name="connsiteX29" fmla="*/ 6545012 w 12192000"/>
              <a:gd name="connsiteY29" fmla="*/ 136533 h 1105905"/>
              <a:gd name="connsiteX30" fmla="*/ 6558854 w 12192000"/>
              <a:gd name="connsiteY30" fmla="*/ 149891 h 1105905"/>
              <a:gd name="connsiteX31" fmla="*/ 6578768 w 12192000"/>
              <a:gd name="connsiteY31" fmla="*/ 162470 h 1105905"/>
              <a:gd name="connsiteX32" fmla="*/ 6674259 w 12192000"/>
              <a:gd name="connsiteY32" fmla="*/ 245382 h 1105905"/>
              <a:gd name="connsiteX33" fmla="*/ 6956214 w 12192000"/>
              <a:gd name="connsiteY33" fmla="*/ 380167 h 1105905"/>
              <a:gd name="connsiteX34" fmla="*/ 7195876 w 12192000"/>
              <a:gd name="connsiteY34" fmla="*/ 248927 h 1105905"/>
              <a:gd name="connsiteX35" fmla="*/ 7752735 w 12192000"/>
              <a:gd name="connsiteY35" fmla="*/ 7733 h 1105905"/>
              <a:gd name="connsiteX36" fmla="*/ 8429428 w 12192000"/>
              <a:gd name="connsiteY36" fmla="*/ 241833 h 1105905"/>
              <a:gd name="connsiteX37" fmla="*/ 8718436 w 12192000"/>
              <a:gd name="connsiteY37" fmla="*/ 390806 h 1105905"/>
              <a:gd name="connsiteX38" fmla="*/ 8949396 w 12192000"/>
              <a:gd name="connsiteY38" fmla="*/ 296535 h 1105905"/>
              <a:gd name="connsiteX39" fmla="*/ 8979560 w 12192000"/>
              <a:gd name="connsiteY39" fmla="*/ 268106 h 1105905"/>
              <a:gd name="connsiteX40" fmla="*/ 8988988 w 12192000"/>
              <a:gd name="connsiteY40" fmla="*/ 254511 h 1105905"/>
              <a:gd name="connsiteX41" fmla="*/ 9033902 w 12192000"/>
              <a:gd name="connsiteY41" fmla="*/ 217475 h 1105905"/>
              <a:gd name="connsiteX42" fmla="*/ 9096430 w 12192000"/>
              <a:gd name="connsiteY42" fmla="*/ 159921 h 1105905"/>
              <a:gd name="connsiteX43" fmla="*/ 9564304 w 12192000"/>
              <a:gd name="connsiteY43" fmla="*/ 11282 h 1105905"/>
              <a:gd name="connsiteX44" fmla="*/ 10128215 w 12192000"/>
              <a:gd name="connsiteY44" fmla="*/ 231194 h 1105905"/>
              <a:gd name="connsiteX45" fmla="*/ 10424269 w 12192000"/>
              <a:gd name="connsiteY45" fmla="*/ 380167 h 1105905"/>
              <a:gd name="connsiteX46" fmla="*/ 10847202 w 12192000"/>
              <a:gd name="connsiteY46" fmla="*/ 192175 h 1105905"/>
              <a:gd name="connsiteX47" fmla="*/ 11291279 w 12192000"/>
              <a:gd name="connsiteY47" fmla="*/ 639 h 1105905"/>
              <a:gd name="connsiteX48" fmla="*/ 11808711 w 12192000"/>
              <a:gd name="connsiteY48" fmla="*/ 148781 h 1105905"/>
              <a:gd name="connsiteX49" fmla="*/ 11911532 w 12192000"/>
              <a:gd name="connsiteY49" fmla="*/ 230578 h 1105905"/>
              <a:gd name="connsiteX50" fmla="*/ 11942396 w 12192000"/>
              <a:gd name="connsiteY50" fmla="*/ 254511 h 1105905"/>
              <a:gd name="connsiteX51" fmla="*/ 11944992 w 12192000"/>
              <a:gd name="connsiteY51" fmla="*/ 258030 h 1105905"/>
              <a:gd name="connsiteX52" fmla="*/ 11967973 w 12192000"/>
              <a:gd name="connsiteY52" fmla="*/ 277303 h 1105905"/>
              <a:gd name="connsiteX53" fmla="*/ 12165341 w 12192000"/>
              <a:gd name="connsiteY53" fmla="*/ 350460 h 1105905"/>
              <a:gd name="connsiteX54" fmla="*/ 12192000 w 12192000"/>
              <a:gd name="connsiteY54" fmla="*/ 352271 h 1105905"/>
              <a:gd name="connsiteX55" fmla="*/ 12192000 w 12192000"/>
              <a:gd name="connsiteY55" fmla="*/ 453984 h 1105905"/>
              <a:gd name="connsiteX56" fmla="*/ 12192000 w 12192000"/>
              <a:gd name="connsiteY56" fmla="*/ 1105905 h 1105905"/>
              <a:gd name="connsiteX57" fmla="*/ 0 w 12192000"/>
              <a:gd name="connsiteY57" fmla="*/ 1105905 h 1105905"/>
              <a:gd name="connsiteX58" fmla="*/ 0 w 12192000"/>
              <a:gd name="connsiteY58" fmla="*/ 453984 h 1105905"/>
              <a:gd name="connsiteX59" fmla="*/ 0 w 12192000"/>
              <a:gd name="connsiteY59" fmla="*/ 352271 h 1105905"/>
              <a:gd name="connsiteX60" fmla="*/ 26659 w 12192000"/>
              <a:gd name="connsiteY60" fmla="*/ 350460 h 1105905"/>
              <a:gd name="connsiteX61" fmla="*/ 224027 w 12192000"/>
              <a:gd name="connsiteY61" fmla="*/ 277303 h 1105905"/>
              <a:gd name="connsiteX62" fmla="*/ 247008 w 12192000"/>
              <a:gd name="connsiteY62" fmla="*/ 258030 h 1105905"/>
              <a:gd name="connsiteX63" fmla="*/ 249604 w 12192000"/>
              <a:gd name="connsiteY63" fmla="*/ 254511 h 1105905"/>
              <a:gd name="connsiteX64" fmla="*/ 280468 w 12192000"/>
              <a:gd name="connsiteY64" fmla="*/ 230578 h 1105905"/>
              <a:gd name="connsiteX65" fmla="*/ 383289 w 12192000"/>
              <a:gd name="connsiteY65" fmla="*/ 148781 h 1105905"/>
              <a:gd name="connsiteX66" fmla="*/ 900721 w 12192000"/>
              <a:gd name="connsiteY66" fmla="*/ 639 h 1105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2192000" h="1105905">
                <a:moveTo>
                  <a:pt x="8397951" y="411291"/>
                </a:moveTo>
                <a:cubicBezTo>
                  <a:pt x="8397928" y="411395"/>
                  <a:pt x="8397905" y="411500"/>
                  <a:pt x="8397881" y="411605"/>
                </a:cubicBezTo>
                <a:lnTo>
                  <a:pt x="8398480" y="411605"/>
                </a:lnTo>
                <a:close/>
                <a:moveTo>
                  <a:pt x="3794049" y="411291"/>
                </a:moveTo>
                <a:lnTo>
                  <a:pt x="3793520" y="411605"/>
                </a:lnTo>
                <a:lnTo>
                  <a:pt x="3794120" y="411605"/>
                </a:lnTo>
                <a:cubicBezTo>
                  <a:pt x="3794095" y="411500"/>
                  <a:pt x="3794073" y="411395"/>
                  <a:pt x="3794049" y="411291"/>
                </a:cubicBezTo>
                <a:close/>
                <a:moveTo>
                  <a:pt x="900721" y="639"/>
                </a:moveTo>
                <a:cubicBezTo>
                  <a:pt x="1091038" y="4188"/>
                  <a:pt x="1217918" y="96409"/>
                  <a:pt x="1344798" y="192175"/>
                </a:cubicBezTo>
                <a:cubicBezTo>
                  <a:pt x="1464634" y="284397"/>
                  <a:pt x="1598560" y="380167"/>
                  <a:pt x="1767732" y="380167"/>
                </a:cubicBezTo>
                <a:cubicBezTo>
                  <a:pt x="1901665" y="380167"/>
                  <a:pt x="1979199" y="309227"/>
                  <a:pt x="2063785" y="231194"/>
                </a:cubicBezTo>
                <a:cubicBezTo>
                  <a:pt x="2183621" y="121236"/>
                  <a:pt x="2310501" y="7733"/>
                  <a:pt x="2627698" y="11282"/>
                </a:cubicBezTo>
                <a:cubicBezTo>
                  <a:pt x="2870885" y="13940"/>
                  <a:pt x="2999088" y="80447"/>
                  <a:pt x="3095570" y="159921"/>
                </a:cubicBezTo>
                <a:lnTo>
                  <a:pt x="3158099" y="217475"/>
                </a:lnTo>
                <a:lnTo>
                  <a:pt x="3203012" y="254511"/>
                </a:lnTo>
                <a:lnTo>
                  <a:pt x="3212441" y="268106"/>
                </a:lnTo>
                <a:lnTo>
                  <a:pt x="3242604" y="296535"/>
                </a:lnTo>
                <a:cubicBezTo>
                  <a:pt x="3301747" y="348908"/>
                  <a:pt x="3367831" y="390806"/>
                  <a:pt x="3473564" y="390806"/>
                </a:cubicBezTo>
                <a:cubicBezTo>
                  <a:pt x="3593399" y="394355"/>
                  <a:pt x="3677986" y="319866"/>
                  <a:pt x="3762572" y="241833"/>
                </a:cubicBezTo>
                <a:cubicBezTo>
                  <a:pt x="3903550" y="117691"/>
                  <a:pt x="4051573" y="-20643"/>
                  <a:pt x="4439269" y="7733"/>
                </a:cubicBezTo>
                <a:cubicBezTo>
                  <a:pt x="4805812" y="32564"/>
                  <a:pt x="4904493" y="146067"/>
                  <a:pt x="4996126" y="248927"/>
                </a:cubicBezTo>
                <a:cubicBezTo>
                  <a:pt x="5052517" y="312772"/>
                  <a:pt x="5101862" y="373073"/>
                  <a:pt x="5235788" y="380167"/>
                </a:cubicBezTo>
                <a:cubicBezTo>
                  <a:pt x="5362670" y="390806"/>
                  <a:pt x="5433157" y="319866"/>
                  <a:pt x="5517746" y="245382"/>
                </a:cubicBezTo>
                <a:cubicBezTo>
                  <a:pt x="5547703" y="217892"/>
                  <a:pt x="5578542" y="189516"/>
                  <a:pt x="5613237" y="162470"/>
                </a:cubicBezTo>
                <a:lnTo>
                  <a:pt x="5633152" y="149892"/>
                </a:lnTo>
                <a:lnTo>
                  <a:pt x="5646993" y="136533"/>
                </a:lnTo>
                <a:cubicBezTo>
                  <a:pt x="5726622" y="70028"/>
                  <a:pt x="5838966" y="17488"/>
                  <a:pt x="6082152" y="14827"/>
                </a:cubicBezTo>
                <a:lnTo>
                  <a:pt x="6096002" y="15342"/>
                </a:lnTo>
                <a:lnTo>
                  <a:pt x="6109851" y="14827"/>
                </a:lnTo>
                <a:cubicBezTo>
                  <a:pt x="6353036" y="17488"/>
                  <a:pt x="6465382" y="70028"/>
                  <a:pt x="6545012" y="136533"/>
                </a:cubicBezTo>
                <a:lnTo>
                  <a:pt x="6558854" y="149891"/>
                </a:lnTo>
                <a:lnTo>
                  <a:pt x="6578768" y="162470"/>
                </a:lnTo>
                <a:cubicBezTo>
                  <a:pt x="6613461" y="189516"/>
                  <a:pt x="6644300" y="217892"/>
                  <a:pt x="6674259" y="245382"/>
                </a:cubicBezTo>
                <a:cubicBezTo>
                  <a:pt x="6758845" y="319866"/>
                  <a:pt x="6829334" y="390806"/>
                  <a:pt x="6956214" y="380167"/>
                </a:cubicBezTo>
                <a:cubicBezTo>
                  <a:pt x="7090139" y="373073"/>
                  <a:pt x="7139485" y="312772"/>
                  <a:pt x="7195876" y="248927"/>
                </a:cubicBezTo>
                <a:cubicBezTo>
                  <a:pt x="7287509" y="146067"/>
                  <a:pt x="7386193" y="32564"/>
                  <a:pt x="7752735" y="7733"/>
                </a:cubicBezTo>
                <a:cubicBezTo>
                  <a:pt x="8140427" y="-20643"/>
                  <a:pt x="8288451" y="117691"/>
                  <a:pt x="8429428" y="241833"/>
                </a:cubicBezTo>
                <a:cubicBezTo>
                  <a:pt x="8514015" y="319866"/>
                  <a:pt x="8598603" y="394355"/>
                  <a:pt x="8718436" y="390806"/>
                </a:cubicBezTo>
                <a:cubicBezTo>
                  <a:pt x="8824169" y="390806"/>
                  <a:pt x="8890254" y="348908"/>
                  <a:pt x="8949396" y="296535"/>
                </a:cubicBezTo>
                <a:lnTo>
                  <a:pt x="8979560" y="268106"/>
                </a:lnTo>
                <a:lnTo>
                  <a:pt x="8988988" y="254511"/>
                </a:lnTo>
                <a:lnTo>
                  <a:pt x="9033902" y="217475"/>
                </a:lnTo>
                <a:lnTo>
                  <a:pt x="9096430" y="159921"/>
                </a:lnTo>
                <a:cubicBezTo>
                  <a:pt x="9192914" y="80447"/>
                  <a:pt x="9321117" y="13940"/>
                  <a:pt x="9564304" y="11282"/>
                </a:cubicBezTo>
                <a:cubicBezTo>
                  <a:pt x="9881500" y="7733"/>
                  <a:pt x="10008379" y="121236"/>
                  <a:pt x="10128215" y="231194"/>
                </a:cubicBezTo>
                <a:cubicBezTo>
                  <a:pt x="10212801" y="309227"/>
                  <a:pt x="10290336" y="380167"/>
                  <a:pt x="10424269" y="380167"/>
                </a:cubicBezTo>
                <a:cubicBezTo>
                  <a:pt x="10593442" y="380167"/>
                  <a:pt x="10727367" y="284397"/>
                  <a:pt x="10847202" y="192175"/>
                </a:cubicBezTo>
                <a:cubicBezTo>
                  <a:pt x="10974082" y="96409"/>
                  <a:pt x="11100963" y="4188"/>
                  <a:pt x="11291279" y="639"/>
                </a:cubicBezTo>
                <a:cubicBezTo>
                  <a:pt x="11545039" y="-7340"/>
                  <a:pt x="11687779" y="60495"/>
                  <a:pt x="11808711" y="148781"/>
                </a:cubicBezTo>
                <a:lnTo>
                  <a:pt x="11911532" y="230578"/>
                </a:lnTo>
                <a:lnTo>
                  <a:pt x="11942396" y="254511"/>
                </a:lnTo>
                <a:lnTo>
                  <a:pt x="11944992" y="258030"/>
                </a:lnTo>
                <a:lnTo>
                  <a:pt x="11967973" y="277303"/>
                </a:lnTo>
                <a:cubicBezTo>
                  <a:pt x="12024364" y="325188"/>
                  <a:pt x="12101901" y="343810"/>
                  <a:pt x="12165341" y="350460"/>
                </a:cubicBezTo>
                <a:lnTo>
                  <a:pt x="12192000" y="352271"/>
                </a:lnTo>
                <a:lnTo>
                  <a:pt x="12192000" y="453984"/>
                </a:lnTo>
                <a:lnTo>
                  <a:pt x="12192000" y="1105905"/>
                </a:lnTo>
                <a:lnTo>
                  <a:pt x="0" y="1105905"/>
                </a:lnTo>
                <a:lnTo>
                  <a:pt x="0" y="453984"/>
                </a:lnTo>
                <a:lnTo>
                  <a:pt x="0" y="352271"/>
                </a:lnTo>
                <a:lnTo>
                  <a:pt x="26659" y="350460"/>
                </a:lnTo>
                <a:cubicBezTo>
                  <a:pt x="90099" y="343810"/>
                  <a:pt x="167637" y="325188"/>
                  <a:pt x="224027" y="277303"/>
                </a:cubicBezTo>
                <a:lnTo>
                  <a:pt x="247008" y="258030"/>
                </a:lnTo>
                <a:lnTo>
                  <a:pt x="249604" y="254511"/>
                </a:lnTo>
                <a:lnTo>
                  <a:pt x="280468" y="230578"/>
                </a:lnTo>
                <a:lnTo>
                  <a:pt x="383289" y="148781"/>
                </a:lnTo>
                <a:cubicBezTo>
                  <a:pt x="504221" y="60495"/>
                  <a:pt x="646961" y="-7340"/>
                  <a:pt x="900721" y="639"/>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701D8835-7059-42EE-8C09-298010F7425F}"/>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bg1"/>
                </a:solidFill>
                <a:latin typeface="+mj-lt"/>
                <a:ea typeface="Roboto Condensed" panose="02000000000000000000" pitchFamily="2" charset="0"/>
                <a:cs typeface="Segoe UI" panose="020B0502040204020203" pitchFamily="34" charset="0"/>
              </a:rPr>
              <a:pPr algn="ctr"/>
              <a:t>‹#›</a:t>
            </a:fld>
            <a:endParaRPr lang="id-ID" sz="4400" i="0">
              <a:solidFill>
                <a:schemeClr val="bg1"/>
              </a:solidFill>
              <a:latin typeface="+mj-lt"/>
              <a:ea typeface="Roboto Condensed" panose="02000000000000000000" pitchFamily="2" charset="0"/>
              <a:cs typeface="Segoe UI" panose="020B0502040204020203" pitchFamily="34" charset="0"/>
            </a:endParaRPr>
          </a:p>
        </p:txBody>
      </p:sp>
      <p:pic>
        <p:nvPicPr>
          <p:cNvPr id="3" name="Imagen 2" descr="Logotipo&#10;&#10;El contenido generado por IA puede ser incorrecto.">
            <a:extLst>
              <a:ext uri="{FF2B5EF4-FFF2-40B4-BE49-F238E27FC236}">
                <a16:creationId xmlns:a16="http://schemas.microsoft.com/office/drawing/2014/main" id="{807B3481-7280-435B-9BDA-A42611ACA8D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1707" y="6182190"/>
            <a:ext cx="1399441" cy="291970"/>
          </a:xfrm>
          <a:prstGeom prst="rect">
            <a:avLst/>
          </a:prstGeom>
        </p:spPr>
      </p:pic>
      <p:sp>
        <p:nvSpPr>
          <p:cNvPr id="4" name="TextBox 7">
            <a:extLst>
              <a:ext uri="{FF2B5EF4-FFF2-40B4-BE49-F238E27FC236}">
                <a16:creationId xmlns:a16="http://schemas.microsoft.com/office/drawing/2014/main" id="{A1A2E521-25F1-66D1-9E4F-68A98A499769}"/>
              </a:ext>
            </a:extLst>
          </p:cNvPr>
          <p:cNvSpPr txBox="1"/>
          <p:nvPr userDrawn="1"/>
        </p:nvSpPr>
        <p:spPr>
          <a:xfrm>
            <a:off x="10294951" y="6335935"/>
            <a:ext cx="1355580" cy="261610"/>
          </a:xfrm>
          <a:prstGeom prst="rect">
            <a:avLst/>
          </a:prstGeom>
          <a:noFill/>
        </p:spPr>
        <p:txBody>
          <a:bodyPr wrap="square" rtlCol="0">
            <a:spAutoFit/>
          </a:bodyPr>
          <a:lstStyle/>
          <a:p>
            <a:r>
              <a:rPr lang="en-US" sz="1100" b="0">
                <a:solidFill>
                  <a:schemeClr val="bg1"/>
                </a:solidFill>
                <a:latin typeface="Segoe UI" panose="020B0502040204020203" pitchFamily="34" charset="0"/>
                <a:cs typeface="Segoe UI" panose="020B0502040204020203" pitchFamily="34" charset="0"/>
              </a:rPr>
              <a:t>#BizzSummit2026</a:t>
            </a:r>
            <a:endParaRPr lang="en-GB" sz="1100" b="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1225977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0_Title and Content">
    <p:bg>
      <p:bgPr>
        <a:solidFill>
          <a:schemeClr val="accent1"/>
        </a:solidFill>
        <a:effectLst/>
      </p:bgPr>
    </p:bg>
    <p:spTree>
      <p:nvGrpSpPr>
        <p:cNvPr id="1" name=""/>
        <p:cNvGrpSpPr/>
        <p:nvPr/>
      </p:nvGrpSpPr>
      <p:grpSpPr>
        <a:xfrm>
          <a:off x="0" y="0"/>
          <a:ext cx="0" cy="0"/>
          <a:chOff x="0" y="0"/>
          <a:chExt cx="0" cy="0"/>
        </a:xfrm>
      </p:grpSpPr>
      <p:pic>
        <p:nvPicPr>
          <p:cNvPr id="43" name="Gráfico 42">
            <a:extLst>
              <a:ext uri="{FF2B5EF4-FFF2-40B4-BE49-F238E27FC236}">
                <a16:creationId xmlns:a16="http://schemas.microsoft.com/office/drawing/2014/main" id="{82BABB31-EFC0-5FEC-6279-07B92A8F952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474460" y="136854"/>
            <a:ext cx="758823" cy="834705"/>
          </a:xfrm>
          <a:prstGeom prst="rect">
            <a:avLst/>
          </a:prstGeom>
        </p:spPr>
      </p:pic>
      <p:pic>
        <p:nvPicPr>
          <p:cNvPr id="42" name="Gráfico 41">
            <a:extLst>
              <a:ext uri="{FF2B5EF4-FFF2-40B4-BE49-F238E27FC236}">
                <a16:creationId xmlns:a16="http://schemas.microsoft.com/office/drawing/2014/main" id="{5BD2FB50-F703-20A9-33BF-DC2B0CC8C70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143567" y="592634"/>
            <a:ext cx="758823" cy="834705"/>
          </a:xfrm>
          <a:prstGeom prst="rect">
            <a:avLst/>
          </a:prstGeom>
        </p:spPr>
      </p:pic>
      <p:pic>
        <p:nvPicPr>
          <p:cNvPr id="41" name="Gráfico 40">
            <a:extLst>
              <a:ext uri="{FF2B5EF4-FFF2-40B4-BE49-F238E27FC236}">
                <a16:creationId xmlns:a16="http://schemas.microsoft.com/office/drawing/2014/main" id="{946130A8-6F2D-0155-3AB2-75FE0DE63EB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919367" y="1496539"/>
            <a:ext cx="758823" cy="834705"/>
          </a:xfrm>
          <a:prstGeom prst="rect">
            <a:avLst/>
          </a:prstGeom>
        </p:spPr>
      </p:pic>
      <p:pic>
        <p:nvPicPr>
          <p:cNvPr id="34" name="Gráfico 33">
            <a:extLst>
              <a:ext uri="{FF2B5EF4-FFF2-40B4-BE49-F238E27FC236}">
                <a16:creationId xmlns:a16="http://schemas.microsoft.com/office/drawing/2014/main" id="{6998DD76-0C5A-8F80-9901-D926DA0AC70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364089" y="2901436"/>
            <a:ext cx="758823" cy="834705"/>
          </a:xfrm>
          <a:prstGeom prst="rect">
            <a:avLst/>
          </a:prstGeom>
        </p:spPr>
      </p:pic>
      <p:pic>
        <p:nvPicPr>
          <p:cNvPr id="38" name="Gráfico 37">
            <a:extLst>
              <a:ext uri="{FF2B5EF4-FFF2-40B4-BE49-F238E27FC236}">
                <a16:creationId xmlns:a16="http://schemas.microsoft.com/office/drawing/2014/main" id="{43D2004D-CEDB-248B-A3D6-46FD49B8A36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88290" y="2062821"/>
            <a:ext cx="758823" cy="834705"/>
          </a:xfrm>
          <a:prstGeom prst="rect">
            <a:avLst/>
          </a:prstGeom>
        </p:spPr>
      </p:pic>
      <p:pic>
        <p:nvPicPr>
          <p:cNvPr id="22" name="Gráfico 21">
            <a:extLst>
              <a:ext uri="{FF2B5EF4-FFF2-40B4-BE49-F238E27FC236}">
                <a16:creationId xmlns:a16="http://schemas.microsoft.com/office/drawing/2014/main" id="{2B04BF0E-9AA3-41D4-502A-D57432CE7EA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969880" y="4875653"/>
            <a:ext cx="758823" cy="834705"/>
          </a:xfrm>
          <a:prstGeom prst="rect">
            <a:avLst/>
          </a:prstGeom>
        </p:spPr>
      </p:pic>
      <p:pic>
        <p:nvPicPr>
          <p:cNvPr id="23" name="Gráfico 22">
            <a:extLst>
              <a:ext uri="{FF2B5EF4-FFF2-40B4-BE49-F238E27FC236}">
                <a16:creationId xmlns:a16="http://schemas.microsoft.com/office/drawing/2014/main" id="{7543CBD1-D475-BDBE-76EF-ACA26EEA3F3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755887" y="175948"/>
            <a:ext cx="758823" cy="834705"/>
          </a:xfrm>
          <a:prstGeom prst="rect">
            <a:avLst/>
          </a:prstGeom>
        </p:spPr>
      </p:pic>
      <p:pic>
        <p:nvPicPr>
          <p:cNvPr id="24" name="Gráfico 23">
            <a:extLst>
              <a:ext uri="{FF2B5EF4-FFF2-40B4-BE49-F238E27FC236}">
                <a16:creationId xmlns:a16="http://schemas.microsoft.com/office/drawing/2014/main" id="{871020DA-ADAB-667F-3BBB-2BDCB31BB01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755887" y="1527883"/>
            <a:ext cx="758823" cy="834705"/>
          </a:xfrm>
          <a:prstGeom prst="rect">
            <a:avLst/>
          </a:prstGeom>
        </p:spPr>
      </p:pic>
      <p:pic>
        <p:nvPicPr>
          <p:cNvPr id="25" name="Gráfico 24">
            <a:extLst>
              <a:ext uri="{FF2B5EF4-FFF2-40B4-BE49-F238E27FC236}">
                <a16:creationId xmlns:a16="http://schemas.microsoft.com/office/drawing/2014/main" id="{509910C1-DBA0-7176-DC05-E2174CFFD8B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755886" y="2879818"/>
            <a:ext cx="758823" cy="834705"/>
          </a:xfrm>
          <a:prstGeom prst="rect">
            <a:avLst/>
          </a:prstGeom>
        </p:spPr>
      </p:pic>
      <p:pic>
        <p:nvPicPr>
          <p:cNvPr id="26" name="Gráfico 25">
            <a:extLst>
              <a:ext uri="{FF2B5EF4-FFF2-40B4-BE49-F238E27FC236}">
                <a16:creationId xmlns:a16="http://schemas.microsoft.com/office/drawing/2014/main" id="{BA6D8F69-C275-8013-3C1B-FDCC8C612B9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755885" y="4182132"/>
            <a:ext cx="758823" cy="834705"/>
          </a:xfrm>
          <a:prstGeom prst="rect">
            <a:avLst/>
          </a:prstGeom>
        </p:spPr>
      </p:pic>
      <p:pic>
        <p:nvPicPr>
          <p:cNvPr id="27" name="Gráfico 26">
            <a:extLst>
              <a:ext uri="{FF2B5EF4-FFF2-40B4-BE49-F238E27FC236}">
                <a16:creationId xmlns:a16="http://schemas.microsoft.com/office/drawing/2014/main" id="{8413D9D1-9970-00A4-5D9E-A34A2C5E207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755885" y="5464041"/>
            <a:ext cx="758823" cy="834705"/>
          </a:xfrm>
          <a:prstGeom prst="rect">
            <a:avLst/>
          </a:prstGeom>
        </p:spPr>
      </p:pic>
      <p:pic>
        <p:nvPicPr>
          <p:cNvPr id="28" name="Gráfico 27">
            <a:extLst>
              <a:ext uri="{FF2B5EF4-FFF2-40B4-BE49-F238E27FC236}">
                <a16:creationId xmlns:a16="http://schemas.microsoft.com/office/drawing/2014/main" id="{73C2CFE4-CDFB-BB67-0158-07A9CFA6300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980087" y="623978"/>
            <a:ext cx="758823" cy="834705"/>
          </a:xfrm>
          <a:prstGeom prst="rect">
            <a:avLst/>
          </a:prstGeom>
        </p:spPr>
      </p:pic>
      <p:pic>
        <p:nvPicPr>
          <p:cNvPr id="29" name="Gráfico 28">
            <a:extLst>
              <a:ext uri="{FF2B5EF4-FFF2-40B4-BE49-F238E27FC236}">
                <a16:creationId xmlns:a16="http://schemas.microsoft.com/office/drawing/2014/main" id="{2439A869-0973-59AF-2465-7A37754F436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980087" y="2041203"/>
            <a:ext cx="758823" cy="834705"/>
          </a:xfrm>
          <a:prstGeom prst="rect">
            <a:avLst/>
          </a:prstGeom>
        </p:spPr>
      </p:pic>
      <p:pic>
        <p:nvPicPr>
          <p:cNvPr id="30" name="Gráfico 29">
            <a:extLst>
              <a:ext uri="{FF2B5EF4-FFF2-40B4-BE49-F238E27FC236}">
                <a16:creationId xmlns:a16="http://schemas.microsoft.com/office/drawing/2014/main" id="{2EDB9B62-964A-6F6C-6670-A3F4C64DA11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969881" y="3458428"/>
            <a:ext cx="758823" cy="834705"/>
          </a:xfrm>
          <a:prstGeom prst="rect">
            <a:avLst/>
          </a:prstGeom>
        </p:spPr>
      </p:pic>
      <p:pic>
        <p:nvPicPr>
          <p:cNvPr id="21" name="Gráfico 20">
            <a:extLst>
              <a:ext uri="{FF2B5EF4-FFF2-40B4-BE49-F238E27FC236}">
                <a16:creationId xmlns:a16="http://schemas.microsoft.com/office/drawing/2014/main" id="{1736F478-4162-E03A-7795-7E197078E36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428563" y="4897271"/>
            <a:ext cx="758823" cy="834705"/>
          </a:xfrm>
          <a:prstGeom prst="rect">
            <a:avLst/>
          </a:prstGeom>
        </p:spPr>
      </p:pic>
      <p:sp>
        <p:nvSpPr>
          <p:cNvPr id="5" name="Freeform: Shape 4">
            <a:extLst>
              <a:ext uri="{FF2B5EF4-FFF2-40B4-BE49-F238E27FC236}">
                <a16:creationId xmlns:a16="http://schemas.microsoft.com/office/drawing/2014/main" id="{FA5ABEC9-A48E-4837-84A8-595077944381}"/>
              </a:ext>
            </a:extLst>
          </p:cNvPr>
          <p:cNvSpPr/>
          <p:nvPr userDrawn="1"/>
        </p:nvSpPr>
        <p:spPr>
          <a:xfrm flipV="1">
            <a:off x="1" y="0"/>
            <a:ext cx="12192000" cy="6858000"/>
          </a:xfrm>
          <a:custGeom>
            <a:avLst/>
            <a:gdLst>
              <a:gd name="connsiteX0" fmla="*/ 9848479 w 12192000"/>
              <a:gd name="connsiteY0" fmla="*/ 4971492 h 6858000"/>
              <a:gd name="connsiteX1" fmla="*/ 9848637 w 12192000"/>
              <a:gd name="connsiteY1" fmla="*/ 4972367 h 6858000"/>
              <a:gd name="connsiteX2" fmla="*/ 9849043 w 12192000"/>
              <a:gd name="connsiteY2" fmla="*/ 4971818 h 6858000"/>
              <a:gd name="connsiteX3" fmla="*/ 3418462 w 12192000"/>
              <a:gd name="connsiteY3" fmla="*/ 1259120 h 6858000"/>
              <a:gd name="connsiteX4" fmla="*/ 3418618 w 12192000"/>
              <a:gd name="connsiteY4" fmla="*/ 1259993 h 6858000"/>
              <a:gd name="connsiteX5" fmla="*/ 3419024 w 12192000"/>
              <a:gd name="connsiteY5" fmla="*/ 1259444 h 6858000"/>
              <a:gd name="connsiteX6" fmla="*/ 7965465 w 12192000"/>
              <a:gd name="connsiteY6" fmla="*/ 0 h 6858000"/>
              <a:gd name="connsiteX7" fmla="*/ 12192000 w 12192000"/>
              <a:gd name="connsiteY7" fmla="*/ 0 h 6858000"/>
              <a:gd name="connsiteX8" fmla="*/ 12192000 w 12192000"/>
              <a:gd name="connsiteY8" fmla="*/ 6858000 h 6858000"/>
              <a:gd name="connsiteX9" fmla="*/ 11453891 w 12192000"/>
              <a:gd name="connsiteY9" fmla="*/ 6858000 h 6858000"/>
              <a:gd name="connsiteX10" fmla="*/ 11412751 w 12192000"/>
              <a:gd name="connsiteY10" fmla="*/ 6815162 h 6858000"/>
              <a:gd name="connsiteX11" fmla="*/ 11289597 w 12192000"/>
              <a:gd name="connsiteY11" fmla="*/ 6217433 h 6858000"/>
              <a:gd name="connsiteX12" fmla="*/ 11169959 w 12192000"/>
              <a:gd name="connsiteY12" fmla="*/ 5812733 h 6858000"/>
              <a:gd name="connsiteX13" fmla="*/ 10803229 w 12192000"/>
              <a:gd name="connsiteY13" fmla="*/ 5927798 h 6858000"/>
              <a:gd name="connsiteX14" fmla="*/ 10019849 w 12192000"/>
              <a:gd name="connsiteY14" fmla="*/ 6076112 h 6858000"/>
              <a:gd name="connsiteX15" fmla="*/ 9636342 w 12192000"/>
              <a:gd name="connsiteY15" fmla="*/ 5271760 h 6858000"/>
              <a:gd name="connsiteX16" fmla="*/ 9525372 w 12192000"/>
              <a:gd name="connsiteY16" fmla="*/ 4836737 h 6858000"/>
              <a:gd name="connsiteX17" fmla="*/ 9206679 w 12192000"/>
              <a:gd name="connsiteY17" fmla="*/ 4887483 h 6858000"/>
              <a:gd name="connsiteX18" fmla="*/ 9147680 w 12192000"/>
              <a:gd name="connsiteY18" fmla="*/ 4924210 h 6858000"/>
              <a:gd name="connsiteX19" fmla="*/ 9124161 w 12192000"/>
              <a:gd name="connsiteY19" fmla="*/ 4944484 h 6858000"/>
              <a:gd name="connsiteX20" fmla="*/ 9042018 w 12192000"/>
              <a:gd name="connsiteY20" fmla="*/ 4989282 h 6858000"/>
              <a:gd name="connsiteX21" fmla="*/ 8921199 w 12192000"/>
              <a:gd name="connsiteY21" fmla="*/ 5062844 h 6858000"/>
              <a:gd name="connsiteX22" fmla="*/ 8321246 w 12192000"/>
              <a:gd name="connsiteY22" fmla="*/ 5086583 h 6858000"/>
              <a:gd name="connsiteX23" fmla="*/ 8028426 w 12192000"/>
              <a:gd name="connsiteY23" fmla="*/ 4369922 h 6858000"/>
              <a:gd name="connsiteX24" fmla="*/ 7910835 w 12192000"/>
              <a:gd name="connsiteY24" fmla="*/ 3931077 h 6858000"/>
              <a:gd name="connsiteX25" fmla="*/ 7310682 w 12192000"/>
              <a:gd name="connsiteY25" fmla="*/ 4052693 h 6858000"/>
              <a:gd name="connsiteX26" fmla="*/ 6686835 w 12192000"/>
              <a:gd name="connsiteY26" fmla="*/ 4169457 h 6858000"/>
              <a:gd name="connsiteX27" fmla="*/ 6360308 w 12192000"/>
              <a:gd name="connsiteY27" fmla="*/ 3612051 h 6858000"/>
              <a:gd name="connsiteX28" fmla="*/ 6351881 w 12192000"/>
              <a:gd name="connsiteY28" fmla="*/ 3403504 h 6858000"/>
              <a:gd name="connsiteX29" fmla="*/ 6348681 w 12192000"/>
              <a:gd name="connsiteY29" fmla="*/ 3342060 h 6858000"/>
              <a:gd name="connsiteX30" fmla="*/ 6350035 w 12192000"/>
              <a:gd name="connsiteY30" fmla="*/ 3334078 h 6858000"/>
              <a:gd name="connsiteX31" fmla="*/ 6349219 w 12192000"/>
              <a:gd name="connsiteY31" fmla="*/ 3285618 h 6858000"/>
              <a:gd name="connsiteX32" fmla="*/ 6242624 w 12192000"/>
              <a:gd name="connsiteY32" fmla="*/ 3041905 h 6858000"/>
              <a:gd name="connsiteX33" fmla="*/ 6219524 w 12192000"/>
              <a:gd name="connsiteY33" fmla="*/ 3024059 h 6858000"/>
              <a:gd name="connsiteX34" fmla="*/ 6329195 w 12192000"/>
              <a:gd name="connsiteY34" fmla="*/ 2834103 h 6858000"/>
              <a:gd name="connsiteX35" fmla="*/ 0 w 12192000"/>
              <a:gd name="connsiteY35" fmla="*/ 0 h 6858000"/>
              <a:gd name="connsiteX36" fmla="*/ 7965461 w 12192000"/>
              <a:gd name="connsiteY36" fmla="*/ 0 h 6858000"/>
              <a:gd name="connsiteX37" fmla="*/ 6331536 w 12192000"/>
              <a:gd name="connsiteY37" fmla="*/ 2830043 h 6858000"/>
              <a:gd name="connsiteX38" fmla="*/ 6210400 w 12192000"/>
              <a:gd name="connsiteY38" fmla="*/ 3039855 h 6858000"/>
              <a:gd name="connsiteX39" fmla="*/ 6153762 w 12192000"/>
              <a:gd name="connsiteY39" fmla="*/ 3040629 h 6858000"/>
              <a:gd name="connsiteX40" fmla="*/ 5850888 w 12192000"/>
              <a:gd name="connsiteY40" fmla="*/ 3174553 h 6858000"/>
              <a:gd name="connsiteX41" fmla="*/ 5167421 w 12192000"/>
              <a:gd name="connsiteY41" fmla="*/ 3256896 h 6858000"/>
              <a:gd name="connsiteX42" fmla="*/ 4859578 w 12192000"/>
              <a:gd name="connsiteY42" fmla="*/ 2505059 h 6858000"/>
              <a:gd name="connsiteX43" fmla="*/ 4739941 w 12192000"/>
              <a:gd name="connsiteY43" fmla="*/ 2100360 h 6858000"/>
              <a:gd name="connsiteX44" fmla="*/ 4373210 w 12192000"/>
              <a:gd name="connsiteY44" fmla="*/ 2215424 h 6858000"/>
              <a:gd name="connsiteX45" fmla="*/ 3589832 w 12192000"/>
              <a:gd name="connsiteY45" fmla="*/ 2363739 h 6858000"/>
              <a:gd name="connsiteX46" fmla="*/ 3206324 w 12192000"/>
              <a:gd name="connsiteY46" fmla="*/ 1559387 h 6858000"/>
              <a:gd name="connsiteX47" fmla="*/ 3095355 w 12192000"/>
              <a:gd name="connsiteY47" fmla="*/ 1124364 h 6858000"/>
              <a:gd name="connsiteX48" fmla="*/ 2776662 w 12192000"/>
              <a:gd name="connsiteY48" fmla="*/ 1175111 h 6858000"/>
              <a:gd name="connsiteX49" fmla="*/ 2717662 w 12192000"/>
              <a:gd name="connsiteY49" fmla="*/ 1211837 h 6858000"/>
              <a:gd name="connsiteX50" fmla="*/ 2694143 w 12192000"/>
              <a:gd name="connsiteY50" fmla="*/ 1232111 h 6858000"/>
              <a:gd name="connsiteX51" fmla="*/ 2612003 w 12192000"/>
              <a:gd name="connsiteY51" fmla="*/ 1276911 h 6858000"/>
              <a:gd name="connsiteX52" fmla="*/ 2491182 w 12192000"/>
              <a:gd name="connsiteY52" fmla="*/ 1350471 h 6858000"/>
              <a:gd name="connsiteX53" fmla="*/ 1891229 w 12192000"/>
              <a:gd name="connsiteY53" fmla="*/ 1374211 h 6858000"/>
              <a:gd name="connsiteX54" fmla="*/ 1598408 w 12192000"/>
              <a:gd name="connsiteY54" fmla="*/ 657549 h 6858000"/>
              <a:gd name="connsiteX55" fmla="*/ 1480818 w 12192000"/>
              <a:gd name="connsiteY55" fmla="*/ 218704 h 6858000"/>
              <a:gd name="connsiteX56" fmla="*/ 880664 w 12192000"/>
              <a:gd name="connsiteY56" fmla="*/ 340320 h 6858000"/>
              <a:gd name="connsiteX57" fmla="*/ 256820 w 12192000"/>
              <a:gd name="connsiteY57" fmla="*/ 457086 h 6858000"/>
              <a:gd name="connsiteX58" fmla="*/ 7821 w 12192000"/>
              <a:gd name="connsiteY58" fmla="*/ 218775 h 6858000"/>
              <a:gd name="connsiteX59" fmla="*/ 0 w 12192000"/>
              <a:gd name="connsiteY59" fmla="*/ 200305 h 6858000"/>
              <a:gd name="connsiteX0" fmla="*/ 9848479 w 12192000"/>
              <a:gd name="connsiteY0" fmla="*/ 4971492 h 6858000"/>
              <a:gd name="connsiteX1" fmla="*/ 9848637 w 12192000"/>
              <a:gd name="connsiteY1" fmla="*/ 4972367 h 6858000"/>
              <a:gd name="connsiteX2" fmla="*/ 9849043 w 12192000"/>
              <a:gd name="connsiteY2" fmla="*/ 4971818 h 6858000"/>
              <a:gd name="connsiteX3" fmla="*/ 9848479 w 12192000"/>
              <a:gd name="connsiteY3" fmla="*/ 4971492 h 6858000"/>
              <a:gd name="connsiteX4" fmla="*/ 3418462 w 12192000"/>
              <a:gd name="connsiteY4" fmla="*/ 1259120 h 6858000"/>
              <a:gd name="connsiteX5" fmla="*/ 3418618 w 12192000"/>
              <a:gd name="connsiteY5" fmla="*/ 1259993 h 6858000"/>
              <a:gd name="connsiteX6" fmla="*/ 3419024 w 12192000"/>
              <a:gd name="connsiteY6" fmla="*/ 1259444 h 6858000"/>
              <a:gd name="connsiteX7" fmla="*/ 3418462 w 12192000"/>
              <a:gd name="connsiteY7" fmla="*/ 1259120 h 6858000"/>
              <a:gd name="connsiteX8" fmla="*/ 7965465 w 12192000"/>
              <a:gd name="connsiteY8" fmla="*/ 0 h 6858000"/>
              <a:gd name="connsiteX9" fmla="*/ 12192000 w 12192000"/>
              <a:gd name="connsiteY9" fmla="*/ 0 h 6858000"/>
              <a:gd name="connsiteX10" fmla="*/ 12192000 w 12192000"/>
              <a:gd name="connsiteY10" fmla="*/ 6858000 h 6858000"/>
              <a:gd name="connsiteX11" fmla="*/ 11453891 w 12192000"/>
              <a:gd name="connsiteY11" fmla="*/ 6858000 h 6858000"/>
              <a:gd name="connsiteX12" fmla="*/ 11412751 w 12192000"/>
              <a:gd name="connsiteY12" fmla="*/ 6815162 h 6858000"/>
              <a:gd name="connsiteX13" fmla="*/ 11289597 w 12192000"/>
              <a:gd name="connsiteY13" fmla="*/ 6217433 h 6858000"/>
              <a:gd name="connsiteX14" fmla="*/ 11169959 w 12192000"/>
              <a:gd name="connsiteY14" fmla="*/ 5812733 h 6858000"/>
              <a:gd name="connsiteX15" fmla="*/ 10803229 w 12192000"/>
              <a:gd name="connsiteY15" fmla="*/ 5927798 h 6858000"/>
              <a:gd name="connsiteX16" fmla="*/ 10019849 w 12192000"/>
              <a:gd name="connsiteY16" fmla="*/ 6076112 h 6858000"/>
              <a:gd name="connsiteX17" fmla="*/ 9636342 w 12192000"/>
              <a:gd name="connsiteY17" fmla="*/ 5271760 h 6858000"/>
              <a:gd name="connsiteX18" fmla="*/ 9525372 w 12192000"/>
              <a:gd name="connsiteY18" fmla="*/ 4836737 h 6858000"/>
              <a:gd name="connsiteX19" fmla="*/ 9206679 w 12192000"/>
              <a:gd name="connsiteY19" fmla="*/ 4887483 h 6858000"/>
              <a:gd name="connsiteX20" fmla="*/ 9147680 w 12192000"/>
              <a:gd name="connsiteY20" fmla="*/ 4924210 h 6858000"/>
              <a:gd name="connsiteX21" fmla="*/ 9124161 w 12192000"/>
              <a:gd name="connsiteY21" fmla="*/ 4944484 h 6858000"/>
              <a:gd name="connsiteX22" fmla="*/ 9042018 w 12192000"/>
              <a:gd name="connsiteY22" fmla="*/ 4989282 h 6858000"/>
              <a:gd name="connsiteX23" fmla="*/ 8921199 w 12192000"/>
              <a:gd name="connsiteY23" fmla="*/ 5062844 h 6858000"/>
              <a:gd name="connsiteX24" fmla="*/ 8321246 w 12192000"/>
              <a:gd name="connsiteY24" fmla="*/ 5086583 h 6858000"/>
              <a:gd name="connsiteX25" fmla="*/ 8028426 w 12192000"/>
              <a:gd name="connsiteY25" fmla="*/ 4369922 h 6858000"/>
              <a:gd name="connsiteX26" fmla="*/ 7910835 w 12192000"/>
              <a:gd name="connsiteY26" fmla="*/ 3931077 h 6858000"/>
              <a:gd name="connsiteX27" fmla="*/ 7310682 w 12192000"/>
              <a:gd name="connsiteY27" fmla="*/ 4052693 h 6858000"/>
              <a:gd name="connsiteX28" fmla="*/ 6686835 w 12192000"/>
              <a:gd name="connsiteY28" fmla="*/ 4169457 h 6858000"/>
              <a:gd name="connsiteX29" fmla="*/ 6360308 w 12192000"/>
              <a:gd name="connsiteY29" fmla="*/ 3612051 h 6858000"/>
              <a:gd name="connsiteX30" fmla="*/ 6351881 w 12192000"/>
              <a:gd name="connsiteY30" fmla="*/ 3403504 h 6858000"/>
              <a:gd name="connsiteX31" fmla="*/ 6348681 w 12192000"/>
              <a:gd name="connsiteY31" fmla="*/ 3342060 h 6858000"/>
              <a:gd name="connsiteX32" fmla="*/ 6350035 w 12192000"/>
              <a:gd name="connsiteY32" fmla="*/ 3334078 h 6858000"/>
              <a:gd name="connsiteX33" fmla="*/ 6349219 w 12192000"/>
              <a:gd name="connsiteY33" fmla="*/ 3285618 h 6858000"/>
              <a:gd name="connsiteX34" fmla="*/ 6242624 w 12192000"/>
              <a:gd name="connsiteY34" fmla="*/ 3041905 h 6858000"/>
              <a:gd name="connsiteX35" fmla="*/ 6207618 w 12192000"/>
              <a:gd name="connsiteY35" fmla="*/ 3043109 h 6858000"/>
              <a:gd name="connsiteX36" fmla="*/ 6329195 w 12192000"/>
              <a:gd name="connsiteY36" fmla="*/ 2834103 h 6858000"/>
              <a:gd name="connsiteX37" fmla="*/ 7965465 w 12192000"/>
              <a:gd name="connsiteY37" fmla="*/ 0 h 6858000"/>
              <a:gd name="connsiteX38" fmla="*/ 0 w 12192000"/>
              <a:gd name="connsiteY38" fmla="*/ 0 h 6858000"/>
              <a:gd name="connsiteX39" fmla="*/ 7965461 w 12192000"/>
              <a:gd name="connsiteY39" fmla="*/ 0 h 6858000"/>
              <a:gd name="connsiteX40" fmla="*/ 6331536 w 12192000"/>
              <a:gd name="connsiteY40" fmla="*/ 2830043 h 6858000"/>
              <a:gd name="connsiteX41" fmla="*/ 6210400 w 12192000"/>
              <a:gd name="connsiteY41" fmla="*/ 3039855 h 6858000"/>
              <a:gd name="connsiteX42" fmla="*/ 6153762 w 12192000"/>
              <a:gd name="connsiteY42" fmla="*/ 3040629 h 6858000"/>
              <a:gd name="connsiteX43" fmla="*/ 5850888 w 12192000"/>
              <a:gd name="connsiteY43" fmla="*/ 3174553 h 6858000"/>
              <a:gd name="connsiteX44" fmla="*/ 5167421 w 12192000"/>
              <a:gd name="connsiteY44" fmla="*/ 3256896 h 6858000"/>
              <a:gd name="connsiteX45" fmla="*/ 4859578 w 12192000"/>
              <a:gd name="connsiteY45" fmla="*/ 2505059 h 6858000"/>
              <a:gd name="connsiteX46" fmla="*/ 4739941 w 12192000"/>
              <a:gd name="connsiteY46" fmla="*/ 2100360 h 6858000"/>
              <a:gd name="connsiteX47" fmla="*/ 4373210 w 12192000"/>
              <a:gd name="connsiteY47" fmla="*/ 2215424 h 6858000"/>
              <a:gd name="connsiteX48" fmla="*/ 3589832 w 12192000"/>
              <a:gd name="connsiteY48" fmla="*/ 2363739 h 6858000"/>
              <a:gd name="connsiteX49" fmla="*/ 3206324 w 12192000"/>
              <a:gd name="connsiteY49" fmla="*/ 1559387 h 6858000"/>
              <a:gd name="connsiteX50" fmla="*/ 3095355 w 12192000"/>
              <a:gd name="connsiteY50" fmla="*/ 1124364 h 6858000"/>
              <a:gd name="connsiteX51" fmla="*/ 2776662 w 12192000"/>
              <a:gd name="connsiteY51" fmla="*/ 1175111 h 6858000"/>
              <a:gd name="connsiteX52" fmla="*/ 2717662 w 12192000"/>
              <a:gd name="connsiteY52" fmla="*/ 1211837 h 6858000"/>
              <a:gd name="connsiteX53" fmla="*/ 2694143 w 12192000"/>
              <a:gd name="connsiteY53" fmla="*/ 1232111 h 6858000"/>
              <a:gd name="connsiteX54" fmla="*/ 2612003 w 12192000"/>
              <a:gd name="connsiteY54" fmla="*/ 1276911 h 6858000"/>
              <a:gd name="connsiteX55" fmla="*/ 2491182 w 12192000"/>
              <a:gd name="connsiteY55" fmla="*/ 1350471 h 6858000"/>
              <a:gd name="connsiteX56" fmla="*/ 1891229 w 12192000"/>
              <a:gd name="connsiteY56" fmla="*/ 1374211 h 6858000"/>
              <a:gd name="connsiteX57" fmla="*/ 1598408 w 12192000"/>
              <a:gd name="connsiteY57" fmla="*/ 657549 h 6858000"/>
              <a:gd name="connsiteX58" fmla="*/ 1480818 w 12192000"/>
              <a:gd name="connsiteY58" fmla="*/ 218704 h 6858000"/>
              <a:gd name="connsiteX59" fmla="*/ 880664 w 12192000"/>
              <a:gd name="connsiteY59" fmla="*/ 340320 h 6858000"/>
              <a:gd name="connsiteX60" fmla="*/ 256820 w 12192000"/>
              <a:gd name="connsiteY60" fmla="*/ 457086 h 6858000"/>
              <a:gd name="connsiteX61" fmla="*/ 7821 w 12192000"/>
              <a:gd name="connsiteY61" fmla="*/ 218775 h 6858000"/>
              <a:gd name="connsiteX62" fmla="*/ 0 w 12192000"/>
              <a:gd name="connsiteY62" fmla="*/ 200305 h 6858000"/>
              <a:gd name="connsiteX63" fmla="*/ 0 w 12192000"/>
              <a:gd name="connsiteY63" fmla="*/ 0 h 6858000"/>
              <a:gd name="connsiteX0" fmla="*/ 9848479 w 12192000"/>
              <a:gd name="connsiteY0" fmla="*/ 4971492 h 6858000"/>
              <a:gd name="connsiteX1" fmla="*/ 9848637 w 12192000"/>
              <a:gd name="connsiteY1" fmla="*/ 4972367 h 6858000"/>
              <a:gd name="connsiteX2" fmla="*/ 9849043 w 12192000"/>
              <a:gd name="connsiteY2" fmla="*/ 4971818 h 6858000"/>
              <a:gd name="connsiteX3" fmla="*/ 9848479 w 12192000"/>
              <a:gd name="connsiteY3" fmla="*/ 4971492 h 6858000"/>
              <a:gd name="connsiteX4" fmla="*/ 3418462 w 12192000"/>
              <a:gd name="connsiteY4" fmla="*/ 1259120 h 6858000"/>
              <a:gd name="connsiteX5" fmla="*/ 3418618 w 12192000"/>
              <a:gd name="connsiteY5" fmla="*/ 1259993 h 6858000"/>
              <a:gd name="connsiteX6" fmla="*/ 3419024 w 12192000"/>
              <a:gd name="connsiteY6" fmla="*/ 1259444 h 6858000"/>
              <a:gd name="connsiteX7" fmla="*/ 3418462 w 12192000"/>
              <a:gd name="connsiteY7" fmla="*/ 1259120 h 6858000"/>
              <a:gd name="connsiteX8" fmla="*/ 7965465 w 12192000"/>
              <a:gd name="connsiteY8" fmla="*/ 0 h 6858000"/>
              <a:gd name="connsiteX9" fmla="*/ 12192000 w 12192000"/>
              <a:gd name="connsiteY9" fmla="*/ 0 h 6858000"/>
              <a:gd name="connsiteX10" fmla="*/ 12192000 w 12192000"/>
              <a:gd name="connsiteY10" fmla="*/ 6858000 h 6858000"/>
              <a:gd name="connsiteX11" fmla="*/ 11453891 w 12192000"/>
              <a:gd name="connsiteY11" fmla="*/ 6858000 h 6858000"/>
              <a:gd name="connsiteX12" fmla="*/ 11412751 w 12192000"/>
              <a:gd name="connsiteY12" fmla="*/ 6815162 h 6858000"/>
              <a:gd name="connsiteX13" fmla="*/ 11289597 w 12192000"/>
              <a:gd name="connsiteY13" fmla="*/ 6217433 h 6858000"/>
              <a:gd name="connsiteX14" fmla="*/ 11169959 w 12192000"/>
              <a:gd name="connsiteY14" fmla="*/ 5812733 h 6858000"/>
              <a:gd name="connsiteX15" fmla="*/ 10803229 w 12192000"/>
              <a:gd name="connsiteY15" fmla="*/ 5927798 h 6858000"/>
              <a:gd name="connsiteX16" fmla="*/ 10019849 w 12192000"/>
              <a:gd name="connsiteY16" fmla="*/ 6076112 h 6858000"/>
              <a:gd name="connsiteX17" fmla="*/ 9636342 w 12192000"/>
              <a:gd name="connsiteY17" fmla="*/ 5271760 h 6858000"/>
              <a:gd name="connsiteX18" fmla="*/ 9525372 w 12192000"/>
              <a:gd name="connsiteY18" fmla="*/ 4836737 h 6858000"/>
              <a:gd name="connsiteX19" fmla="*/ 9206679 w 12192000"/>
              <a:gd name="connsiteY19" fmla="*/ 4887483 h 6858000"/>
              <a:gd name="connsiteX20" fmla="*/ 9147680 w 12192000"/>
              <a:gd name="connsiteY20" fmla="*/ 4924210 h 6858000"/>
              <a:gd name="connsiteX21" fmla="*/ 9124161 w 12192000"/>
              <a:gd name="connsiteY21" fmla="*/ 4944484 h 6858000"/>
              <a:gd name="connsiteX22" fmla="*/ 9042018 w 12192000"/>
              <a:gd name="connsiteY22" fmla="*/ 4989282 h 6858000"/>
              <a:gd name="connsiteX23" fmla="*/ 8921199 w 12192000"/>
              <a:gd name="connsiteY23" fmla="*/ 5062844 h 6858000"/>
              <a:gd name="connsiteX24" fmla="*/ 8321246 w 12192000"/>
              <a:gd name="connsiteY24" fmla="*/ 5086583 h 6858000"/>
              <a:gd name="connsiteX25" fmla="*/ 8028426 w 12192000"/>
              <a:gd name="connsiteY25" fmla="*/ 4369922 h 6858000"/>
              <a:gd name="connsiteX26" fmla="*/ 7910835 w 12192000"/>
              <a:gd name="connsiteY26" fmla="*/ 3931077 h 6858000"/>
              <a:gd name="connsiteX27" fmla="*/ 7310682 w 12192000"/>
              <a:gd name="connsiteY27" fmla="*/ 4052693 h 6858000"/>
              <a:gd name="connsiteX28" fmla="*/ 6686835 w 12192000"/>
              <a:gd name="connsiteY28" fmla="*/ 4169457 h 6858000"/>
              <a:gd name="connsiteX29" fmla="*/ 6360308 w 12192000"/>
              <a:gd name="connsiteY29" fmla="*/ 3612051 h 6858000"/>
              <a:gd name="connsiteX30" fmla="*/ 6351881 w 12192000"/>
              <a:gd name="connsiteY30" fmla="*/ 3403504 h 6858000"/>
              <a:gd name="connsiteX31" fmla="*/ 6348681 w 12192000"/>
              <a:gd name="connsiteY31" fmla="*/ 3342060 h 6858000"/>
              <a:gd name="connsiteX32" fmla="*/ 6350035 w 12192000"/>
              <a:gd name="connsiteY32" fmla="*/ 3334078 h 6858000"/>
              <a:gd name="connsiteX33" fmla="*/ 6349219 w 12192000"/>
              <a:gd name="connsiteY33" fmla="*/ 3285618 h 6858000"/>
              <a:gd name="connsiteX34" fmla="*/ 6237861 w 12192000"/>
              <a:gd name="connsiteY34" fmla="*/ 3046668 h 6858000"/>
              <a:gd name="connsiteX35" fmla="*/ 6207618 w 12192000"/>
              <a:gd name="connsiteY35" fmla="*/ 3043109 h 6858000"/>
              <a:gd name="connsiteX36" fmla="*/ 6329195 w 12192000"/>
              <a:gd name="connsiteY36" fmla="*/ 2834103 h 6858000"/>
              <a:gd name="connsiteX37" fmla="*/ 7965465 w 12192000"/>
              <a:gd name="connsiteY37" fmla="*/ 0 h 6858000"/>
              <a:gd name="connsiteX38" fmla="*/ 0 w 12192000"/>
              <a:gd name="connsiteY38" fmla="*/ 0 h 6858000"/>
              <a:gd name="connsiteX39" fmla="*/ 7965461 w 12192000"/>
              <a:gd name="connsiteY39" fmla="*/ 0 h 6858000"/>
              <a:gd name="connsiteX40" fmla="*/ 6331536 w 12192000"/>
              <a:gd name="connsiteY40" fmla="*/ 2830043 h 6858000"/>
              <a:gd name="connsiteX41" fmla="*/ 6210400 w 12192000"/>
              <a:gd name="connsiteY41" fmla="*/ 3039855 h 6858000"/>
              <a:gd name="connsiteX42" fmla="*/ 6153762 w 12192000"/>
              <a:gd name="connsiteY42" fmla="*/ 3040629 h 6858000"/>
              <a:gd name="connsiteX43" fmla="*/ 5850888 w 12192000"/>
              <a:gd name="connsiteY43" fmla="*/ 3174553 h 6858000"/>
              <a:gd name="connsiteX44" fmla="*/ 5167421 w 12192000"/>
              <a:gd name="connsiteY44" fmla="*/ 3256896 h 6858000"/>
              <a:gd name="connsiteX45" fmla="*/ 4859578 w 12192000"/>
              <a:gd name="connsiteY45" fmla="*/ 2505059 h 6858000"/>
              <a:gd name="connsiteX46" fmla="*/ 4739941 w 12192000"/>
              <a:gd name="connsiteY46" fmla="*/ 2100360 h 6858000"/>
              <a:gd name="connsiteX47" fmla="*/ 4373210 w 12192000"/>
              <a:gd name="connsiteY47" fmla="*/ 2215424 h 6858000"/>
              <a:gd name="connsiteX48" fmla="*/ 3589832 w 12192000"/>
              <a:gd name="connsiteY48" fmla="*/ 2363739 h 6858000"/>
              <a:gd name="connsiteX49" fmla="*/ 3206324 w 12192000"/>
              <a:gd name="connsiteY49" fmla="*/ 1559387 h 6858000"/>
              <a:gd name="connsiteX50" fmla="*/ 3095355 w 12192000"/>
              <a:gd name="connsiteY50" fmla="*/ 1124364 h 6858000"/>
              <a:gd name="connsiteX51" fmla="*/ 2776662 w 12192000"/>
              <a:gd name="connsiteY51" fmla="*/ 1175111 h 6858000"/>
              <a:gd name="connsiteX52" fmla="*/ 2717662 w 12192000"/>
              <a:gd name="connsiteY52" fmla="*/ 1211837 h 6858000"/>
              <a:gd name="connsiteX53" fmla="*/ 2694143 w 12192000"/>
              <a:gd name="connsiteY53" fmla="*/ 1232111 h 6858000"/>
              <a:gd name="connsiteX54" fmla="*/ 2612003 w 12192000"/>
              <a:gd name="connsiteY54" fmla="*/ 1276911 h 6858000"/>
              <a:gd name="connsiteX55" fmla="*/ 2491182 w 12192000"/>
              <a:gd name="connsiteY55" fmla="*/ 1350471 h 6858000"/>
              <a:gd name="connsiteX56" fmla="*/ 1891229 w 12192000"/>
              <a:gd name="connsiteY56" fmla="*/ 1374211 h 6858000"/>
              <a:gd name="connsiteX57" fmla="*/ 1598408 w 12192000"/>
              <a:gd name="connsiteY57" fmla="*/ 657549 h 6858000"/>
              <a:gd name="connsiteX58" fmla="*/ 1480818 w 12192000"/>
              <a:gd name="connsiteY58" fmla="*/ 218704 h 6858000"/>
              <a:gd name="connsiteX59" fmla="*/ 880664 w 12192000"/>
              <a:gd name="connsiteY59" fmla="*/ 340320 h 6858000"/>
              <a:gd name="connsiteX60" fmla="*/ 256820 w 12192000"/>
              <a:gd name="connsiteY60" fmla="*/ 457086 h 6858000"/>
              <a:gd name="connsiteX61" fmla="*/ 7821 w 12192000"/>
              <a:gd name="connsiteY61" fmla="*/ 218775 h 6858000"/>
              <a:gd name="connsiteX62" fmla="*/ 0 w 12192000"/>
              <a:gd name="connsiteY62" fmla="*/ 200305 h 6858000"/>
              <a:gd name="connsiteX63" fmla="*/ 0 w 12192000"/>
              <a:gd name="connsiteY63"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12192000" h="6858000">
                <a:moveTo>
                  <a:pt x="9848479" y="4971492"/>
                </a:moveTo>
                <a:lnTo>
                  <a:pt x="9848637" y="4972367"/>
                </a:lnTo>
                <a:lnTo>
                  <a:pt x="9849043" y="4971818"/>
                </a:lnTo>
                <a:lnTo>
                  <a:pt x="9848479" y="4971492"/>
                </a:lnTo>
                <a:close/>
                <a:moveTo>
                  <a:pt x="3418462" y="1259120"/>
                </a:moveTo>
                <a:lnTo>
                  <a:pt x="3418618" y="1259993"/>
                </a:lnTo>
                <a:lnTo>
                  <a:pt x="3419024" y="1259444"/>
                </a:lnTo>
                <a:lnTo>
                  <a:pt x="3418462" y="1259120"/>
                </a:lnTo>
                <a:close/>
                <a:moveTo>
                  <a:pt x="7965465" y="0"/>
                </a:moveTo>
                <a:lnTo>
                  <a:pt x="12192000" y="0"/>
                </a:lnTo>
                <a:lnTo>
                  <a:pt x="12192000" y="6858000"/>
                </a:lnTo>
                <a:lnTo>
                  <a:pt x="11453891" y="6858000"/>
                </a:lnTo>
                <a:lnTo>
                  <a:pt x="11412751" y="6815162"/>
                </a:lnTo>
                <a:cubicBezTo>
                  <a:pt x="11279527" y="6642192"/>
                  <a:pt x="11285140" y="6420212"/>
                  <a:pt x="11289597" y="6217433"/>
                </a:cubicBezTo>
                <a:cubicBezTo>
                  <a:pt x="11290419" y="6032434"/>
                  <a:pt x="11300666" y="5861703"/>
                  <a:pt x="11169959" y="5812733"/>
                </a:cubicBezTo>
                <a:cubicBezTo>
                  <a:pt x="11036454" y="5753316"/>
                  <a:pt x="10925062" y="5839160"/>
                  <a:pt x="10803229" y="5927798"/>
                </a:cubicBezTo>
                <a:cubicBezTo>
                  <a:pt x="10606207" y="6070182"/>
                  <a:pt x="10391084" y="6228612"/>
                  <a:pt x="10019849" y="6076112"/>
                </a:cubicBezTo>
                <a:cubicBezTo>
                  <a:pt x="9624919" y="5918754"/>
                  <a:pt x="9634971" y="5580093"/>
                  <a:pt x="9636342" y="5271760"/>
                </a:cubicBezTo>
                <a:cubicBezTo>
                  <a:pt x="9640988" y="5080134"/>
                  <a:pt x="9641813" y="4895127"/>
                  <a:pt x="9525372" y="4836737"/>
                </a:cubicBezTo>
                <a:cubicBezTo>
                  <a:pt x="9426009" y="4779369"/>
                  <a:pt x="9318729" y="4821762"/>
                  <a:pt x="9206679" y="4887483"/>
                </a:cubicBezTo>
                <a:lnTo>
                  <a:pt x="9147680" y="4924210"/>
                </a:lnTo>
                <a:lnTo>
                  <a:pt x="9124161" y="4944484"/>
                </a:lnTo>
                <a:lnTo>
                  <a:pt x="9042018" y="4989282"/>
                </a:lnTo>
                <a:lnTo>
                  <a:pt x="8921199" y="5062844"/>
                </a:lnTo>
                <a:cubicBezTo>
                  <a:pt x="8744839" y="5158918"/>
                  <a:pt x="8552648" y="5213563"/>
                  <a:pt x="8321246" y="5086583"/>
                </a:cubicBezTo>
                <a:cubicBezTo>
                  <a:pt x="8019331" y="4921112"/>
                  <a:pt x="8022479" y="4640295"/>
                  <a:pt x="8028426" y="4369922"/>
                </a:cubicBezTo>
                <a:cubicBezTo>
                  <a:pt x="8033074" y="4178294"/>
                  <a:pt x="8036699" y="4003744"/>
                  <a:pt x="7910835" y="3931077"/>
                </a:cubicBezTo>
                <a:cubicBezTo>
                  <a:pt x="7751855" y="3839289"/>
                  <a:pt x="7522735" y="3945483"/>
                  <a:pt x="7310682" y="4052693"/>
                </a:cubicBezTo>
                <a:cubicBezTo>
                  <a:pt x="7088187" y="4162702"/>
                  <a:pt x="6869515" y="4266090"/>
                  <a:pt x="6686835" y="4169457"/>
                </a:cubicBezTo>
                <a:cubicBezTo>
                  <a:pt x="6439760" y="4046679"/>
                  <a:pt x="6378761" y="3842546"/>
                  <a:pt x="6360308" y="3612051"/>
                </a:cubicBezTo>
                <a:lnTo>
                  <a:pt x="6351881" y="3403504"/>
                </a:lnTo>
                <a:lnTo>
                  <a:pt x="6348681" y="3342060"/>
                </a:lnTo>
                <a:lnTo>
                  <a:pt x="6350035" y="3334078"/>
                </a:lnTo>
                <a:lnTo>
                  <a:pt x="6349219" y="3285618"/>
                </a:lnTo>
                <a:cubicBezTo>
                  <a:pt x="6347858" y="3165593"/>
                  <a:pt x="6290309" y="3093509"/>
                  <a:pt x="6237861" y="3046668"/>
                </a:cubicBezTo>
                <a:lnTo>
                  <a:pt x="6207618" y="3043109"/>
                </a:lnTo>
                <a:cubicBezTo>
                  <a:pt x="6244175" y="2979790"/>
                  <a:pt x="6292638" y="2897422"/>
                  <a:pt x="6329195" y="2834103"/>
                </a:cubicBezTo>
                <a:lnTo>
                  <a:pt x="7965465" y="0"/>
                </a:lnTo>
                <a:close/>
                <a:moveTo>
                  <a:pt x="0" y="0"/>
                </a:moveTo>
                <a:lnTo>
                  <a:pt x="7965461" y="0"/>
                </a:lnTo>
                <a:lnTo>
                  <a:pt x="6331536" y="2830043"/>
                </a:lnTo>
                <a:lnTo>
                  <a:pt x="6210400" y="3039855"/>
                </a:lnTo>
                <a:lnTo>
                  <a:pt x="6153762" y="3040629"/>
                </a:lnTo>
                <a:cubicBezTo>
                  <a:pt x="6034881" y="3053073"/>
                  <a:pt x="5940096" y="3115652"/>
                  <a:pt x="5850888" y="3174553"/>
                </a:cubicBezTo>
                <a:cubicBezTo>
                  <a:pt x="5661517" y="3303686"/>
                  <a:pt x="5475961" y="3426194"/>
                  <a:pt x="5167421" y="3256896"/>
                </a:cubicBezTo>
                <a:cubicBezTo>
                  <a:pt x="4845636" y="3079939"/>
                  <a:pt x="4853635" y="2775431"/>
                  <a:pt x="4859578" y="2505059"/>
                </a:cubicBezTo>
                <a:cubicBezTo>
                  <a:pt x="4860401" y="2320061"/>
                  <a:pt x="4870650" y="2149331"/>
                  <a:pt x="4739941" y="2100360"/>
                </a:cubicBezTo>
                <a:cubicBezTo>
                  <a:pt x="4606435" y="2040942"/>
                  <a:pt x="4495042" y="2126786"/>
                  <a:pt x="4373210" y="2215424"/>
                </a:cubicBezTo>
                <a:cubicBezTo>
                  <a:pt x="4176188" y="2357808"/>
                  <a:pt x="3961067" y="2516240"/>
                  <a:pt x="3589832" y="2363739"/>
                </a:cubicBezTo>
                <a:cubicBezTo>
                  <a:pt x="3194902" y="2206382"/>
                  <a:pt x="3204954" y="1867721"/>
                  <a:pt x="3206324" y="1559387"/>
                </a:cubicBezTo>
                <a:cubicBezTo>
                  <a:pt x="3210971" y="1367762"/>
                  <a:pt x="3211796" y="1182755"/>
                  <a:pt x="3095355" y="1124364"/>
                </a:cubicBezTo>
                <a:cubicBezTo>
                  <a:pt x="2995992" y="1066997"/>
                  <a:pt x="2888711" y="1109389"/>
                  <a:pt x="2776662" y="1175111"/>
                </a:cubicBezTo>
                <a:lnTo>
                  <a:pt x="2717662" y="1211837"/>
                </a:lnTo>
                <a:lnTo>
                  <a:pt x="2694143" y="1232111"/>
                </a:lnTo>
                <a:lnTo>
                  <a:pt x="2612003" y="1276911"/>
                </a:lnTo>
                <a:lnTo>
                  <a:pt x="2491182" y="1350471"/>
                </a:lnTo>
                <a:cubicBezTo>
                  <a:pt x="2314822" y="1446546"/>
                  <a:pt x="2122633" y="1501192"/>
                  <a:pt x="1891229" y="1374211"/>
                </a:cubicBezTo>
                <a:cubicBezTo>
                  <a:pt x="1589315" y="1208740"/>
                  <a:pt x="1592463" y="927924"/>
                  <a:pt x="1598408" y="657549"/>
                </a:cubicBezTo>
                <a:cubicBezTo>
                  <a:pt x="1603056" y="465922"/>
                  <a:pt x="1606681" y="291372"/>
                  <a:pt x="1480818" y="218704"/>
                </a:cubicBezTo>
                <a:cubicBezTo>
                  <a:pt x="1321837" y="126917"/>
                  <a:pt x="1092718" y="233111"/>
                  <a:pt x="880664" y="340320"/>
                </a:cubicBezTo>
                <a:cubicBezTo>
                  <a:pt x="658169" y="450330"/>
                  <a:pt x="439497" y="553718"/>
                  <a:pt x="256820" y="457086"/>
                </a:cubicBezTo>
                <a:cubicBezTo>
                  <a:pt x="133281" y="395697"/>
                  <a:pt x="56262" y="313968"/>
                  <a:pt x="7821" y="218775"/>
                </a:cubicBezTo>
                <a:lnTo>
                  <a:pt x="0" y="200305"/>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grpSp>
        <p:nvGrpSpPr>
          <p:cNvPr id="10" name="Group 9">
            <a:extLst>
              <a:ext uri="{FF2B5EF4-FFF2-40B4-BE49-F238E27FC236}">
                <a16:creationId xmlns:a16="http://schemas.microsoft.com/office/drawing/2014/main" id="{5FBCDB4F-0EF1-4F5A-921F-48067437B317}"/>
              </a:ext>
            </a:extLst>
          </p:cNvPr>
          <p:cNvGrpSpPr/>
          <p:nvPr userDrawn="1"/>
        </p:nvGrpSpPr>
        <p:grpSpPr>
          <a:xfrm>
            <a:off x="2305770" y="910846"/>
            <a:ext cx="9886231" cy="5947154"/>
            <a:chOff x="2305770" y="910846"/>
            <a:chExt cx="9886231" cy="5947154"/>
          </a:xfrm>
        </p:grpSpPr>
        <p:sp>
          <p:nvSpPr>
            <p:cNvPr id="6" name="Freeform: Shape 5">
              <a:extLst>
                <a:ext uri="{FF2B5EF4-FFF2-40B4-BE49-F238E27FC236}">
                  <a16:creationId xmlns:a16="http://schemas.microsoft.com/office/drawing/2014/main" id="{8580BE83-7345-4E7B-8A5A-25943CBB1F75}"/>
                </a:ext>
              </a:extLst>
            </p:cNvPr>
            <p:cNvSpPr/>
            <p:nvPr userDrawn="1"/>
          </p:nvSpPr>
          <p:spPr>
            <a:xfrm>
              <a:off x="2305770" y="910846"/>
              <a:ext cx="9886231" cy="5947154"/>
            </a:xfrm>
            <a:custGeom>
              <a:avLst/>
              <a:gdLst>
                <a:gd name="connsiteX0" fmla="*/ 3506461 w 9886230"/>
                <a:gd name="connsiteY0" fmla="*/ 5598007 h 5947154"/>
                <a:gd name="connsiteX1" fmla="*/ 3506868 w 9886230"/>
                <a:gd name="connsiteY1" fmla="*/ 5598556 h 5947154"/>
                <a:gd name="connsiteX2" fmla="*/ 3506305 w 9886230"/>
                <a:gd name="connsiteY2" fmla="*/ 5598880 h 5947154"/>
                <a:gd name="connsiteX3" fmla="*/ 1814508 w 9886230"/>
                <a:gd name="connsiteY3" fmla="*/ 5598007 h 5947154"/>
                <a:gd name="connsiteX4" fmla="*/ 1814352 w 9886230"/>
                <a:gd name="connsiteY4" fmla="*/ 5598880 h 5947154"/>
                <a:gd name="connsiteX5" fmla="*/ 1814914 w 9886230"/>
                <a:gd name="connsiteY5" fmla="*/ 5598556 h 5947154"/>
                <a:gd name="connsiteX6" fmla="*/ 3865223 w 9886230"/>
                <a:gd name="connsiteY6" fmla="*/ 3518710 h 5947154"/>
                <a:gd name="connsiteX7" fmla="*/ 4246778 w 9886230"/>
                <a:gd name="connsiteY7" fmla="*/ 3683447 h 5947154"/>
                <a:gd name="connsiteX8" fmla="*/ 4549652 w 9886230"/>
                <a:gd name="connsiteY8" fmla="*/ 3817371 h 5947154"/>
                <a:gd name="connsiteX9" fmla="*/ 4606290 w 9886230"/>
                <a:gd name="connsiteY9" fmla="*/ 3818145 h 5947154"/>
                <a:gd name="connsiteX10" fmla="*/ 4727426 w 9886230"/>
                <a:gd name="connsiteY10" fmla="*/ 4027957 h 5947154"/>
                <a:gd name="connsiteX11" fmla="*/ 4947436 w 9886230"/>
                <a:gd name="connsiteY11" fmla="*/ 4409025 h 5947154"/>
                <a:gd name="connsiteX12" fmla="*/ 4947456 w 9886230"/>
                <a:gd name="connsiteY12" fmla="*/ 4487335 h 5947154"/>
                <a:gd name="connsiteX13" fmla="*/ 4827784 w 9886230"/>
                <a:gd name="connsiteY13" fmla="*/ 4757640 h 5947154"/>
                <a:gd name="connsiteX14" fmla="*/ 4461053 w 9886230"/>
                <a:gd name="connsiteY14" fmla="*/ 4642576 h 5947154"/>
                <a:gd name="connsiteX15" fmla="*/ 3677675 w 9886230"/>
                <a:gd name="connsiteY15" fmla="*/ 4494261 h 5947154"/>
                <a:gd name="connsiteX16" fmla="*/ 3294167 w 9886230"/>
                <a:gd name="connsiteY16" fmla="*/ 5298613 h 5947154"/>
                <a:gd name="connsiteX17" fmla="*/ 3183199 w 9886230"/>
                <a:gd name="connsiteY17" fmla="*/ 5733636 h 5947154"/>
                <a:gd name="connsiteX18" fmla="*/ 2864505 w 9886230"/>
                <a:gd name="connsiteY18" fmla="*/ 5682889 h 5947154"/>
                <a:gd name="connsiteX19" fmla="*/ 2805505 w 9886230"/>
                <a:gd name="connsiteY19" fmla="*/ 5646163 h 5947154"/>
                <a:gd name="connsiteX20" fmla="*/ 2781986 w 9886230"/>
                <a:gd name="connsiteY20" fmla="*/ 5625889 h 5947154"/>
                <a:gd name="connsiteX21" fmla="*/ 2699847 w 9886230"/>
                <a:gd name="connsiteY21" fmla="*/ 5581089 h 5947154"/>
                <a:gd name="connsiteX22" fmla="*/ 2579026 w 9886230"/>
                <a:gd name="connsiteY22" fmla="*/ 5507529 h 5947154"/>
                <a:gd name="connsiteX23" fmla="*/ 1979073 w 9886230"/>
                <a:gd name="connsiteY23" fmla="*/ 5483789 h 5947154"/>
                <a:gd name="connsiteX24" fmla="*/ 1696683 w 9886230"/>
                <a:gd name="connsiteY24" fmla="*/ 5898508 h 5947154"/>
                <a:gd name="connsiteX25" fmla="*/ 1691953 w 9886230"/>
                <a:gd name="connsiteY25" fmla="*/ 5947154 h 5947154"/>
                <a:gd name="connsiteX26" fmla="*/ 0 w 9886230"/>
                <a:gd name="connsiteY26" fmla="*/ 5947154 h 5947154"/>
                <a:gd name="connsiteX27" fmla="*/ 4730 w 9886230"/>
                <a:gd name="connsiteY27" fmla="*/ 5898508 h 5947154"/>
                <a:gd name="connsiteX28" fmla="*/ 287119 w 9886230"/>
                <a:gd name="connsiteY28" fmla="*/ 5483789 h 5947154"/>
                <a:gd name="connsiteX29" fmla="*/ 887072 w 9886230"/>
                <a:gd name="connsiteY29" fmla="*/ 5507529 h 5947154"/>
                <a:gd name="connsiteX30" fmla="*/ 1007893 w 9886230"/>
                <a:gd name="connsiteY30" fmla="*/ 5581089 h 5947154"/>
                <a:gd name="connsiteX31" fmla="*/ 1090033 w 9886230"/>
                <a:gd name="connsiteY31" fmla="*/ 5625889 h 5947154"/>
                <a:gd name="connsiteX32" fmla="*/ 1113552 w 9886230"/>
                <a:gd name="connsiteY32" fmla="*/ 5646163 h 5947154"/>
                <a:gd name="connsiteX33" fmla="*/ 1172552 w 9886230"/>
                <a:gd name="connsiteY33" fmla="*/ 5682889 h 5947154"/>
                <a:gd name="connsiteX34" fmla="*/ 1491245 w 9886230"/>
                <a:gd name="connsiteY34" fmla="*/ 5733636 h 5947154"/>
                <a:gd name="connsiteX35" fmla="*/ 1602214 w 9886230"/>
                <a:gd name="connsiteY35" fmla="*/ 5298613 h 5947154"/>
                <a:gd name="connsiteX36" fmla="*/ 1985722 w 9886230"/>
                <a:gd name="connsiteY36" fmla="*/ 4494261 h 5947154"/>
                <a:gd name="connsiteX37" fmla="*/ 2769101 w 9886230"/>
                <a:gd name="connsiteY37" fmla="*/ 4642576 h 5947154"/>
                <a:gd name="connsiteX38" fmla="*/ 3135832 w 9886230"/>
                <a:gd name="connsiteY38" fmla="*/ 4757640 h 5947154"/>
                <a:gd name="connsiteX39" fmla="*/ 3255469 w 9886230"/>
                <a:gd name="connsiteY39" fmla="*/ 4352941 h 5947154"/>
                <a:gd name="connsiteX40" fmla="*/ 3563312 w 9886230"/>
                <a:gd name="connsiteY40" fmla="*/ 3601104 h 5947154"/>
                <a:gd name="connsiteX41" fmla="*/ 3865223 w 9886230"/>
                <a:gd name="connsiteY41" fmla="*/ 3518710 h 5947154"/>
                <a:gd name="connsiteX42" fmla="*/ 8244527 w 9886230"/>
                <a:gd name="connsiteY42" fmla="*/ 1885633 h 5947154"/>
                <a:gd name="connsiteX43" fmla="*/ 8244369 w 9886230"/>
                <a:gd name="connsiteY43" fmla="*/ 1886508 h 5947154"/>
                <a:gd name="connsiteX44" fmla="*/ 8244933 w 9886230"/>
                <a:gd name="connsiteY44" fmla="*/ 1886182 h 5947154"/>
                <a:gd name="connsiteX45" fmla="*/ 9849781 w 9886230"/>
                <a:gd name="connsiteY45" fmla="*/ 0 h 5947154"/>
                <a:gd name="connsiteX46" fmla="*/ 9886230 w 9886230"/>
                <a:gd name="connsiteY46" fmla="*/ 0 h 5947154"/>
                <a:gd name="connsiteX47" fmla="*/ 9886230 w 9886230"/>
                <a:gd name="connsiteY47" fmla="*/ 926156 h 5947154"/>
                <a:gd name="connsiteX48" fmla="*/ 9880965 w 9886230"/>
                <a:gd name="connsiteY48" fmla="*/ 930594 h 5947154"/>
                <a:gd name="connsiteX49" fmla="*/ 9724185 w 9886230"/>
                <a:gd name="connsiteY49" fmla="*/ 1586240 h 5947154"/>
                <a:gd name="connsiteX50" fmla="*/ 9613215 w 9886230"/>
                <a:gd name="connsiteY50" fmla="*/ 2021263 h 5947154"/>
                <a:gd name="connsiteX51" fmla="*/ 9294522 w 9886230"/>
                <a:gd name="connsiteY51" fmla="*/ 1970517 h 5947154"/>
                <a:gd name="connsiteX52" fmla="*/ 9235523 w 9886230"/>
                <a:gd name="connsiteY52" fmla="*/ 1933790 h 5947154"/>
                <a:gd name="connsiteX53" fmla="*/ 9212004 w 9886230"/>
                <a:gd name="connsiteY53" fmla="*/ 1913516 h 5947154"/>
                <a:gd name="connsiteX54" fmla="*/ 9129861 w 9886230"/>
                <a:gd name="connsiteY54" fmla="*/ 1868718 h 5947154"/>
                <a:gd name="connsiteX55" fmla="*/ 9009042 w 9886230"/>
                <a:gd name="connsiteY55" fmla="*/ 1795156 h 5947154"/>
                <a:gd name="connsiteX56" fmla="*/ 8409089 w 9886230"/>
                <a:gd name="connsiteY56" fmla="*/ 1771417 h 5947154"/>
                <a:gd name="connsiteX57" fmla="*/ 8116269 w 9886230"/>
                <a:gd name="connsiteY57" fmla="*/ 2488078 h 5947154"/>
                <a:gd name="connsiteX58" fmla="*/ 7998678 w 9886230"/>
                <a:gd name="connsiteY58" fmla="*/ 2926923 h 5947154"/>
                <a:gd name="connsiteX59" fmla="*/ 7398525 w 9886230"/>
                <a:gd name="connsiteY59" fmla="*/ 2805307 h 5947154"/>
                <a:gd name="connsiteX60" fmla="*/ 6774678 w 9886230"/>
                <a:gd name="connsiteY60" fmla="*/ 2688543 h 5947154"/>
                <a:gd name="connsiteX61" fmla="*/ 6448151 w 9886230"/>
                <a:gd name="connsiteY61" fmla="*/ 3245949 h 5947154"/>
                <a:gd name="connsiteX62" fmla="*/ 6439724 w 9886230"/>
                <a:gd name="connsiteY62" fmla="*/ 3454496 h 5947154"/>
                <a:gd name="connsiteX63" fmla="*/ 6436524 w 9886230"/>
                <a:gd name="connsiteY63" fmla="*/ 3515940 h 5947154"/>
                <a:gd name="connsiteX64" fmla="*/ 6437878 w 9886230"/>
                <a:gd name="connsiteY64" fmla="*/ 3523922 h 5947154"/>
                <a:gd name="connsiteX65" fmla="*/ 6437062 w 9886230"/>
                <a:gd name="connsiteY65" fmla="*/ 3572382 h 5947154"/>
                <a:gd name="connsiteX66" fmla="*/ 6330467 w 9886230"/>
                <a:gd name="connsiteY66" fmla="*/ 3816095 h 5947154"/>
                <a:gd name="connsiteX67" fmla="*/ 6307367 w 9886230"/>
                <a:gd name="connsiteY67" fmla="*/ 3833941 h 5947154"/>
                <a:gd name="connsiteX68" fmla="*/ 6417038 w 9886230"/>
                <a:gd name="connsiteY68" fmla="*/ 4023897 h 5947154"/>
                <a:gd name="connsiteX69" fmla="*/ 7527431 w 9886230"/>
                <a:gd name="connsiteY69" fmla="*/ 5947154 h 5947154"/>
                <a:gd name="connsiteX70" fmla="*/ 7527427 w 9886230"/>
                <a:gd name="connsiteY70" fmla="*/ 5947154 h 5947154"/>
                <a:gd name="connsiteX71" fmla="*/ 6419379 w 9886230"/>
                <a:gd name="connsiteY71" fmla="*/ 4027957 h 5947154"/>
                <a:gd name="connsiteX72" fmla="*/ 6298243 w 9886230"/>
                <a:gd name="connsiteY72" fmla="*/ 3818145 h 5947154"/>
                <a:gd name="connsiteX73" fmla="*/ 6241605 w 9886230"/>
                <a:gd name="connsiteY73" fmla="*/ 3817371 h 5947154"/>
                <a:gd name="connsiteX74" fmla="*/ 5938731 w 9886230"/>
                <a:gd name="connsiteY74" fmla="*/ 3683447 h 5947154"/>
                <a:gd name="connsiteX75" fmla="*/ 5255265 w 9886230"/>
                <a:gd name="connsiteY75" fmla="*/ 3601104 h 5947154"/>
                <a:gd name="connsiteX76" fmla="*/ 4947421 w 9886230"/>
                <a:gd name="connsiteY76" fmla="*/ 4352941 h 5947154"/>
                <a:gd name="connsiteX77" fmla="*/ 4947436 w 9886230"/>
                <a:gd name="connsiteY77" fmla="*/ 4409019 h 5947154"/>
                <a:gd name="connsiteX78" fmla="*/ 4725086 w 9886230"/>
                <a:gd name="connsiteY78" fmla="*/ 4023897 h 5947154"/>
                <a:gd name="connsiteX79" fmla="*/ 4615415 w 9886230"/>
                <a:gd name="connsiteY79" fmla="*/ 3833941 h 5947154"/>
                <a:gd name="connsiteX80" fmla="*/ 4638514 w 9886230"/>
                <a:gd name="connsiteY80" fmla="*/ 3816095 h 5947154"/>
                <a:gd name="connsiteX81" fmla="*/ 4745110 w 9886230"/>
                <a:gd name="connsiteY81" fmla="*/ 3572382 h 5947154"/>
                <a:gd name="connsiteX82" fmla="*/ 4745925 w 9886230"/>
                <a:gd name="connsiteY82" fmla="*/ 3523922 h 5947154"/>
                <a:gd name="connsiteX83" fmla="*/ 4744571 w 9886230"/>
                <a:gd name="connsiteY83" fmla="*/ 3515940 h 5947154"/>
                <a:gd name="connsiteX84" fmla="*/ 4747772 w 9886230"/>
                <a:gd name="connsiteY84" fmla="*/ 3454496 h 5947154"/>
                <a:gd name="connsiteX85" fmla="*/ 4756198 w 9886230"/>
                <a:gd name="connsiteY85" fmla="*/ 3245949 h 5947154"/>
                <a:gd name="connsiteX86" fmla="*/ 5082726 w 9886230"/>
                <a:gd name="connsiteY86" fmla="*/ 2688543 h 5947154"/>
                <a:gd name="connsiteX87" fmla="*/ 5706572 w 9886230"/>
                <a:gd name="connsiteY87" fmla="*/ 2805307 h 5947154"/>
                <a:gd name="connsiteX88" fmla="*/ 6306725 w 9886230"/>
                <a:gd name="connsiteY88" fmla="*/ 2926923 h 5947154"/>
                <a:gd name="connsiteX89" fmla="*/ 6424316 w 9886230"/>
                <a:gd name="connsiteY89" fmla="*/ 2488078 h 5947154"/>
                <a:gd name="connsiteX90" fmla="*/ 6717136 w 9886230"/>
                <a:gd name="connsiteY90" fmla="*/ 1771417 h 5947154"/>
                <a:gd name="connsiteX91" fmla="*/ 7317089 w 9886230"/>
                <a:gd name="connsiteY91" fmla="*/ 1795156 h 5947154"/>
                <a:gd name="connsiteX92" fmla="*/ 7437908 w 9886230"/>
                <a:gd name="connsiteY92" fmla="*/ 1868718 h 5947154"/>
                <a:gd name="connsiteX93" fmla="*/ 7520051 w 9886230"/>
                <a:gd name="connsiteY93" fmla="*/ 1913516 h 5947154"/>
                <a:gd name="connsiteX94" fmla="*/ 7543570 w 9886230"/>
                <a:gd name="connsiteY94" fmla="*/ 1933790 h 5947154"/>
                <a:gd name="connsiteX95" fmla="*/ 7602569 w 9886230"/>
                <a:gd name="connsiteY95" fmla="*/ 1970517 h 5947154"/>
                <a:gd name="connsiteX96" fmla="*/ 7921262 w 9886230"/>
                <a:gd name="connsiteY96" fmla="*/ 2021263 h 5947154"/>
                <a:gd name="connsiteX97" fmla="*/ 8032232 w 9886230"/>
                <a:gd name="connsiteY97" fmla="*/ 1586240 h 5947154"/>
                <a:gd name="connsiteX98" fmla="*/ 8415739 w 9886230"/>
                <a:gd name="connsiteY98" fmla="*/ 781888 h 5947154"/>
                <a:gd name="connsiteX99" fmla="*/ 9199119 w 9886230"/>
                <a:gd name="connsiteY99" fmla="*/ 930202 h 5947154"/>
                <a:gd name="connsiteX100" fmla="*/ 9565849 w 9886230"/>
                <a:gd name="connsiteY100" fmla="*/ 1045267 h 5947154"/>
                <a:gd name="connsiteX101" fmla="*/ 9685487 w 9886230"/>
                <a:gd name="connsiteY101" fmla="*/ 640567 h 5947154"/>
                <a:gd name="connsiteX102" fmla="*/ 9808641 w 9886230"/>
                <a:gd name="connsiteY102" fmla="*/ 42838 h 5947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886230" h="5947154">
                  <a:moveTo>
                    <a:pt x="3506461" y="5598007"/>
                  </a:moveTo>
                  <a:lnTo>
                    <a:pt x="3506868" y="5598556"/>
                  </a:lnTo>
                  <a:lnTo>
                    <a:pt x="3506305" y="5598880"/>
                  </a:lnTo>
                  <a:close/>
                  <a:moveTo>
                    <a:pt x="1814508" y="5598007"/>
                  </a:moveTo>
                  <a:lnTo>
                    <a:pt x="1814352" y="5598880"/>
                  </a:lnTo>
                  <a:lnTo>
                    <a:pt x="1814914" y="5598556"/>
                  </a:lnTo>
                  <a:close/>
                  <a:moveTo>
                    <a:pt x="3865223" y="3518710"/>
                  </a:moveTo>
                  <a:cubicBezTo>
                    <a:pt x="4011555" y="3524619"/>
                    <a:pt x="4128422" y="3602739"/>
                    <a:pt x="4246778" y="3683447"/>
                  </a:cubicBezTo>
                  <a:cubicBezTo>
                    <a:pt x="4335986" y="3742348"/>
                    <a:pt x="4430771" y="3804927"/>
                    <a:pt x="4549652" y="3817371"/>
                  </a:cubicBezTo>
                  <a:lnTo>
                    <a:pt x="4606290" y="3818145"/>
                  </a:lnTo>
                  <a:lnTo>
                    <a:pt x="4727426" y="4027957"/>
                  </a:lnTo>
                  <a:lnTo>
                    <a:pt x="4947436" y="4409025"/>
                  </a:lnTo>
                  <a:lnTo>
                    <a:pt x="4947456" y="4487335"/>
                  </a:lnTo>
                  <a:cubicBezTo>
                    <a:pt x="4944559" y="4615694"/>
                    <a:pt x="4925816" y="4720911"/>
                    <a:pt x="4827784" y="4757640"/>
                  </a:cubicBezTo>
                  <a:cubicBezTo>
                    <a:pt x="4694278" y="4817058"/>
                    <a:pt x="4582885" y="4731214"/>
                    <a:pt x="4461053" y="4642576"/>
                  </a:cubicBezTo>
                  <a:cubicBezTo>
                    <a:pt x="4264031" y="4500192"/>
                    <a:pt x="4048910" y="4341760"/>
                    <a:pt x="3677675" y="4494261"/>
                  </a:cubicBezTo>
                  <a:cubicBezTo>
                    <a:pt x="3282746" y="4651618"/>
                    <a:pt x="3292798" y="4990279"/>
                    <a:pt x="3294167" y="5298613"/>
                  </a:cubicBezTo>
                  <a:cubicBezTo>
                    <a:pt x="3298814" y="5490238"/>
                    <a:pt x="3299640" y="5675245"/>
                    <a:pt x="3183199" y="5733636"/>
                  </a:cubicBezTo>
                  <a:cubicBezTo>
                    <a:pt x="3083835" y="5791003"/>
                    <a:pt x="2976554" y="5748611"/>
                    <a:pt x="2864505" y="5682889"/>
                  </a:cubicBezTo>
                  <a:lnTo>
                    <a:pt x="2805505" y="5646163"/>
                  </a:lnTo>
                  <a:lnTo>
                    <a:pt x="2781986" y="5625889"/>
                  </a:lnTo>
                  <a:lnTo>
                    <a:pt x="2699847" y="5581089"/>
                  </a:lnTo>
                  <a:lnTo>
                    <a:pt x="2579026" y="5507529"/>
                  </a:lnTo>
                  <a:cubicBezTo>
                    <a:pt x="2402667" y="5411454"/>
                    <a:pt x="2210476" y="5356808"/>
                    <a:pt x="1979073" y="5483789"/>
                  </a:cubicBezTo>
                  <a:cubicBezTo>
                    <a:pt x="1790376" y="5587209"/>
                    <a:pt x="1720845" y="5735685"/>
                    <a:pt x="1696683" y="5898508"/>
                  </a:cubicBezTo>
                  <a:lnTo>
                    <a:pt x="1691953" y="5947154"/>
                  </a:lnTo>
                  <a:lnTo>
                    <a:pt x="0" y="5947154"/>
                  </a:lnTo>
                  <a:lnTo>
                    <a:pt x="4730" y="5898508"/>
                  </a:lnTo>
                  <a:cubicBezTo>
                    <a:pt x="28892" y="5735685"/>
                    <a:pt x="98423" y="5587209"/>
                    <a:pt x="287119" y="5483789"/>
                  </a:cubicBezTo>
                  <a:cubicBezTo>
                    <a:pt x="518523" y="5356808"/>
                    <a:pt x="710712" y="5411454"/>
                    <a:pt x="887072" y="5507529"/>
                  </a:cubicBezTo>
                  <a:lnTo>
                    <a:pt x="1007893" y="5581089"/>
                  </a:lnTo>
                  <a:lnTo>
                    <a:pt x="1090033" y="5625889"/>
                  </a:lnTo>
                  <a:lnTo>
                    <a:pt x="1113552" y="5646163"/>
                  </a:lnTo>
                  <a:lnTo>
                    <a:pt x="1172552" y="5682889"/>
                  </a:lnTo>
                  <a:cubicBezTo>
                    <a:pt x="1284601" y="5748611"/>
                    <a:pt x="1391882" y="5791003"/>
                    <a:pt x="1491245" y="5733636"/>
                  </a:cubicBezTo>
                  <a:cubicBezTo>
                    <a:pt x="1607686" y="5675245"/>
                    <a:pt x="1606861" y="5490238"/>
                    <a:pt x="1602214" y="5298613"/>
                  </a:cubicBezTo>
                  <a:cubicBezTo>
                    <a:pt x="1600844" y="4990279"/>
                    <a:pt x="1590792" y="4651618"/>
                    <a:pt x="1985722" y="4494261"/>
                  </a:cubicBezTo>
                  <a:cubicBezTo>
                    <a:pt x="2356958" y="4341760"/>
                    <a:pt x="2572078" y="4500192"/>
                    <a:pt x="2769101" y="4642576"/>
                  </a:cubicBezTo>
                  <a:cubicBezTo>
                    <a:pt x="2890932" y="4731214"/>
                    <a:pt x="3002326" y="4817058"/>
                    <a:pt x="3135832" y="4757640"/>
                  </a:cubicBezTo>
                  <a:cubicBezTo>
                    <a:pt x="3266541" y="4708669"/>
                    <a:pt x="3256292" y="4537939"/>
                    <a:pt x="3255469" y="4352941"/>
                  </a:cubicBezTo>
                  <a:cubicBezTo>
                    <a:pt x="3249526" y="4082569"/>
                    <a:pt x="3241526" y="3778061"/>
                    <a:pt x="3563312" y="3601104"/>
                  </a:cubicBezTo>
                  <a:cubicBezTo>
                    <a:pt x="3679014" y="3537617"/>
                    <a:pt x="3777423" y="3515166"/>
                    <a:pt x="3865223" y="3518710"/>
                  </a:cubicBezTo>
                  <a:close/>
                  <a:moveTo>
                    <a:pt x="8244527" y="1885633"/>
                  </a:moveTo>
                  <a:lnTo>
                    <a:pt x="8244369" y="1886508"/>
                  </a:lnTo>
                  <a:lnTo>
                    <a:pt x="8244933" y="1886182"/>
                  </a:lnTo>
                  <a:close/>
                  <a:moveTo>
                    <a:pt x="9849781" y="0"/>
                  </a:moveTo>
                  <a:lnTo>
                    <a:pt x="9886230" y="0"/>
                  </a:lnTo>
                  <a:lnTo>
                    <a:pt x="9886230" y="926156"/>
                  </a:lnTo>
                  <a:lnTo>
                    <a:pt x="9880965" y="930594"/>
                  </a:lnTo>
                  <a:cubicBezTo>
                    <a:pt x="9717245" y="1106681"/>
                    <a:pt x="9723157" y="1354990"/>
                    <a:pt x="9724185" y="1586240"/>
                  </a:cubicBezTo>
                  <a:cubicBezTo>
                    <a:pt x="9728831" y="1777866"/>
                    <a:pt x="9729656" y="1962873"/>
                    <a:pt x="9613215" y="2021263"/>
                  </a:cubicBezTo>
                  <a:cubicBezTo>
                    <a:pt x="9513852" y="2078631"/>
                    <a:pt x="9406572" y="2036238"/>
                    <a:pt x="9294522" y="1970517"/>
                  </a:cubicBezTo>
                  <a:lnTo>
                    <a:pt x="9235523" y="1933790"/>
                  </a:lnTo>
                  <a:lnTo>
                    <a:pt x="9212004" y="1913516"/>
                  </a:lnTo>
                  <a:lnTo>
                    <a:pt x="9129861" y="1868718"/>
                  </a:lnTo>
                  <a:lnTo>
                    <a:pt x="9009042" y="1795156"/>
                  </a:lnTo>
                  <a:cubicBezTo>
                    <a:pt x="8832682" y="1699082"/>
                    <a:pt x="8640491" y="1644437"/>
                    <a:pt x="8409089" y="1771417"/>
                  </a:cubicBezTo>
                  <a:cubicBezTo>
                    <a:pt x="8107174" y="1936888"/>
                    <a:pt x="8110322" y="2217705"/>
                    <a:pt x="8116269" y="2488078"/>
                  </a:cubicBezTo>
                  <a:cubicBezTo>
                    <a:pt x="8120917" y="2679706"/>
                    <a:pt x="8124542" y="2854256"/>
                    <a:pt x="7998678" y="2926923"/>
                  </a:cubicBezTo>
                  <a:cubicBezTo>
                    <a:pt x="7839698" y="3018711"/>
                    <a:pt x="7610578" y="2912517"/>
                    <a:pt x="7398525" y="2805307"/>
                  </a:cubicBezTo>
                  <a:cubicBezTo>
                    <a:pt x="7176030" y="2695298"/>
                    <a:pt x="6957358" y="2591910"/>
                    <a:pt x="6774678" y="2688543"/>
                  </a:cubicBezTo>
                  <a:cubicBezTo>
                    <a:pt x="6527603" y="2811321"/>
                    <a:pt x="6466604" y="3015454"/>
                    <a:pt x="6448151" y="3245949"/>
                  </a:cubicBezTo>
                  <a:lnTo>
                    <a:pt x="6439724" y="3454496"/>
                  </a:lnTo>
                  <a:lnTo>
                    <a:pt x="6436524" y="3515940"/>
                  </a:lnTo>
                  <a:lnTo>
                    <a:pt x="6437878" y="3523922"/>
                  </a:lnTo>
                  <a:lnTo>
                    <a:pt x="6437062" y="3572382"/>
                  </a:lnTo>
                  <a:cubicBezTo>
                    <a:pt x="6435701" y="3692407"/>
                    <a:pt x="6382915" y="3769254"/>
                    <a:pt x="6330467" y="3816095"/>
                  </a:cubicBezTo>
                  <a:lnTo>
                    <a:pt x="6307367" y="3833941"/>
                  </a:lnTo>
                  <a:lnTo>
                    <a:pt x="6417038" y="4023897"/>
                  </a:lnTo>
                  <a:lnTo>
                    <a:pt x="7527431" y="5947154"/>
                  </a:lnTo>
                  <a:lnTo>
                    <a:pt x="7527427" y="5947154"/>
                  </a:lnTo>
                  <a:lnTo>
                    <a:pt x="6419379" y="4027957"/>
                  </a:lnTo>
                  <a:lnTo>
                    <a:pt x="6298243" y="3818145"/>
                  </a:lnTo>
                  <a:lnTo>
                    <a:pt x="6241605" y="3817371"/>
                  </a:lnTo>
                  <a:cubicBezTo>
                    <a:pt x="6122724" y="3804927"/>
                    <a:pt x="6027939" y="3742348"/>
                    <a:pt x="5938731" y="3683447"/>
                  </a:cubicBezTo>
                  <a:cubicBezTo>
                    <a:pt x="5749360" y="3554314"/>
                    <a:pt x="5563804" y="3431806"/>
                    <a:pt x="5255265" y="3601104"/>
                  </a:cubicBezTo>
                  <a:cubicBezTo>
                    <a:pt x="4933480" y="3778061"/>
                    <a:pt x="4941478" y="4082569"/>
                    <a:pt x="4947421" y="4352941"/>
                  </a:cubicBezTo>
                  <a:lnTo>
                    <a:pt x="4947436" y="4409019"/>
                  </a:lnTo>
                  <a:lnTo>
                    <a:pt x="4725086" y="4023897"/>
                  </a:lnTo>
                  <a:lnTo>
                    <a:pt x="4615415" y="3833941"/>
                  </a:lnTo>
                  <a:lnTo>
                    <a:pt x="4638514" y="3816095"/>
                  </a:lnTo>
                  <a:cubicBezTo>
                    <a:pt x="4690962" y="3769254"/>
                    <a:pt x="4743748" y="3692407"/>
                    <a:pt x="4745110" y="3572382"/>
                  </a:cubicBezTo>
                  <a:lnTo>
                    <a:pt x="4745925" y="3523922"/>
                  </a:lnTo>
                  <a:lnTo>
                    <a:pt x="4744571" y="3515940"/>
                  </a:lnTo>
                  <a:lnTo>
                    <a:pt x="4747772" y="3454496"/>
                  </a:lnTo>
                  <a:lnTo>
                    <a:pt x="4756198" y="3245949"/>
                  </a:lnTo>
                  <a:cubicBezTo>
                    <a:pt x="4774652" y="3015454"/>
                    <a:pt x="4835651" y="2811321"/>
                    <a:pt x="5082726" y="2688543"/>
                  </a:cubicBezTo>
                  <a:cubicBezTo>
                    <a:pt x="5265406" y="2591910"/>
                    <a:pt x="5484077" y="2695298"/>
                    <a:pt x="5706572" y="2805307"/>
                  </a:cubicBezTo>
                  <a:cubicBezTo>
                    <a:pt x="5918625" y="2912517"/>
                    <a:pt x="6147745" y="3018711"/>
                    <a:pt x="6306725" y="2926923"/>
                  </a:cubicBezTo>
                  <a:cubicBezTo>
                    <a:pt x="6432589" y="2854256"/>
                    <a:pt x="6428964" y="2679706"/>
                    <a:pt x="6424316" y="2488078"/>
                  </a:cubicBezTo>
                  <a:cubicBezTo>
                    <a:pt x="6418369" y="2217705"/>
                    <a:pt x="6415221" y="1936888"/>
                    <a:pt x="6717136" y="1771417"/>
                  </a:cubicBezTo>
                  <a:cubicBezTo>
                    <a:pt x="6948538" y="1644437"/>
                    <a:pt x="7140729" y="1699082"/>
                    <a:pt x="7317089" y="1795156"/>
                  </a:cubicBezTo>
                  <a:lnTo>
                    <a:pt x="7437908" y="1868718"/>
                  </a:lnTo>
                  <a:lnTo>
                    <a:pt x="7520051" y="1913516"/>
                  </a:lnTo>
                  <a:lnTo>
                    <a:pt x="7543570" y="1933790"/>
                  </a:lnTo>
                  <a:lnTo>
                    <a:pt x="7602569" y="1970517"/>
                  </a:lnTo>
                  <a:cubicBezTo>
                    <a:pt x="7714619" y="2036238"/>
                    <a:pt x="7821899" y="2078631"/>
                    <a:pt x="7921262" y="2021263"/>
                  </a:cubicBezTo>
                  <a:cubicBezTo>
                    <a:pt x="8037703" y="1962873"/>
                    <a:pt x="8036878" y="1777866"/>
                    <a:pt x="8032232" y="1586240"/>
                  </a:cubicBezTo>
                  <a:cubicBezTo>
                    <a:pt x="8030861" y="1277907"/>
                    <a:pt x="8020809" y="939246"/>
                    <a:pt x="8415739" y="781888"/>
                  </a:cubicBezTo>
                  <a:cubicBezTo>
                    <a:pt x="8786974" y="629388"/>
                    <a:pt x="9002097" y="787818"/>
                    <a:pt x="9199119" y="930202"/>
                  </a:cubicBezTo>
                  <a:cubicBezTo>
                    <a:pt x="9320952" y="1018840"/>
                    <a:pt x="9432344" y="1104684"/>
                    <a:pt x="9565849" y="1045267"/>
                  </a:cubicBezTo>
                  <a:cubicBezTo>
                    <a:pt x="9696556" y="996297"/>
                    <a:pt x="9686309" y="825566"/>
                    <a:pt x="9685487" y="640567"/>
                  </a:cubicBezTo>
                  <a:cubicBezTo>
                    <a:pt x="9681030" y="437788"/>
                    <a:pt x="9675417" y="215808"/>
                    <a:pt x="9808641" y="42838"/>
                  </a:cubicBezTo>
                  <a:close/>
                </a:path>
              </a:pathLst>
            </a:custGeom>
            <a:solidFill>
              <a:schemeClr val="accent2">
                <a:lumMod val="50000"/>
                <a:alpha val="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7" name="Freeform: Shape 6">
              <a:extLst>
                <a:ext uri="{FF2B5EF4-FFF2-40B4-BE49-F238E27FC236}">
                  <a16:creationId xmlns:a16="http://schemas.microsoft.com/office/drawing/2014/main" id="{51995021-51F4-4090-995F-F9F62C5A08EE}"/>
                </a:ext>
              </a:extLst>
            </p:cNvPr>
            <p:cNvSpPr/>
            <p:nvPr userDrawn="1"/>
          </p:nvSpPr>
          <p:spPr>
            <a:xfrm>
              <a:off x="6706674" y="3561016"/>
              <a:ext cx="5485327" cy="3296984"/>
            </a:xfrm>
            <a:custGeom>
              <a:avLst/>
              <a:gdLst>
                <a:gd name="connsiteX0" fmla="*/ 3503552 w 5485326"/>
                <a:gd name="connsiteY0" fmla="*/ 2947837 h 3296984"/>
                <a:gd name="connsiteX1" fmla="*/ 3503959 w 5485326"/>
                <a:gd name="connsiteY1" fmla="*/ 2948386 h 3296984"/>
                <a:gd name="connsiteX2" fmla="*/ 3503396 w 5485326"/>
                <a:gd name="connsiteY2" fmla="*/ 2948710 h 3296984"/>
                <a:gd name="connsiteX3" fmla="*/ 1811599 w 5485326"/>
                <a:gd name="connsiteY3" fmla="*/ 2947837 h 3296984"/>
                <a:gd name="connsiteX4" fmla="*/ 1811443 w 5485326"/>
                <a:gd name="connsiteY4" fmla="*/ 2948710 h 3296984"/>
                <a:gd name="connsiteX5" fmla="*/ 1812005 w 5485326"/>
                <a:gd name="connsiteY5" fmla="*/ 2948386 h 3296984"/>
                <a:gd name="connsiteX6" fmla="*/ 3862313 w 5485326"/>
                <a:gd name="connsiteY6" fmla="*/ 868540 h 3296984"/>
                <a:gd name="connsiteX7" fmla="*/ 4243869 w 5485326"/>
                <a:gd name="connsiteY7" fmla="*/ 1033277 h 3296984"/>
                <a:gd name="connsiteX8" fmla="*/ 4546743 w 5485326"/>
                <a:gd name="connsiteY8" fmla="*/ 1167201 h 3296984"/>
                <a:gd name="connsiteX9" fmla="*/ 4603381 w 5485326"/>
                <a:gd name="connsiteY9" fmla="*/ 1167975 h 3296984"/>
                <a:gd name="connsiteX10" fmla="*/ 4724517 w 5485326"/>
                <a:gd name="connsiteY10" fmla="*/ 1377787 h 3296984"/>
                <a:gd name="connsiteX11" fmla="*/ 4944527 w 5485326"/>
                <a:gd name="connsiteY11" fmla="*/ 1758855 h 3296984"/>
                <a:gd name="connsiteX12" fmla="*/ 4944547 w 5485326"/>
                <a:gd name="connsiteY12" fmla="*/ 1837165 h 3296984"/>
                <a:gd name="connsiteX13" fmla="*/ 4824875 w 5485326"/>
                <a:gd name="connsiteY13" fmla="*/ 2107470 h 3296984"/>
                <a:gd name="connsiteX14" fmla="*/ 4458144 w 5485326"/>
                <a:gd name="connsiteY14" fmla="*/ 1992406 h 3296984"/>
                <a:gd name="connsiteX15" fmla="*/ 3674766 w 5485326"/>
                <a:gd name="connsiteY15" fmla="*/ 1844091 h 3296984"/>
                <a:gd name="connsiteX16" fmla="*/ 3291258 w 5485326"/>
                <a:gd name="connsiteY16" fmla="*/ 2648443 h 3296984"/>
                <a:gd name="connsiteX17" fmla="*/ 3180290 w 5485326"/>
                <a:gd name="connsiteY17" fmla="*/ 3083466 h 3296984"/>
                <a:gd name="connsiteX18" fmla="*/ 2861596 w 5485326"/>
                <a:gd name="connsiteY18" fmla="*/ 3032719 h 3296984"/>
                <a:gd name="connsiteX19" fmla="*/ 2802596 w 5485326"/>
                <a:gd name="connsiteY19" fmla="*/ 2995993 h 3296984"/>
                <a:gd name="connsiteX20" fmla="*/ 2779077 w 5485326"/>
                <a:gd name="connsiteY20" fmla="*/ 2975719 h 3296984"/>
                <a:gd name="connsiteX21" fmla="*/ 2696938 w 5485326"/>
                <a:gd name="connsiteY21" fmla="*/ 2930919 h 3296984"/>
                <a:gd name="connsiteX22" fmla="*/ 2576117 w 5485326"/>
                <a:gd name="connsiteY22" fmla="*/ 2857359 h 3296984"/>
                <a:gd name="connsiteX23" fmla="*/ 1976163 w 5485326"/>
                <a:gd name="connsiteY23" fmla="*/ 2833619 h 3296984"/>
                <a:gd name="connsiteX24" fmla="*/ 1714306 w 5485326"/>
                <a:gd name="connsiteY24" fmla="*/ 3152611 h 3296984"/>
                <a:gd name="connsiteX25" fmla="*/ 1691953 w 5485326"/>
                <a:gd name="connsiteY25" fmla="*/ 3296984 h 3296984"/>
                <a:gd name="connsiteX26" fmla="*/ 0 w 5485326"/>
                <a:gd name="connsiteY26" fmla="*/ 3296984 h 3296984"/>
                <a:gd name="connsiteX27" fmla="*/ 22353 w 5485326"/>
                <a:gd name="connsiteY27" fmla="*/ 3152611 h 3296984"/>
                <a:gd name="connsiteX28" fmla="*/ 284210 w 5485326"/>
                <a:gd name="connsiteY28" fmla="*/ 2833619 h 3296984"/>
                <a:gd name="connsiteX29" fmla="*/ 884163 w 5485326"/>
                <a:gd name="connsiteY29" fmla="*/ 2857359 h 3296984"/>
                <a:gd name="connsiteX30" fmla="*/ 1004984 w 5485326"/>
                <a:gd name="connsiteY30" fmla="*/ 2930919 h 3296984"/>
                <a:gd name="connsiteX31" fmla="*/ 1087124 w 5485326"/>
                <a:gd name="connsiteY31" fmla="*/ 2975719 h 3296984"/>
                <a:gd name="connsiteX32" fmla="*/ 1110643 w 5485326"/>
                <a:gd name="connsiteY32" fmla="*/ 2995993 h 3296984"/>
                <a:gd name="connsiteX33" fmla="*/ 1169643 w 5485326"/>
                <a:gd name="connsiteY33" fmla="*/ 3032719 h 3296984"/>
                <a:gd name="connsiteX34" fmla="*/ 1488337 w 5485326"/>
                <a:gd name="connsiteY34" fmla="*/ 3083466 h 3296984"/>
                <a:gd name="connsiteX35" fmla="*/ 1599305 w 5485326"/>
                <a:gd name="connsiteY35" fmla="*/ 2648443 h 3296984"/>
                <a:gd name="connsiteX36" fmla="*/ 1982813 w 5485326"/>
                <a:gd name="connsiteY36" fmla="*/ 1844091 h 3296984"/>
                <a:gd name="connsiteX37" fmla="*/ 2766192 w 5485326"/>
                <a:gd name="connsiteY37" fmla="*/ 1992406 h 3296984"/>
                <a:gd name="connsiteX38" fmla="*/ 3132922 w 5485326"/>
                <a:gd name="connsiteY38" fmla="*/ 2107470 h 3296984"/>
                <a:gd name="connsiteX39" fmla="*/ 3252560 w 5485326"/>
                <a:gd name="connsiteY39" fmla="*/ 1702771 h 3296984"/>
                <a:gd name="connsiteX40" fmla="*/ 3560402 w 5485326"/>
                <a:gd name="connsiteY40" fmla="*/ 950934 h 3296984"/>
                <a:gd name="connsiteX41" fmla="*/ 3862313 w 5485326"/>
                <a:gd name="connsiteY41" fmla="*/ 868540 h 3296984"/>
                <a:gd name="connsiteX42" fmla="*/ 5223073 w 5485326"/>
                <a:gd name="connsiteY42" fmla="*/ 381 h 3296984"/>
                <a:gd name="connsiteX43" fmla="*/ 5456666 w 5485326"/>
                <a:gd name="connsiteY43" fmla="*/ 44369 h 3296984"/>
                <a:gd name="connsiteX44" fmla="*/ 5485326 w 5485326"/>
                <a:gd name="connsiteY44" fmla="*/ 55829 h 3296984"/>
                <a:gd name="connsiteX45" fmla="*/ 5485326 w 5485326"/>
                <a:gd name="connsiteY45" fmla="*/ 872815 h 3296984"/>
                <a:gd name="connsiteX46" fmla="*/ 5462682 w 5485326"/>
                <a:gd name="connsiteY46" fmla="*/ 874218 h 3296984"/>
                <a:gd name="connsiteX47" fmla="*/ 5252356 w 5485326"/>
                <a:gd name="connsiteY47" fmla="*/ 950934 h 3296984"/>
                <a:gd name="connsiteX48" fmla="*/ 4944512 w 5485326"/>
                <a:gd name="connsiteY48" fmla="*/ 1702771 h 3296984"/>
                <a:gd name="connsiteX49" fmla="*/ 4944527 w 5485326"/>
                <a:gd name="connsiteY49" fmla="*/ 1758849 h 3296984"/>
                <a:gd name="connsiteX50" fmla="*/ 4722177 w 5485326"/>
                <a:gd name="connsiteY50" fmla="*/ 1373727 h 3296984"/>
                <a:gd name="connsiteX51" fmla="*/ 4612506 w 5485326"/>
                <a:gd name="connsiteY51" fmla="*/ 1183771 h 3296984"/>
                <a:gd name="connsiteX52" fmla="*/ 4635605 w 5485326"/>
                <a:gd name="connsiteY52" fmla="*/ 1165925 h 3296984"/>
                <a:gd name="connsiteX53" fmla="*/ 4742201 w 5485326"/>
                <a:gd name="connsiteY53" fmla="*/ 922212 h 3296984"/>
                <a:gd name="connsiteX54" fmla="*/ 4743016 w 5485326"/>
                <a:gd name="connsiteY54" fmla="*/ 873752 h 3296984"/>
                <a:gd name="connsiteX55" fmla="*/ 4741662 w 5485326"/>
                <a:gd name="connsiteY55" fmla="*/ 865770 h 3296984"/>
                <a:gd name="connsiteX56" fmla="*/ 4744863 w 5485326"/>
                <a:gd name="connsiteY56" fmla="*/ 804326 h 3296984"/>
                <a:gd name="connsiteX57" fmla="*/ 4753289 w 5485326"/>
                <a:gd name="connsiteY57" fmla="*/ 595779 h 3296984"/>
                <a:gd name="connsiteX58" fmla="*/ 5079817 w 5485326"/>
                <a:gd name="connsiteY58" fmla="*/ 38373 h 3296984"/>
                <a:gd name="connsiteX59" fmla="*/ 5223073 w 5485326"/>
                <a:gd name="connsiteY59" fmla="*/ 381 h 3296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5485326" h="3296984">
                  <a:moveTo>
                    <a:pt x="3503552" y="2947837"/>
                  </a:moveTo>
                  <a:lnTo>
                    <a:pt x="3503959" y="2948386"/>
                  </a:lnTo>
                  <a:lnTo>
                    <a:pt x="3503396" y="2948710"/>
                  </a:lnTo>
                  <a:close/>
                  <a:moveTo>
                    <a:pt x="1811599" y="2947837"/>
                  </a:moveTo>
                  <a:lnTo>
                    <a:pt x="1811443" y="2948710"/>
                  </a:lnTo>
                  <a:lnTo>
                    <a:pt x="1812005" y="2948386"/>
                  </a:lnTo>
                  <a:close/>
                  <a:moveTo>
                    <a:pt x="3862313" y="868540"/>
                  </a:moveTo>
                  <a:cubicBezTo>
                    <a:pt x="4008646" y="874449"/>
                    <a:pt x="4125513" y="952569"/>
                    <a:pt x="4243869" y="1033277"/>
                  </a:cubicBezTo>
                  <a:cubicBezTo>
                    <a:pt x="4333077" y="1092178"/>
                    <a:pt x="4427862" y="1154757"/>
                    <a:pt x="4546743" y="1167201"/>
                  </a:cubicBezTo>
                  <a:lnTo>
                    <a:pt x="4603381" y="1167975"/>
                  </a:lnTo>
                  <a:lnTo>
                    <a:pt x="4724517" y="1377787"/>
                  </a:lnTo>
                  <a:lnTo>
                    <a:pt x="4944527" y="1758855"/>
                  </a:lnTo>
                  <a:lnTo>
                    <a:pt x="4944547" y="1837165"/>
                  </a:lnTo>
                  <a:cubicBezTo>
                    <a:pt x="4941650" y="1965524"/>
                    <a:pt x="4922907" y="2070741"/>
                    <a:pt x="4824875" y="2107470"/>
                  </a:cubicBezTo>
                  <a:cubicBezTo>
                    <a:pt x="4691369" y="2166888"/>
                    <a:pt x="4579976" y="2081044"/>
                    <a:pt x="4458144" y="1992406"/>
                  </a:cubicBezTo>
                  <a:cubicBezTo>
                    <a:pt x="4261122" y="1850022"/>
                    <a:pt x="4046001" y="1691590"/>
                    <a:pt x="3674766" y="1844091"/>
                  </a:cubicBezTo>
                  <a:cubicBezTo>
                    <a:pt x="3279837" y="2001448"/>
                    <a:pt x="3289888" y="2340109"/>
                    <a:pt x="3291258" y="2648443"/>
                  </a:cubicBezTo>
                  <a:cubicBezTo>
                    <a:pt x="3295905" y="2840068"/>
                    <a:pt x="3296731" y="3025075"/>
                    <a:pt x="3180290" y="3083466"/>
                  </a:cubicBezTo>
                  <a:cubicBezTo>
                    <a:pt x="3080926" y="3140833"/>
                    <a:pt x="2973645" y="3098441"/>
                    <a:pt x="2861596" y="3032719"/>
                  </a:cubicBezTo>
                  <a:lnTo>
                    <a:pt x="2802596" y="2995993"/>
                  </a:lnTo>
                  <a:lnTo>
                    <a:pt x="2779077" y="2975719"/>
                  </a:lnTo>
                  <a:lnTo>
                    <a:pt x="2696938" y="2930919"/>
                  </a:lnTo>
                  <a:lnTo>
                    <a:pt x="2576117" y="2857359"/>
                  </a:lnTo>
                  <a:cubicBezTo>
                    <a:pt x="2399757" y="2761284"/>
                    <a:pt x="2207567" y="2706638"/>
                    <a:pt x="1976163" y="2833619"/>
                  </a:cubicBezTo>
                  <a:cubicBezTo>
                    <a:pt x="1825206" y="2916355"/>
                    <a:pt x="1750515" y="3027926"/>
                    <a:pt x="1714306" y="3152611"/>
                  </a:cubicBezTo>
                  <a:lnTo>
                    <a:pt x="1691953" y="3296984"/>
                  </a:lnTo>
                  <a:lnTo>
                    <a:pt x="0" y="3296984"/>
                  </a:lnTo>
                  <a:lnTo>
                    <a:pt x="22353" y="3152611"/>
                  </a:lnTo>
                  <a:cubicBezTo>
                    <a:pt x="58562" y="3027926"/>
                    <a:pt x="133253" y="2916355"/>
                    <a:pt x="284210" y="2833619"/>
                  </a:cubicBezTo>
                  <a:cubicBezTo>
                    <a:pt x="515615" y="2706638"/>
                    <a:pt x="707804" y="2761284"/>
                    <a:pt x="884163" y="2857359"/>
                  </a:cubicBezTo>
                  <a:lnTo>
                    <a:pt x="1004984" y="2930919"/>
                  </a:lnTo>
                  <a:lnTo>
                    <a:pt x="1087124" y="2975719"/>
                  </a:lnTo>
                  <a:lnTo>
                    <a:pt x="1110643" y="2995993"/>
                  </a:lnTo>
                  <a:lnTo>
                    <a:pt x="1169643" y="3032719"/>
                  </a:lnTo>
                  <a:cubicBezTo>
                    <a:pt x="1281693" y="3098441"/>
                    <a:pt x="1388973" y="3140833"/>
                    <a:pt x="1488337" y="3083466"/>
                  </a:cubicBezTo>
                  <a:cubicBezTo>
                    <a:pt x="1604778" y="3025075"/>
                    <a:pt x="1603952" y="2840068"/>
                    <a:pt x="1599305" y="2648443"/>
                  </a:cubicBezTo>
                  <a:cubicBezTo>
                    <a:pt x="1597935" y="2340109"/>
                    <a:pt x="1587883" y="2001448"/>
                    <a:pt x="1982813" y="1844091"/>
                  </a:cubicBezTo>
                  <a:cubicBezTo>
                    <a:pt x="2354048" y="1691590"/>
                    <a:pt x="2569169" y="1850022"/>
                    <a:pt x="2766192" y="1992406"/>
                  </a:cubicBezTo>
                  <a:cubicBezTo>
                    <a:pt x="2888023" y="2081044"/>
                    <a:pt x="2999417" y="2166888"/>
                    <a:pt x="3132922" y="2107470"/>
                  </a:cubicBezTo>
                  <a:cubicBezTo>
                    <a:pt x="3263632" y="2058499"/>
                    <a:pt x="3253383" y="1887769"/>
                    <a:pt x="3252560" y="1702771"/>
                  </a:cubicBezTo>
                  <a:cubicBezTo>
                    <a:pt x="3246616" y="1432399"/>
                    <a:pt x="3238617" y="1127891"/>
                    <a:pt x="3560402" y="950934"/>
                  </a:cubicBezTo>
                  <a:cubicBezTo>
                    <a:pt x="3676105" y="887447"/>
                    <a:pt x="3774513" y="864996"/>
                    <a:pt x="3862313" y="868540"/>
                  </a:cubicBezTo>
                  <a:close/>
                  <a:moveTo>
                    <a:pt x="5223073" y="381"/>
                  </a:moveTo>
                  <a:cubicBezTo>
                    <a:pt x="5297572" y="-2886"/>
                    <a:pt x="5376002" y="15177"/>
                    <a:pt x="5456666" y="44369"/>
                  </a:cubicBezTo>
                  <a:lnTo>
                    <a:pt x="5485326" y="55829"/>
                  </a:lnTo>
                  <a:lnTo>
                    <a:pt x="5485326" y="872815"/>
                  </a:lnTo>
                  <a:lnTo>
                    <a:pt x="5462682" y="874218"/>
                  </a:lnTo>
                  <a:cubicBezTo>
                    <a:pt x="5398939" y="884523"/>
                    <a:pt x="5329491" y="908610"/>
                    <a:pt x="5252356" y="950934"/>
                  </a:cubicBezTo>
                  <a:cubicBezTo>
                    <a:pt x="4930571" y="1127891"/>
                    <a:pt x="4938569" y="1432399"/>
                    <a:pt x="4944512" y="1702771"/>
                  </a:cubicBezTo>
                  <a:lnTo>
                    <a:pt x="4944527" y="1758849"/>
                  </a:lnTo>
                  <a:lnTo>
                    <a:pt x="4722177" y="1373727"/>
                  </a:lnTo>
                  <a:lnTo>
                    <a:pt x="4612506" y="1183771"/>
                  </a:lnTo>
                  <a:lnTo>
                    <a:pt x="4635605" y="1165925"/>
                  </a:lnTo>
                  <a:cubicBezTo>
                    <a:pt x="4688053" y="1119084"/>
                    <a:pt x="4740839" y="1042237"/>
                    <a:pt x="4742201" y="922212"/>
                  </a:cubicBezTo>
                  <a:lnTo>
                    <a:pt x="4743016" y="873752"/>
                  </a:lnTo>
                  <a:lnTo>
                    <a:pt x="4741662" y="865770"/>
                  </a:lnTo>
                  <a:lnTo>
                    <a:pt x="4744863" y="804326"/>
                  </a:lnTo>
                  <a:lnTo>
                    <a:pt x="4753289" y="595779"/>
                  </a:lnTo>
                  <a:cubicBezTo>
                    <a:pt x="4771743" y="365284"/>
                    <a:pt x="4832742" y="161151"/>
                    <a:pt x="5079817" y="38373"/>
                  </a:cubicBezTo>
                  <a:cubicBezTo>
                    <a:pt x="5125487" y="14215"/>
                    <a:pt x="5173406" y="2558"/>
                    <a:pt x="5223073" y="381"/>
                  </a:cubicBezTo>
                  <a:close/>
                </a:path>
              </a:pathLst>
            </a:custGeom>
            <a:solidFill>
              <a:schemeClr val="accent2">
                <a:lumMod val="50000"/>
                <a:alpha val="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8" name="Freeform: Shape 7">
              <a:extLst>
                <a:ext uri="{FF2B5EF4-FFF2-40B4-BE49-F238E27FC236}">
                  <a16:creationId xmlns:a16="http://schemas.microsoft.com/office/drawing/2014/main" id="{F6E4FD22-7B0E-4EF3-8EB2-9063E40E46F8}"/>
                </a:ext>
              </a:extLst>
            </p:cNvPr>
            <p:cNvSpPr/>
            <p:nvPr userDrawn="1"/>
          </p:nvSpPr>
          <p:spPr>
            <a:xfrm>
              <a:off x="11502472" y="6320364"/>
              <a:ext cx="689528" cy="537636"/>
            </a:xfrm>
            <a:custGeom>
              <a:avLst/>
              <a:gdLst>
                <a:gd name="connsiteX0" fmla="*/ 529229 w 689528"/>
                <a:gd name="connsiteY0" fmla="*/ 648 h 537636"/>
                <a:gd name="connsiteX1" fmla="*/ 677847 w 689528"/>
                <a:gd name="connsiteY1" fmla="*/ 14798 h 537636"/>
                <a:gd name="connsiteX2" fmla="*/ 689528 w 689528"/>
                <a:gd name="connsiteY2" fmla="*/ 18286 h 537636"/>
                <a:gd name="connsiteX3" fmla="*/ 689528 w 689528"/>
                <a:gd name="connsiteY3" fmla="*/ 537636 h 537636"/>
                <a:gd name="connsiteX4" fmla="*/ 0 w 689528"/>
                <a:gd name="connsiteY4" fmla="*/ 537636 h 537636"/>
                <a:gd name="connsiteX5" fmla="*/ 22353 w 689528"/>
                <a:gd name="connsiteY5" fmla="*/ 393263 h 537636"/>
                <a:gd name="connsiteX6" fmla="*/ 284210 w 689528"/>
                <a:gd name="connsiteY6" fmla="*/ 74271 h 537636"/>
                <a:gd name="connsiteX7" fmla="*/ 529229 w 689528"/>
                <a:gd name="connsiteY7" fmla="*/ 648 h 537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9528" h="537636">
                  <a:moveTo>
                    <a:pt x="529229" y="648"/>
                  </a:moveTo>
                  <a:cubicBezTo>
                    <a:pt x="580549" y="-1971"/>
                    <a:pt x="629967" y="3476"/>
                    <a:pt x="677847" y="14798"/>
                  </a:cubicBezTo>
                  <a:lnTo>
                    <a:pt x="689528" y="18286"/>
                  </a:lnTo>
                  <a:lnTo>
                    <a:pt x="689528" y="537636"/>
                  </a:lnTo>
                  <a:lnTo>
                    <a:pt x="0" y="537636"/>
                  </a:lnTo>
                  <a:lnTo>
                    <a:pt x="22353" y="393263"/>
                  </a:lnTo>
                  <a:cubicBezTo>
                    <a:pt x="58562" y="268578"/>
                    <a:pt x="133253" y="157007"/>
                    <a:pt x="284210" y="74271"/>
                  </a:cubicBezTo>
                  <a:cubicBezTo>
                    <a:pt x="370987" y="26653"/>
                    <a:pt x="452248" y="4577"/>
                    <a:pt x="529229" y="648"/>
                  </a:cubicBezTo>
                  <a:close/>
                </a:path>
              </a:pathLst>
            </a:custGeom>
            <a:solidFill>
              <a:schemeClr val="accent2">
                <a:lumMod val="50000"/>
                <a:alpha val="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grpSp>
      <p:sp>
        <p:nvSpPr>
          <p:cNvPr id="9" name="Picture Placeholder 6">
            <a:extLst>
              <a:ext uri="{FF2B5EF4-FFF2-40B4-BE49-F238E27FC236}">
                <a16:creationId xmlns:a16="http://schemas.microsoft.com/office/drawing/2014/main" id="{90BCE6B3-FD7D-41B8-A057-BE4FB7C5824D}"/>
              </a:ext>
            </a:extLst>
          </p:cNvPr>
          <p:cNvSpPr>
            <a:spLocks noGrp="1"/>
          </p:cNvSpPr>
          <p:nvPr>
            <p:ph type="pic" sz="quarter" idx="10" hasCustomPrompt="1"/>
          </p:nvPr>
        </p:nvSpPr>
        <p:spPr>
          <a:xfrm>
            <a:off x="3720547" y="1200849"/>
            <a:ext cx="4750911" cy="4456302"/>
          </a:xfrm>
          <a:custGeom>
            <a:avLst/>
            <a:gdLst>
              <a:gd name="connsiteX0" fmla="*/ 0 w 4750911"/>
              <a:gd name="connsiteY0" fmla="*/ 0 h 4456302"/>
              <a:gd name="connsiteX1" fmla="*/ 4750911 w 4750911"/>
              <a:gd name="connsiteY1" fmla="*/ 0 h 4456302"/>
              <a:gd name="connsiteX2" fmla="*/ 4750911 w 4750911"/>
              <a:gd name="connsiteY2" fmla="*/ 4456302 h 4456302"/>
              <a:gd name="connsiteX3" fmla="*/ 0 w 4750911"/>
              <a:gd name="connsiteY3" fmla="*/ 4456302 h 4456302"/>
            </a:gdLst>
            <a:ahLst/>
            <a:cxnLst>
              <a:cxn ang="0">
                <a:pos x="connsiteX0" y="connsiteY0"/>
              </a:cxn>
              <a:cxn ang="0">
                <a:pos x="connsiteX1" y="connsiteY1"/>
              </a:cxn>
              <a:cxn ang="0">
                <a:pos x="connsiteX2" y="connsiteY2"/>
              </a:cxn>
              <a:cxn ang="0">
                <a:pos x="connsiteX3" y="connsiteY3"/>
              </a:cxn>
            </a:cxnLst>
            <a:rect l="l" t="t" r="r" b="b"/>
            <a:pathLst>
              <a:path w="4750911" h="4456302">
                <a:moveTo>
                  <a:pt x="0" y="0"/>
                </a:moveTo>
                <a:lnTo>
                  <a:pt x="4750911" y="0"/>
                </a:lnTo>
                <a:lnTo>
                  <a:pt x="4750911" y="4456302"/>
                </a:lnTo>
                <a:lnTo>
                  <a:pt x="0" y="4456302"/>
                </a:lnTo>
                <a:close/>
              </a:path>
            </a:pathLst>
          </a:custGeom>
          <a:noFill/>
          <a:effectLst>
            <a:outerShdw blurRad="952500" dist="876300" dir="5400000" sx="87000" sy="87000" algn="t" rotWithShape="0">
              <a:prstClr val="black">
                <a:alpha val="17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9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pic>
        <p:nvPicPr>
          <p:cNvPr id="13" name="Gráfico 12">
            <a:extLst>
              <a:ext uri="{FF2B5EF4-FFF2-40B4-BE49-F238E27FC236}">
                <a16:creationId xmlns:a16="http://schemas.microsoft.com/office/drawing/2014/main" id="{75F0AF44-B42E-3C52-8C03-A11A69831FF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14570" y="197566"/>
            <a:ext cx="758823" cy="834705"/>
          </a:xfrm>
          <a:prstGeom prst="rect">
            <a:avLst/>
          </a:prstGeom>
        </p:spPr>
      </p:pic>
      <p:pic>
        <p:nvPicPr>
          <p:cNvPr id="14" name="Gráfico 13">
            <a:extLst>
              <a:ext uri="{FF2B5EF4-FFF2-40B4-BE49-F238E27FC236}">
                <a16:creationId xmlns:a16="http://schemas.microsoft.com/office/drawing/2014/main" id="{FB59185F-7D37-14F7-3896-DDE196E940A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14570" y="1549501"/>
            <a:ext cx="758823" cy="834705"/>
          </a:xfrm>
          <a:prstGeom prst="rect">
            <a:avLst/>
          </a:prstGeom>
        </p:spPr>
      </p:pic>
      <p:pic>
        <p:nvPicPr>
          <p:cNvPr id="15" name="Gráfico 14">
            <a:extLst>
              <a:ext uri="{FF2B5EF4-FFF2-40B4-BE49-F238E27FC236}">
                <a16:creationId xmlns:a16="http://schemas.microsoft.com/office/drawing/2014/main" id="{2C153148-F729-9184-522A-004178D7F02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14569" y="2901436"/>
            <a:ext cx="758823" cy="834705"/>
          </a:xfrm>
          <a:prstGeom prst="rect">
            <a:avLst/>
          </a:prstGeom>
        </p:spPr>
      </p:pic>
      <p:pic>
        <p:nvPicPr>
          <p:cNvPr id="16" name="Gráfico 15">
            <a:extLst>
              <a:ext uri="{FF2B5EF4-FFF2-40B4-BE49-F238E27FC236}">
                <a16:creationId xmlns:a16="http://schemas.microsoft.com/office/drawing/2014/main" id="{A318CB18-8B61-B1B9-21A7-2ADA60A1754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14568" y="4203750"/>
            <a:ext cx="758823" cy="834705"/>
          </a:xfrm>
          <a:prstGeom prst="rect">
            <a:avLst/>
          </a:prstGeom>
        </p:spPr>
      </p:pic>
      <p:pic>
        <p:nvPicPr>
          <p:cNvPr id="17" name="Gráfico 16">
            <a:extLst>
              <a:ext uri="{FF2B5EF4-FFF2-40B4-BE49-F238E27FC236}">
                <a16:creationId xmlns:a16="http://schemas.microsoft.com/office/drawing/2014/main" id="{C1E6A4A5-0046-3A58-AABA-186FC23554F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14568" y="5485659"/>
            <a:ext cx="758823" cy="834705"/>
          </a:xfrm>
          <a:prstGeom prst="rect">
            <a:avLst/>
          </a:prstGeom>
        </p:spPr>
      </p:pic>
      <p:pic>
        <p:nvPicPr>
          <p:cNvPr id="18" name="Gráfico 17">
            <a:extLst>
              <a:ext uri="{FF2B5EF4-FFF2-40B4-BE49-F238E27FC236}">
                <a16:creationId xmlns:a16="http://schemas.microsoft.com/office/drawing/2014/main" id="{6A5EC787-0553-9313-5FB7-E0A5C23D65D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438770" y="645596"/>
            <a:ext cx="758823" cy="834705"/>
          </a:xfrm>
          <a:prstGeom prst="rect">
            <a:avLst/>
          </a:prstGeom>
        </p:spPr>
      </p:pic>
      <p:pic>
        <p:nvPicPr>
          <p:cNvPr id="19" name="Gráfico 18">
            <a:extLst>
              <a:ext uri="{FF2B5EF4-FFF2-40B4-BE49-F238E27FC236}">
                <a16:creationId xmlns:a16="http://schemas.microsoft.com/office/drawing/2014/main" id="{DCB6C434-A2A0-515A-7FAF-077563D054C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438770" y="2062821"/>
            <a:ext cx="758823" cy="834705"/>
          </a:xfrm>
          <a:prstGeom prst="rect">
            <a:avLst/>
          </a:prstGeom>
        </p:spPr>
      </p:pic>
      <p:pic>
        <p:nvPicPr>
          <p:cNvPr id="20" name="Gráfico 19">
            <a:extLst>
              <a:ext uri="{FF2B5EF4-FFF2-40B4-BE49-F238E27FC236}">
                <a16:creationId xmlns:a16="http://schemas.microsoft.com/office/drawing/2014/main" id="{71496317-951A-FC98-67EE-2D683E89243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428564" y="3480046"/>
            <a:ext cx="758823" cy="834705"/>
          </a:xfrm>
          <a:prstGeom prst="rect">
            <a:avLst/>
          </a:prstGeom>
        </p:spPr>
      </p:pic>
      <p:pic>
        <p:nvPicPr>
          <p:cNvPr id="32" name="Gráfico 31">
            <a:extLst>
              <a:ext uri="{FF2B5EF4-FFF2-40B4-BE49-F238E27FC236}">
                <a16:creationId xmlns:a16="http://schemas.microsoft.com/office/drawing/2014/main" id="{BA3A446B-3BD4-C5FF-8841-83CC5783F71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364090" y="197566"/>
            <a:ext cx="758823" cy="834705"/>
          </a:xfrm>
          <a:prstGeom prst="rect">
            <a:avLst/>
          </a:prstGeom>
        </p:spPr>
      </p:pic>
      <p:pic>
        <p:nvPicPr>
          <p:cNvPr id="33" name="Gráfico 32">
            <a:extLst>
              <a:ext uri="{FF2B5EF4-FFF2-40B4-BE49-F238E27FC236}">
                <a16:creationId xmlns:a16="http://schemas.microsoft.com/office/drawing/2014/main" id="{CC0BCE4C-433F-3570-2F90-472EDD8904E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364090" y="1549501"/>
            <a:ext cx="758823" cy="834705"/>
          </a:xfrm>
          <a:prstGeom prst="rect">
            <a:avLst/>
          </a:prstGeom>
        </p:spPr>
      </p:pic>
      <p:pic>
        <p:nvPicPr>
          <p:cNvPr id="37" name="Gráfico 36">
            <a:extLst>
              <a:ext uri="{FF2B5EF4-FFF2-40B4-BE49-F238E27FC236}">
                <a16:creationId xmlns:a16="http://schemas.microsoft.com/office/drawing/2014/main" id="{FBD61C56-DE59-CFB4-C02C-E6F360092C7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88290" y="645596"/>
            <a:ext cx="758823" cy="834705"/>
          </a:xfrm>
          <a:prstGeom prst="rect">
            <a:avLst/>
          </a:prstGeom>
        </p:spPr>
      </p:pic>
      <p:pic>
        <p:nvPicPr>
          <p:cNvPr id="40" name="Gráfico 39">
            <a:extLst>
              <a:ext uri="{FF2B5EF4-FFF2-40B4-BE49-F238E27FC236}">
                <a16:creationId xmlns:a16="http://schemas.microsoft.com/office/drawing/2014/main" id="{4DD09EFB-B721-E4D7-955A-D527D3F4AF5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919367" y="144604"/>
            <a:ext cx="758823" cy="834705"/>
          </a:xfrm>
          <a:prstGeom prst="rect">
            <a:avLst/>
          </a:prstGeom>
        </p:spPr>
      </p:pic>
    </p:spTree>
    <p:extLst>
      <p:ext uri="{BB962C8B-B14F-4D97-AF65-F5344CB8AC3E}">
        <p14:creationId xmlns:p14="http://schemas.microsoft.com/office/powerpoint/2010/main" val="734732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1000" fill="hold"/>
                                        <p:tgtEl>
                                          <p:spTgt spid="10"/>
                                        </p:tgtEl>
                                        <p:attrNameLst>
                                          <p:attrName>ppt_x</p:attrName>
                                        </p:attrNameLst>
                                      </p:cBhvr>
                                      <p:tavLst>
                                        <p:tav tm="0">
                                          <p:val>
                                            <p:strVal val="1+#ppt_w/2"/>
                                          </p:val>
                                        </p:tav>
                                        <p:tav tm="100000">
                                          <p:val>
                                            <p:strVal val="#ppt_x"/>
                                          </p:val>
                                        </p:tav>
                                      </p:tavLst>
                                    </p:anim>
                                    <p:anim calcmode="lin" valueType="num">
                                      <p:cBhvr additive="base">
                                        <p:cTn id="8" dur="1000" fill="hold"/>
                                        <p:tgtEl>
                                          <p:spTgt spid="10"/>
                                        </p:tgtEl>
                                        <p:attrNameLst>
                                          <p:attrName>ppt_y</p:attrName>
                                        </p:attrNameLst>
                                      </p:cBhvr>
                                      <p:tavLst>
                                        <p:tav tm="0">
                                          <p:val>
                                            <p:strVal val="#ppt_y"/>
                                          </p:val>
                                        </p:tav>
                                        <p:tav tm="100000">
                                          <p:val>
                                            <p:strVal val="#ppt_y"/>
                                          </p:val>
                                        </p:tav>
                                      </p:tavLst>
                                    </p:anim>
                                  </p:childTnLst>
                                </p:cTn>
                              </p:par>
                              <p:par>
                                <p:cTn id="9" presetID="2" presetClass="entr" presetSubtype="4" decel="10000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1250" fill="hold"/>
                                        <p:tgtEl>
                                          <p:spTgt spid="9"/>
                                        </p:tgtEl>
                                        <p:attrNameLst>
                                          <p:attrName>ppt_x</p:attrName>
                                        </p:attrNameLst>
                                      </p:cBhvr>
                                      <p:tavLst>
                                        <p:tav tm="0">
                                          <p:val>
                                            <p:strVal val="#ppt_x"/>
                                          </p:val>
                                        </p:tav>
                                        <p:tav tm="100000">
                                          <p:val>
                                            <p:strVal val="#ppt_x"/>
                                          </p:val>
                                        </p:tav>
                                      </p:tavLst>
                                    </p:anim>
                                    <p:anim calcmode="lin" valueType="num">
                                      <p:cBhvr additive="base">
                                        <p:cTn id="12" dur="125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1_Title and Content">
    <p:bg>
      <p:bgPr>
        <a:solidFill>
          <a:schemeClr val="accent4"/>
        </a:solidFill>
        <a:effectLst/>
      </p:bgPr>
    </p:bg>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2E50E38C-5C54-4DC0-81A3-D7A5EF9F99BF}"/>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bg1"/>
                </a:solidFill>
                <a:latin typeface="+mj-lt"/>
                <a:ea typeface="Roboto Condensed" panose="02000000000000000000" pitchFamily="2" charset="0"/>
                <a:cs typeface="Segoe UI" panose="020B0502040204020203" pitchFamily="34" charset="0"/>
              </a:rPr>
              <a:pPr algn="ctr"/>
              <a:t>‹#›</a:t>
            </a:fld>
            <a:endParaRPr lang="id-ID" sz="4400" i="0">
              <a:solidFill>
                <a:schemeClr val="bg1"/>
              </a:solidFill>
              <a:latin typeface="+mj-lt"/>
              <a:ea typeface="Roboto Condensed" panose="02000000000000000000" pitchFamily="2" charset="0"/>
              <a:cs typeface="Segoe UI" panose="020B0502040204020203" pitchFamily="34" charset="0"/>
            </a:endParaRPr>
          </a:p>
        </p:txBody>
      </p:sp>
      <p:grpSp>
        <p:nvGrpSpPr>
          <p:cNvPr id="19" name="Group 18">
            <a:extLst>
              <a:ext uri="{FF2B5EF4-FFF2-40B4-BE49-F238E27FC236}">
                <a16:creationId xmlns:a16="http://schemas.microsoft.com/office/drawing/2014/main" id="{750471F3-6FB8-4957-9A2A-2DC6F6A78373}"/>
              </a:ext>
            </a:extLst>
          </p:cNvPr>
          <p:cNvGrpSpPr/>
          <p:nvPr userDrawn="1"/>
        </p:nvGrpSpPr>
        <p:grpSpPr>
          <a:xfrm>
            <a:off x="9610762" y="6336040"/>
            <a:ext cx="1826059" cy="261610"/>
            <a:chOff x="9610761" y="6336040"/>
            <a:chExt cx="1826059" cy="261610"/>
          </a:xfrm>
        </p:grpSpPr>
        <p:sp>
          <p:nvSpPr>
            <p:cNvPr id="20" name="TextBox 19">
              <a:extLst>
                <a:ext uri="{FF2B5EF4-FFF2-40B4-BE49-F238E27FC236}">
                  <a16:creationId xmlns:a16="http://schemas.microsoft.com/office/drawing/2014/main" id="{B5398836-987A-4C13-942A-0924196C8EA8}"/>
                </a:ext>
              </a:extLst>
            </p:cNvPr>
            <p:cNvSpPr txBox="1"/>
            <p:nvPr/>
          </p:nvSpPr>
          <p:spPr>
            <a:xfrm>
              <a:off x="9610761" y="6336040"/>
              <a:ext cx="848309" cy="261610"/>
            </a:xfrm>
            <a:prstGeom prst="rect">
              <a:avLst/>
            </a:prstGeom>
            <a:noFill/>
          </p:spPr>
          <p:txBody>
            <a:bodyPr wrap="none" rtlCol="0">
              <a:spAutoFit/>
            </a:bodyPr>
            <a:lstStyle/>
            <a:p>
              <a:r>
                <a:rPr lang="en-US" sz="1100">
                  <a:solidFill>
                    <a:schemeClr val="bg1"/>
                  </a:solidFill>
                  <a:latin typeface="+mj-lt"/>
                </a:rPr>
                <a:t>Find us on</a:t>
              </a:r>
              <a:endParaRPr lang="en-GB" sz="1100" b="1">
                <a:solidFill>
                  <a:schemeClr val="bg1"/>
                </a:solidFill>
                <a:latin typeface="+mj-lt"/>
              </a:endParaRPr>
            </a:p>
          </p:txBody>
        </p:sp>
        <p:grpSp>
          <p:nvGrpSpPr>
            <p:cNvPr id="22" name="Group 21">
              <a:extLst>
                <a:ext uri="{FF2B5EF4-FFF2-40B4-BE49-F238E27FC236}">
                  <a16:creationId xmlns:a16="http://schemas.microsoft.com/office/drawing/2014/main" id="{B15DA9C8-B4B5-4572-9F58-4B984D569811}"/>
                </a:ext>
              </a:extLst>
            </p:cNvPr>
            <p:cNvGrpSpPr/>
            <p:nvPr/>
          </p:nvGrpSpPr>
          <p:grpSpPr>
            <a:xfrm>
              <a:off x="10556608" y="6396171"/>
              <a:ext cx="880212" cy="141333"/>
              <a:chOff x="3707677" y="6319154"/>
              <a:chExt cx="1077507" cy="173012"/>
            </a:xfrm>
          </p:grpSpPr>
          <p:sp>
            <p:nvSpPr>
              <p:cNvPr id="23" name="Freeform: Shape 22">
                <a:extLst>
                  <a:ext uri="{FF2B5EF4-FFF2-40B4-BE49-F238E27FC236}">
                    <a16:creationId xmlns:a16="http://schemas.microsoft.com/office/drawing/2014/main" id="{BFC2F70A-BB9D-49D5-9920-B91FF3661937}"/>
                  </a:ext>
                </a:extLst>
              </p:cNvPr>
              <p:cNvSpPr/>
              <p:nvPr/>
            </p:nvSpPr>
            <p:spPr>
              <a:xfrm>
                <a:off x="3707677" y="6319154"/>
                <a:ext cx="173012" cy="173012"/>
              </a:xfrm>
              <a:custGeom>
                <a:avLst/>
                <a:gdLst>
                  <a:gd name="connsiteX0" fmla="*/ 6505575 w 6505575"/>
                  <a:gd name="connsiteY0" fmla="*/ 3252788 h 6505575"/>
                  <a:gd name="connsiteX1" fmla="*/ 3252788 w 6505575"/>
                  <a:gd name="connsiteY1" fmla="*/ 0 h 6505575"/>
                  <a:gd name="connsiteX2" fmla="*/ 0 w 6505575"/>
                  <a:gd name="connsiteY2" fmla="*/ 3252788 h 6505575"/>
                  <a:gd name="connsiteX3" fmla="*/ 3252788 w 6505575"/>
                  <a:gd name="connsiteY3" fmla="*/ 6505575 h 6505575"/>
                  <a:gd name="connsiteX4" fmla="*/ 3309966 w 6505575"/>
                  <a:gd name="connsiteY4" fmla="*/ 6504831 h 6505575"/>
                  <a:gd name="connsiteX5" fmla="*/ 3309966 w 6505575"/>
                  <a:gd name="connsiteY5" fmla="*/ 3972673 h 6505575"/>
                  <a:gd name="connsiteX6" fmla="*/ 2611124 w 6505575"/>
                  <a:gd name="connsiteY6" fmla="*/ 3972673 h 6505575"/>
                  <a:gd name="connsiteX7" fmla="*/ 2611124 w 6505575"/>
                  <a:gd name="connsiteY7" fmla="*/ 3158236 h 6505575"/>
                  <a:gd name="connsiteX8" fmla="*/ 3309966 w 6505575"/>
                  <a:gd name="connsiteY8" fmla="*/ 3158236 h 6505575"/>
                  <a:gd name="connsiteX9" fmla="*/ 3309966 w 6505575"/>
                  <a:gd name="connsiteY9" fmla="*/ 2558910 h 6505575"/>
                  <a:gd name="connsiteX10" fmla="*/ 4354306 w 6505575"/>
                  <a:gd name="connsiteY10" fmla="*/ 1485534 h 6505575"/>
                  <a:gd name="connsiteX11" fmla="*/ 4980831 w 6505575"/>
                  <a:gd name="connsiteY11" fmla="*/ 1517547 h 6505575"/>
                  <a:gd name="connsiteX12" fmla="*/ 4980831 w 6505575"/>
                  <a:gd name="connsiteY12" fmla="*/ 2243985 h 6505575"/>
                  <a:gd name="connsiteX13" fmla="*/ 4553287 w 6505575"/>
                  <a:gd name="connsiteY13" fmla="*/ 2243985 h 6505575"/>
                  <a:gd name="connsiteX14" fmla="*/ 4150659 w 6505575"/>
                  <a:gd name="connsiteY14" fmla="*/ 2639515 h 6505575"/>
                  <a:gd name="connsiteX15" fmla="*/ 4150659 w 6505575"/>
                  <a:gd name="connsiteY15" fmla="*/ 3158236 h 6505575"/>
                  <a:gd name="connsiteX16" fmla="*/ 4957206 w 6505575"/>
                  <a:gd name="connsiteY16" fmla="*/ 3158236 h 6505575"/>
                  <a:gd name="connsiteX17" fmla="*/ 4852082 w 6505575"/>
                  <a:gd name="connsiteY17" fmla="*/ 3972673 h 6505575"/>
                  <a:gd name="connsiteX18" fmla="*/ 4150659 w 6505575"/>
                  <a:gd name="connsiteY18" fmla="*/ 3972673 h 6505575"/>
                  <a:gd name="connsiteX19" fmla="*/ 4150659 w 6505575"/>
                  <a:gd name="connsiteY19" fmla="*/ 6379903 h 6505575"/>
                  <a:gd name="connsiteX20" fmla="*/ 6505575 w 6505575"/>
                  <a:gd name="connsiteY20" fmla="*/ 3252788 h 650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505575" h="6505575">
                    <a:moveTo>
                      <a:pt x="6505575" y="3252788"/>
                    </a:moveTo>
                    <a:cubicBezTo>
                      <a:pt x="6505575" y="1456597"/>
                      <a:pt x="5048978" y="0"/>
                      <a:pt x="3252788" y="0"/>
                    </a:cubicBezTo>
                    <a:cubicBezTo>
                      <a:pt x="1456597" y="0"/>
                      <a:pt x="0" y="1456597"/>
                      <a:pt x="0" y="3252788"/>
                    </a:cubicBezTo>
                    <a:cubicBezTo>
                      <a:pt x="0" y="5048978"/>
                      <a:pt x="1456597" y="6505575"/>
                      <a:pt x="3252788" y="6505575"/>
                    </a:cubicBezTo>
                    <a:cubicBezTo>
                      <a:pt x="3271897" y="6505575"/>
                      <a:pt x="3290906" y="6505178"/>
                      <a:pt x="3309966" y="6504831"/>
                    </a:cubicBezTo>
                    <a:lnTo>
                      <a:pt x="3309966" y="3972673"/>
                    </a:lnTo>
                    <a:lnTo>
                      <a:pt x="2611124" y="3972673"/>
                    </a:lnTo>
                    <a:lnTo>
                      <a:pt x="2611124" y="3158236"/>
                    </a:lnTo>
                    <a:lnTo>
                      <a:pt x="3309966" y="3158236"/>
                    </a:lnTo>
                    <a:lnTo>
                      <a:pt x="3309966" y="2558910"/>
                    </a:lnTo>
                    <a:cubicBezTo>
                      <a:pt x="3309966" y="1863841"/>
                      <a:pt x="3734283" y="1485534"/>
                      <a:pt x="4354306" y="1485534"/>
                    </a:cubicBezTo>
                    <a:cubicBezTo>
                      <a:pt x="4651214" y="1485534"/>
                      <a:pt x="4906430" y="1507670"/>
                      <a:pt x="4980831" y="1517547"/>
                    </a:cubicBezTo>
                    <a:lnTo>
                      <a:pt x="4980831" y="2243985"/>
                    </a:lnTo>
                    <a:lnTo>
                      <a:pt x="4553287" y="2243985"/>
                    </a:lnTo>
                    <a:cubicBezTo>
                      <a:pt x="4215977" y="2243985"/>
                      <a:pt x="4150659" y="2404301"/>
                      <a:pt x="4150659" y="2639515"/>
                    </a:cubicBezTo>
                    <a:lnTo>
                      <a:pt x="4150659" y="3158236"/>
                    </a:lnTo>
                    <a:lnTo>
                      <a:pt x="4957206" y="3158236"/>
                    </a:lnTo>
                    <a:lnTo>
                      <a:pt x="4852082" y="3972673"/>
                    </a:lnTo>
                    <a:lnTo>
                      <a:pt x="4150659" y="3972673"/>
                    </a:lnTo>
                    <a:lnTo>
                      <a:pt x="4150659" y="6379903"/>
                    </a:lnTo>
                    <a:cubicBezTo>
                      <a:pt x="5510273" y="5990130"/>
                      <a:pt x="6505575" y="4737527"/>
                      <a:pt x="6505575" y="3252788"/>
                    </a:cubicBezTo>
                    <a:close/>
                  </a:path>
                </a:pathLst>
              </a:custGeom>
              <a:solidFill>
                <a:schemeClr val="bg1"/>
              </a:solidFill>
              <a:ln w="31750" cap="flat">
                <a:noFill/>
                <a:prstDash val="solid"/>
                <a:miter/>
              </a:ln>
              <a:effectLst/>
            </p:spPr>
            <p:txBody>
              <a:bodyPr rtlCol="0" anchor="ctr"/>
              <a:lstStyle/>
              <a:p>
                <a:endParaRPr lang="en-GB" sz="1800">
                  <a:solidFill>
                    <a:schemeClr val="bg1"/>
                  </a:solidFill>
                </a:endParaRPr>
              </a:p>
            </p:txBody>
          </p:sp>
          <p:sp>
            <p:nvSpPr>
              <p:cNvPr id="24" name="Graphic 39">
                <a:extLst>
                  <a:ext uri="{FF2B5EF4-FFF2-40B4-BE49-F238E27FC236}">
                    <a16:creationId xmlns:a16="http://schemas.microsoft.com/office/drawing/2014/main" id="{4A635E53-30B5-49D6-AA04-5F38A16BC28D}"/>
                  </a:ext>
                </a:extLst>
              </p:cNvPr>
              <p:cNvSpPr/>
              <p:nvPr/>
            </p:nvSpPr>
            <p:spPr>
              <a:xfrm>
                <a:off x="4310675" y="6319154"/>
                <a:ext cx="173012" cy="173012"/>
              </a:xfrm>
              <a:custGeom>
                <a:avLst/>
                <a:gdLst>
                  <a:gd name="connsiteX0" fmla="*/ 3252788 w 6505575"/>
                  <a:gd name="connsiteY0" fmla="*/ 0 h 6505575"/>
                  <a:gd name="connsiteX1" fmla="*/ 0 w 6505575"/>
                  <a:gd name="connsiteY1" fmla="*/ 3252788 h 6505575"/>
                  <a:gd name="connsiteX2" fmla="*/ 3252788 w 6505575"/>
                  <a:gd name="connsiteY2" fmla="*/ 6505575 h 6505575"/>
                  <a:gd name="connsiteX3" fmla="*/ 6505575 w 6505575"/>
                  <a:gd name="connsiteY3" fmla="*/ 3252788 h 6505575"/>
                  <a:gd name="connsiteX4" fmla="*/ 3252788 w 6505575"/>
                  <a:gd name="connsiteY4" fmla="*/ 0 h 6505575"/>
                  <a:gd name="connsiteX5" fmla="*/ 4737974 w 6505575"/>
                  <a:gd name="connsiteY5" fmla="*/ 2536178 h 6505575"/>
                  <a:gd name="connsiteX6" fmla="*/ 4740108 w 6505575"/>
                  <a:gd name="connsiteY6" fmla="*/ 2632665 h 6505575"/>
                  <a:gd name="connsiteX7" fmla="*/ 2615840 w 6505575"/>
                  <a:gd name="connsiteY7" fmla="*/ 4756934 h 6505575"/>
                  <a:gd name="connsiteX8" fmla="*/ 2615889 w 6505575"/>
                  <a:gd name="connsiteY8" fmla="*/ 4756934 h 6505575"/>
                  <a:gd name="connsiteX9" fmla="*/ 2615840 w 6505575"/>
                  <a:gd name="connsiteY9" fmla="*/ 4756934 h 6505575"/>
                  <a:gd name="connsiteX10" fmla="*/ 1471438 w 6505575"/>
                  <a:gd name="connsiteY10" fmla="*/ 4421560 h 6505575"/>
                  <a:gd name="connsiteX11" fmla="*/ 1649523 w 6505575"/>
                  <a:gd name="connsiteY11" fmla="*/ 4431884 h 6505575"/>
                  <a:gd name="connsiteX12" fmla="*/ 2576828 w 6505575"/>
                  <a:gd name="connsiteY12" fmla="*/ 4112293 h 6505575"/>
                  <a:gd name="connsiteX13" fmla="*/ 1879327 w 6505575"/>
                  <a:gd name="connsiteY13" fmla="*/ 3593721 h 6505575"/>
                  <a:gd name="connsiteX14" fmla="*/ 2019641 w 6505575"/>
                  <a:gd name="connsiteY14" fmla="*/ 3607221 h 6505575"/>
                  <a:gd name="connsiteX15" fmla="*/ 2216537 w 6505575"/>
                  <a:gd name="connsiteY15" fmla="*/ 3580915 h 6505575"/>
                  <a:gd name="connsiteX16" fmla="*/ 1617559 w 6505575"/>
                  <a:gd name="connsiteY16" fmla="*/ 2849068 h 6505575"/>
                  <a:gd name="connsiteX17" fmla="*/ 1617658 w 6505575"/>
                  <a:gd name="connsiteY17" fmla="*/ 2839538 h 6505575"/>
                  <a:gd name="connsiteX18" fmla="*/ 1955812 w 6505575"/>
                  <a:gd name="connsiteY18" fmla="*/ 2932899 h 6505575"/>
                  <a:gd name="connsiteX19" fmla="*/ 1623565 w 6505575"/>
                  <a:gd name="connsiteY19" fmla="*/ 2311437 h 6505575"/>
                  <a:gd name="connsiteX20" fmla="*/ 1724668 w 6505575"/>
                  <a:gd name="connsiteY20" fmla="*/ 1936157 h 6505575"/>
                  <a:gd name="connsiteX21" fmla="*/ 3263608 w 6505575"/>
                  <a:gd name="connsiteY21" fmla="*/ 2716248 h 6505575"/>
                  <a:gd name="connsiteX22" fmla="*/ 3244201 w 6505575"/>
                  <a:gd name="connsiteY22" fmla="*/ 2546005 h 6505575"/>
                  <a:gd name="connsiteX23" fmla="*/ 3990889 w 6505575"/>
                  <a:gd name="connsiteY23" fmla="*/ 1799466 h 6505575"/>
                  <a:gd name="connsiteX24" fmla="*/ 4535866 w 6505575"/>
                  <a:gd name="connsiteY24" fmla="*/ 2035375 h 6505575"/>
                  <a:gd name="connsiteX25" fmla="*/ 5009966 w 6505575"/>
                  <a:gd name="connsiteY25" fmla="*/ 1854162 h 6505575"/>
                  <a:gd name="connsiteX26" fmla="*/ 4681640 w 6505575"/>
                  <a:gd name="connsiteY26" fmla="*/ 2267114 h 6505575"/>
                  <a:gd name="connsiteX27" fmla="*/ 5110375 w 6505575"/>
                  <a:gd name="connsiteY27" fmla="*/ 2149532 h 6505575"/>
                  <a:gd name="connsiteX28" fmla="*/ 4737974 w 6505575"/>
                  <a:gd name="connsiteY28" fmla="*/ 2536178 h 650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505575" h="6505575">
                    <a:moveTo>
                      <a:pt x="3252788" y="0"/>
                    </a:moveTo>
                    <a:cubicBezTo>
                      <a:pt x="1456597" y="0"/>
                      <a:pt x="0" y="1456597"/>
                      <a:pt x="0" y="3252788"/>
                    </a:cubicBezTo>
                    <a:cubicBezTo>
                      <a:pt x="0" y="5048978"/>
                      <a:pt x="1456597" y="6505575"/>
                      <a:pt x="3252788" y="6505575"/>
                    </a:cubicBezTo>
                    <a:cubicBezTo>
                      <a:pt x="5048978" y="6505575"/>
                      <a:pt x="6505575" y="5048978"/>
                      <a:pt x="6505575" y="3252788"/>
                    </a:cubicBezTo>
                    <a:cubicBezTo>
                      <a:pt x="6505575" y="1456597"/>
                      <a:pt x="5048978" y="0"/>
                      <a:pt x="3252788" y="0"/>
                    </a:cubicBezTo>
                    <a:close/>
                    <a:moveTo>
                      <a:pt x="4737974" y="2536178"/>
                    </a:moveTo>
                    <a:cubicBezTo>
                      <a:pt x="4739413" y="2568191"/>
                      <a:pt x="4740108" y="2600354"/>
                      <a:pt x="4740108" y="2632665"/>
                    </a:cubicBezTo>
                    <a:cubicBezTo>
                      <a:pt x="4740108" y="3619232"/>
                      <a:pt x="3989152" y="4756884"/>
                      <a:pt x="2615840" y="4756934"/>
                    </a:cubicBezTo>
                    <a:lnTo>
                      <a:pt x="2615889" y="4756934"/>
                    </a:lnTo>
                    <a:lnTo>
                      <a:pt x="2615840" y="4756934"/>
                    </a:lnTo>
                    <a:cubicBezTo>
                      <a:pt x="2194202" y="4756934"/>
                      <a:pt x="1801849" y="4633346"/>
                      <a:pt x="1471438" y="4421560"/>
                    </a:cubicBezTo>
                    <a:cubicBezTo>
                      <a:pt x="1529856" y="4428459"/>
                      <a:pt x="1589318" y="4431884"/>
                      <a:pt x="1649523" y="4431884"/>
                    </a:cubicBezTo>
                    <a:cubicBezTo>
                      <a:pt x="1999341" y="4431884"/>
                      <a:pt x="2321264" y="4312564"/>
                      <a:pt x="2576828" y="4112293"/>
                    </a:cubicBezTo>
                    <a:cubicBezTo>
                      <a:pt x="2249990" y="4106237"/>
                      <a:pt x="1974425" y="3890381"/>
                      <a:pt x="1879327" y="3593721"/>
                    </a:cubicBezTo>
                    <a:cubicBezTo>
                      <a:pt x="1924841" y="3602456"/>
                      <a:pt x="1971645" y="3607221"/>
                      <a:pt x="2019641" y="3607221"/>
                    </a:cubicBezTo>
                    <a:cubicBezTo>
                      <a:pt x="2087788" y="3607221"/>
                      <a:pt x="2153800" y="3598039"/>
                      <a:pt x="2216537" y="3580915"/>
                    </a:cubicBezTo>
                    <a:cubicBezTo>
                      <a:pt x="1874909" y="3512520"/>
                      <a:pt x="1617559" y="3210599"/>
                      <a:pt x="1617559" y="2849068"/>
                    </a:cubicBezTo>
                    <a:cubicBezTo>
                      <a:pt x="1617559" y="2845693"/>
                      <a:pt x="1617559" y="2842665"/>
                      <a:pt x="1617658" y="2839538"/>
                    </a:cubicBezTo>
                    <a:cubicBezTo>
                      <a:pt x="1718266" y="2895475"/>
                      <a:pt x="1833316" y="2929127"/>
                      <a:pt x="1955812" y="2932899"/>
                    </a:cubicBezTo>
                    <a:cubicBezTo>
                      <a:pt x="1755342" y="2799137"/>
                      <a:pt x="1623565" y="2570475"/>
                      <a:pt x="1623565" y="2311437"/>
                    </a:cubicBezTo>
                    <a:cubicBezTo>
                      <a:pt x="1623565" y="2174647"/>
                      <a:pt x="1660542" y="2046493"/>
                      <a:pt x="1724668" y="1936157"/>
                    </a:cubicBezTo>
                    <a:cubicBezTo>
                      <a:pt x="2092850" y="2387922"/>
                      <a:pt x="2643089" y="2685029"/>
                      <a:pt x="3263608" y="2716248"/>
                    </a:cubicBezTo>
                    <a:cubicBezTo>
                      <a:pt x="3250802" y="2661552"/>
                      <a:pt x="3244201" y="2604573"/>
                      <a:pt x="3244201" y="2546005"/>
                    </a:cubicBezTo>
                    <a:cubicBezTo>
                      <a:pt x="3244201" y="2133848"/>
                      <a:pt x="3578583" y="1799466"/>
                      <a:pt x="3990889" y="1799466"/>
                    </a:cubicBezTo>
                    <a:cubicBezTo>
                      <a:pt x="4205654" y="1799466"/>
                      <a:pt x="4399622" y="1890246"/>
                      <a:pt x="4535866" y="2035375"/>
                    </a:cubicBezTo>
                    <a:cubicBezTo>
                      <a:pt x="4705960" y="2001822"/>
                      <a:pt x="4865681" y="1939681"/>
                      <a:pt x="5009966" y="1854162"/>
                    </a:cubicBezTo>
                    <a:cubicBezTo>
                      <a:pt x="4954128" y="2028426"/>
                      <a:pt x="4835802" y="2174647"/>
                      <a:pt x="4681640" y="2267114"/>
                    </a:cubicBezTo>
                    <a:cubicBezTo>
                      <a:pt x="4832675" y="2249047"/>
                      <a:pt x="4976612" y="2208993"/>
                      <a:pt x="5110375" y="2149532"/>
                    </a:cubicBezTo>
                    <a:cubicBezTo>
                      <a:pt x="5010462" y="2299277"/>
                      <a:pt x="4883748" y="2430806"/>
                      <a:pt x="4737974" y="2536178"/>
                    </a:cubicBezTo>
                    <a:close/>
                  </a:path>
                </a:pathLst>
              </a:custGeom>
              <a:solidFill>
                <a:schemeClr val="bg1"/>
              </a:solidFill>
              <a:ln w="31750" cap="flat">
                <a:noFill/>
                <a:prstDash val="solid"/>
                <a:miter/>
              </a:ln>
              <a:effectLst/>
            </p:spPr>
            <p:txBody>
              <a:bodyPr rtlCol="0" anchor="ctr"/>
              <a:lstStyle/>
              <a:p>
                <a:endParaRPr lang="en-GB" sz="1800">
                  <a:solidFill>
                    <a:schemeClr val="bg1"/>
                  </a:solidFill>
                </a:endParaRPr>
              </a:p>
            </p:txBody>
          </p:sp>
          <p:sp>
            <p:nvSpPr>
              <p:cNvPr id="25" name="Freeform: Shape 24">
                <a:extLst>
                  <a:ext uri="{FF2B5EF4-FFF2-40B4-BE49-F238E27FC236}">
                    <a16:creationId xmlns:a16="http://schemas.microsoft.com/office/drawing/2014/main" id="{29550256-CE3C-4469-ABEC-4EBDA5B9012B}"/>
                  </a:ext>
                </a:extLst>
              </p:cNvPr>
              <p:cNvSpPr/>
              <p:nvPr/>
            </p:nvSpPr>
            <p:spPr>
              <a:xfrm>
                <a:off x="4612172" y="6319154"/>
                <a:ext cx="173012" cy="173012"/>
              </a:xfrm>
              <a:custGeom>
                <a:avLst/>
                <a:gdLst>
                  <a:gd name="connsiteX0" fmla="*/ 2847628 w 6505575"/>
                  <a:gd name="connsiteY0" fmla="*/ 2643386 h 6505575"/>
                  <a:gd name="connsiteX1" fmla="*/ 3905718 w 6505575"/>
                  <a:gd name="connsiteY1" fmla="*/ 3252787 h 6505575"/>
                  <a:gd name="connsiteX2" fmla="*/ 2847628 w 6505575"/>
                  <a:gd name="connsiteY2" fmla="*/ 3862189 h 6505575"/>
                  <a:gd name="connsiteX3" fmla="*/ 3252788 w 6505575"/>
                  <a:gd name="connsiteY3" fmla="*/ 1829693 h 6505575"/>
                  <a:gd name="connsiteX4" fmla="*/ 1662279 w 6505575"/>
                  <a:gd name="connsiteY4" fmla="*/ 1913425 h 6505575"/>
                  <a:gd name="connsiteX5" fmla="*/ 1303974 w 6505575"/>
                  <a:gd name="connsiteY5" fmla="*/ 2275055 h 6505575"/>
                  <a:gd name="connsiteX6" fmla="*/ 1220242 w 6505575"/>
                  <a:gd name="connsiteY6" fmla="*/ 3252788 h 6505575"/>
                  <a:gd name="connsiteX7" fmla="*/ 1303974 w 6505575"/>
                  <a:gd name="connsiteY7" fmla="*/ 4230520 h 6505575"/>
                  <a:gd name="connsiteX8" fmla="*/ 1662279 w 6505575"/>
                  <a:gd name="connsiteY8" fmla="*/ 4588825 h 6505575"/>
                  <a:gd name="connsiteX9" fmla="*/ 3252788 w 6505575"/>
                  <a:gd name="connsiteY9" fmla="*/ 4675882 h 6505575"/>
                  <a:gd name="connsiteX10" fmla="*/ 4843296 w 6505575"/>
                  <a:gd name="connsiteY10" fmla="*/ 4592150 h 6505575"/>
                  <a:gd name="connsiteX11" fmla="*/ 5201601 w 6505575"/>
                  <a:gd name="connsiteY11" fmla="*/ 4233895 h 6505575"/>
                  <a:gd name="connsiteX12" fmla="*/ 5285284 w 6505575"/>
                  <a:gd name="connsiteY12" fmla="*/ 3256113 h 6505575"/>
                  <a:gd name="connsiteX13" fmla="*/ 5201601 w 6505575"/>
                  <a:gd name="connsiteY13" fmla="*/ 2275055 h 6505575"/>
                  <a:gd name="connsiteX14" fmla="*/ 4843296 w 6505575"/>
                  <a:gd name="connsiteY14" fmla="*/ 1916750 h 6505575"/>
                  <a:gd name="connsiteX15" fmla="*/ 3252788 w 6505575"/>
                  <a:gd name="connsiteY15" fmla="*/ 1829693 h 6505575"/>
                  <a:gd name="connsiteX16" fmla="*/ 3252788 w 6505575"/>
                  <a:gd name="connsiteY16" fmla="*/ 0 h 6505575"/>
                  <a:gd name="connsiteX17" fmla="*/ 6505575 w 6505575"/>
                  <a:gd name="connsiteY17" fmla="*/ 3252788 h 6505575"/>
                  <a:gd name="connsiteX18" fmla="*/ 3252788 w 6505575"/>
                  <a:gd name="connsiteY18" fmla="*/ 6505575 h 6505575"/>
                  <a:gd name="connsiteX19" fmla="*/ 0 w 6505575"/>
                  <a:gd name="connsiteY19" fmla="*/ 3252788 h 6505575"/>
                  <a:gd name="connsiteX20" fmla="*/ 3252788 w 6505575"/>
                  <a:gd name="connsiteY20" fmla="*/ 0 h 650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505575" h="6505575">
                    <a:moveTo>
                      <a:pt x="2847628" y="2643386"/>
                    </a:moveTo>
                    <a:lnTo>
                      <a:pt x="3905718" y="3252787"/>
                    </a:lnTo>
                    <a:lnTo>
                      <a:pt x="2847628" y="3862189"/>
                    </a:lnTo>
                    <a:close/>
                    <a:moveTo>
                      <a:pt x="3252788" y="1829693"/>
                    </a:moveTo>
                    <a:cubicBezTo>
                      <a:pt x="3252788" y="1829693"/>
                      <a:pt x="1980381" y="1829693"/>
                      <a:pt x="1662279" y="1913425"/>
                    </a:cubicBezTo>
                    <a:cubicBezTo>
                      <a:pt x="1491490" y="1960279"/>
                      <a:pt x="1350828" y="2100941"/>
                      <a:pt x="1303974" y="2275055"/>
                    </a:cubicBezTo>
                    <a:cubicBezTo>
                      <a:pt x="1220242" y="2593157"/>
                      <a:pt x="1220242" y="3252788"/>
                      <a:pt x="1220242" y="3252788"/>
                    </a:cubicBezTo>
                    <a:cubicBezTo>
                      <a:pt x="1220242" y="3252788"/>
                      <a:pt x="1220242" y="3915793"/>
                      <a:pt x="1303974" y="4230520"/>
                    </a:cubicBezTo>
                    <a:cubicBezTo>
                      <a:pt x="1350878" y="4404635"/>
                      <a:pt x="1488164" y="4541971"/>
                      <a:pt x="1662279" y="4588825"/>
                    </a:cubicBezTo>
                    <a:cubicBezTo>
                      <a:pt x="1983706" y="4675882"/>
                      <a:pt x="3252788" y="4675882"/>
                      <a:pt x="3252788" y="4675882"/>
                    </a:cubicBezTo>
                    <a:cubicBezTo>
                      <a:pt x="3252788" y="4675882"/>
                      <a:pt x="4525195" y="4675882"/>
                      <a:pt x="4843296" y="4592150"/>
                    </a:cubicBezTo>
                    <a:cubicBezTo>
                      <a:pt x="5017411" y="4545296"/>
                      <a:pt x="5154698" y="4408010"/>
                      <a:pt x="5201601" y="4233895"/>
                    </a:cubicBezTo>
                    <a:cubicBezTo>
                      <a:pt x="5285284" y="3915793"/>
                      <a:pt x="5285284" y="3256113"/>
                      <a:pt x="5285284" y="3256113"/>
                    </a:cubicBezTo>
                    <a:cubicBezTo>
                      <a:pt x="5285284" y="3256113"/>
                      <a:pt x="5288659" y="2593157"/>
                      <a:pt x="5201601" y="2275055"/>
                    </a:cubicBezTo>
                    <a:cubicBezTo>
                      <a:pt x="5154698" y="2100941"/>
                      <a:pt x="5017411" y="1963604"/>
                      <a:pt x="4843296" y="1916750"/>
                    </a:cubicBezTo>
                    <a:cubicBezTo>
                      <a:pt x="4525195" y="1829693"/>
                      <a:pt x="3252788" y="1829693"/>
                      <a:pt x="3252788" y="1829693"/>
                    </a:cubicBezTo>
                    <a:close/>
                    <a:moveTo>
                      <a:pt x="3252788" y="0"/>
                    </a:moveTo>
                    <a:cubicBezTo>
                      <a:pt x="5048978" y="0"/>
                      <a:pt x="6505575" y="1456597"/>
                      <a:pt x="6505575" y="3252788"/>
                    </a:cubicBezTo>
                    <a:cubicBezTo>
                      <a:pt x="6505575" y="5048978"/>
                      <a:pt x="5048978" y="6505575"/>
                      <a:pt x="3252788" y="6505575"/>
                    </a:cubicBezTo>
                    <a:cubicBezTo>
                      <a:pt x="1456597" y="6505575"/>
                      <a:pt x="0" y="5048978"/>
                      <a:pt x="0" y="3252788"/>
                    </a:cubicBezTo>
                    <a:cubicBezTo>
                      <a:pt x="0" y="1456597"/>
                      <a:pt x="1456597" y="0"/>
                      <a:pt x="3252788" y="0"/>
                    </a:cubicBezTo>
                    <a:close/>
                  </a:path>
                </a:pathLst>
              </a:custGeom>
              <a:solidFill>
                <a:schemeClr val="bg1"/>
              </a:solidFill>
              <a:ln w="31750" cap="flat">
                <a:noFill/>
                <a:prstDash val="solid"/>
                <a:miter/>
              </a:ln>
              <a:effectLst/>
            </p:spPr>
            <p:txBody>
              <a:bodyPr rtlCol="0" anchor="ctr"/>
              <a:lstStyle/>
              <a:p>
                <a:endParaRPr lang="en-GB" sz="1800">
                  <a:solidFill>
                    <a:schemeClr val="bg1"/>
                  </a:solidFill>
                </a:endParaRPr>
              </a:p>
            </p:txBody>
          </p:sp>
          <p:sp>
            <p:nvSpPr>
              <p:cNvPr id="26" name="Freeform: Shape 25">
                <a:extLst>
                  <a:ext uri="{FF2B5EF4-FFF2-40B4-BE49-F238E27FC236}">
                    <a16:creationId xmlns:a16="http://schemas.microsoft.com/office/drawing/2014/main" id="{82089D39-BCEC-474F-83CE-68C9CB38CF88}"/>
                  </a:ext>
                </a:extLst>
              </p:cNvPr>
              <p:cNvSpPr/>
              <p:nvPr/>
            </p:nvSpPr>
            <p:spPr>
              <a:xfrm>
                <a:off x="4009175" y="6319154"/>
                <a:ext cx="173012" cy="173012"/>
              </a:xfrm>
              <a:custGeom>
                <a:avLst/>
                <a:gdLst>
                  <a:gd name="connsiteX0" fmla="*/ 3252789 w 6505575"/>
                  <a:gd name="connsiteY0" fmla="*/ 2630184 h 6505575"/>
                  <a:gd name="connsiteX1" fmla="*/ 3875393 w 6505575"/>
                  <a:gd name="connsiteY1" fmla="*/ 3252789 h 6505575"/>
                  <a:gd name="connsiteX2" fmla="*/ 3252789 w 6505575"/>
                  <a:gd name="connsiteY2" fmla="*/ 3875393 h 6505575"/>
                  <a:gd name="connsiteX3" fmla="*/ 2630184 w 6505575"/>
                  <a:gd name="connsiteY3" fmla="*/ 3252789 h 6505575"/>
                  <a:gd name="connsiteX4" fmla="*/ 3252789 w 6505575"/>
                  <a:gd name="connsiteY4" fmla="*/ 2630184 h 6505575"/>
                  <a:gd name="connsiteX5" fmla="*/ 3252788 w 6505575"/>
                  <a:gd name="connsiteY5" fmla="*/ 2293668 h 6505575"/>
                  <a:gd name="connsiteX6" fmla="*/ 2293619 w 6505575"/>
                  <a:gd name="connsiteY6" fmla="*/ 3252787 h 6505575"/>
                  <a:gd name="connsiteX7" fmla="*/ 3252788 w 6505575"/>
                  <a:gd name="connsiteY7" fmla="*/ 4211907 h 6505575"/>
                  <a:gd name="connsiteX8" fmla="*/ 4211908 w 6505575"/>
                  <a:gd name="connsiteY8" fmla="*/ 3252787 h 6505575"/>
                  <a:gd name="connsiteX9" fmla="*/ 3252788 w 6505575"/>
                  <a:gd name="connsiteY9" fmla="*/ 2293668 h 6505575"/>
                  <a:gd name="connsiteX10" fmla="*/ 4249828 w 6505575"/>
                  <a:gd name="connsiteY10" fmla="*/ 2031602 h 6505575"/>
                  <a:gd name="connsiteX11" fmla="*/ 4025682 w 6505575"/>
                  <a:gd name="connsiteY11" fmla="*/ 2255747 h 6505575"/>
                  <a:gd name="connsiteX12" fmla="*/ 4249828 w 6505575"/>
                  <a:gd name="connsiteY12" fmla="*/ 2479893 h 6505575"/>
                  <a:gd name="connsiteX13" fmla="*/ 4473973 w 6505575"/>
                  <a:gd name="connsiteY13" fmla="*/ 2255747 h 6505575"/>
                  <a:gd name="connsiteX14" fmla="*/ 4249828 w 6505575"/>
                  <a:gd name="connsiteY14" fmla="*/ 2031602 h 6505575"/>
                  <a:gd name="connsiteX15" fmla="*/ 3252788 w 6505575"/>
                  <a:gd name="connsiteY15" fmla="*/ 1721541 h 6505575"/>
                  <a:gd name="connsiteX16" fmla="*/ 4007566 w 6505575"/>
                  <a:gd name="connsiteY16" fmla="*/ 1732460 h 6505575"/>
                  <a:gd name="connsiteX17" fmla="*/ 4354356 w 6505575"/>
                  <a:gd name="connsiteY17" fmla="*/ 1796736 h 6505575"/>
                  <a:gd name="connsiteX18" fmla="*/ 4569121 w 6505575"/>
                  <a:gd name="connsiteY18" fmla="*/ 1936454 h 6505575"/>
                  <a:gd name="connsiteX19" fmla="*/ 4708839 w 6505575"/>
                  <a:gd name="connsiteY19" fmla="*/ 2151219 h 6505575"/>
                  <a:gd name="connsiteX20" fmla="*/ 4773164 w 6505575"/>
                  <a:gd name="connsiteY20" fmla="*/ 2498059 h 6505575"/>
                  <a:gd name="connsiteX21" fmla="*/ 4784034 w 6505575"/>
                  <a:gd name="connsiteY21" fmla="*/ 3252837 h 6505575"/>
                  <a:gd name="connsiteX22" fmla="*/ 4773164 w 6505575"/>
                  <a:gd name="connsiteY22" fmla="*/ 4007615 h 6505575"/>
                  <a:gd name="connsiteX23" fmla="*/ 4708839 w 6505575"/>
                  <a:gd name="connsiteY23" fmla="*/ 4354405 h 6505575"/>
                  <a:gd name="connsiteX24" fmla="*/ 4354356 w 6505575"/>
                  <a:gd name="connsiteY24" fmla="*/ 4708888 h 6505575"/>
                  <a:gd name="connsiteX25" fmla="*/ 4007516 w 6505575"/>
                  <a:gd name="connsiteY25" fmla="*/ 4773213 h 6505575"/>
                  <a:gd name="connsiteX26" fmla="*/ 3252738 w 6505575"/>
                  <a:gd name="connsiteY26" fmla="*/ 4784083 h 6505575"/>
                  <a:gd name="connsiteX27" fmla="*/ 2498010 w 6505575"/>
                  <a:gd name="connsiteY27" fmla="*/ 4773213 h 6505575"/>
                  <a:gd name="connsiteX28" fmla="*/ 2151170 w 6505575"/>
                  <a:gd name="connsiteY28" fmla="*/ 4708888 h 6505575"/>
                  <a:gd name="connsiteX29" fmla="*/ 1936405 w 6505575"/>
                  <a:gd name="connsiteY29" fmla="*/ 4569170 h 6505575"/>
                  <a:gd name="connsiteX30" fmla="*/ 1796687 w 6505575"/>
                  <a:gd name="connsiteY30" fmla="*/ 4354405 h 6505575"/>
                  <a:gd name="connsiteX31" fmla="*/ 1732411 w 6505575"/>
                  <a:gd name="connsiteY31" fmla="*/ 4007615 h 6505575"/>
                  <a:gd name="connsiteX32" fmla="*/ 1721492 w 6505575"/>
                  <a:gd name="connsiteY32" fmla="*/ 3252837 h 6505575"/>
                  <a:gd name="connsiteX33" fmla="*/ 1732411 w 6505575"/>
                  <a:gd name="connsiteY33" fmla="*/ 2498059 h 6505575"/>
                  <a:gd name="connsiteX34" fmla="*/ 1796687 w 6505575"/>
                  <a:gd name="connsiteY34" fmla="*/ 2151219 h 6505575"/>
                  <a:gd name="connsiteX35" fmla="*/ 1936455 w 6505575"/>
                  <a:gd name="connsiteY35" fmla="*/ 1936454 h 6505575"/>
                  <a:gd name="connsiteX36" fmla="*/ 2151220 w 6505575"/>
                  <a:gd name="connsiteY36" fmla="*/ 1796736 h 6505575"/>
                  <a:gd name="connsiteX37" fmla="*/ 2498010 w 6505575"/>
                  <a:gd name="connsiteY37" fmla="*/ 1732411 h 6505575"/>
                  <a:gd name="connsiteX38" fmla="*/ 3252788 w 6505575"/>
                  <a:gd name="connsiteY38" fmla="*/ 1721541 h 6505575"/>
                  <a:gd name="connsiteX39" fmla="*/ 3252788 w 6505575"/>
                  <a:gd name="connsiteY39" fmla="*/ 1384976 h 6505575"/>
                  <a:gd name="connsiteX40" fmla="*/ 2482722 w 6505575"/>
                  <a:gd name="connsiteY40" fmla="*/ 1396243 h 6505575"/>
                  <a:gd name="connsiteX41" fmla="*/ 2029319 w 6505575"/>
                  <a:gd name="connsiteY41" fmla="*/ 1483052 h 6505575"/>
                  <a:gd name="connsiteX42" fmla="*/ 1698511 w 6505575"/>
                  <a:gd name="connsiteY42" fmla="*/ 1698511 h 6505575"/>
                  <a:gd name="connsiteX43" fmla="*/ 1483002 w 6505575"/>
                  <a:gd name="connsiteY43" fmla="*/ 2029319 h 6505575"/>
                  <a:gd name="connsiteX44" fmla="*/ 1396243 w 6505575"/>
                  <a:gd name="connsiteY44" fmla="*/ 2482722 h 6505575"/>
                  <a:gd name="connsiteX45" fmla="*/ 1384976 w 6505575"/>
                  <a:gd name="connsiteY45" fmla="*/ 3252788 h 6505575"/>
                  <a:gd name="connsiteX46" fmla="*/ 1396292 w 6505575"/>
                  <a:gd name="connsiteY46" fmla="*/ 4022903 h 6505575"/>
                  <a:gd name="connsiteX47" fmla="*/ 1483102 w 6505575"/>
                  <a:gd name="connsiteY47" fmla="*/ 4476256 h 6505575"/>
                  <a:gd name="connsiteX48" fmla="*/ 1698511 w 6505575"/>
                  <a:gd name="connsiteY48" fmla="*/ 4807064 h 6505575"/>
                  <a:gd name="connsiteX49" fmla="*/ 2029369 w 6505575"/>
                  <a:gd name="connsiteY49" fmla="*/ 5022523 h 6505575"/>
                  <a:gd name="connsiteX50" fmla="*/ 2482722 w 6505575"/>
                  <a:gd name="connsiteY50" fmla="*/ 5109332 h 6505575"/>
                  <a:gd name="connsiteX51" fmla="*/ 3252837 w 6505575"/>
                  <a:gd name="connsiteY51" fmla="*/ 5120599 h 6505575"/>
                  <a:gd name="connsiteX52" fmla="*/ 4022903 w 6505575"/>
                  <a:gd name="connsiteY52" fmla="*/ 5109332 h 6505575"/>
                  <a:gd name="connsiteX53" fmla="*/ 4476256 w 6505575"/>
                  <a:gd name="connsiteY53" fmla="*/ 5022523 h 6505575"/>
                  <a:gd name="connsiteX54" fmla="*/ 5022523 w 6505575"/>
                  <a:gd name="connsiteY54" fmla="*/ 4476256 h 6505575"/>
                  <a:gd name="connsiteX55" fmla="*/ 5109332 w 6505575"/>
                  <a:gd name="connsiteY55" fmla="*/ 4022853 h 6505575"/>
                  <a:gd name="connsiteX56" fmla="*/ 5120599 w 6505575"/>
                  <a:gd name="connsiteY56" fmla="*/ 3252788 h 6505575"/>
                  <a:gd name="connsiteX57" fmla="*/ 5109382 w 6505575"/>
                  <a:gd name="connsiteY57" fmla="*/ 2482722 h 6505575"/>
                  <a:gd name="connsiteX58" fmla="*/ 5022523 w 6505575"/>
                  <a:gd name="connsiteY58" fmla="*/ 2029319 h 6505575"/>
                  <a:gd name="connsiteX59" fmla="*/ 4807114 w 6505575"/>
                  <a:gd name="connsiteY59" fmla="*/ 1698511 h 6505575"/>
                  <a:gd name="connsiteX60" fmla="*/ 4476256 w 6505575"/>
                  <a:gd name="connsiteY60" fmla="*/ 1483002 h 6505575"/>
                  <a:gd name="connsiteX61" fmla="*/ 4022853 w 6505575"/>
                  <a:gd name="connsiteY61" fmla="*/ 1396292 h 6505575"/>
                  <a:gd name="connsiteX62" fmla="*/ 3252788 w 6505575"/>
                  <a:gd name="connsiteY62" fmla="*/ 1384976 h 6505575"/>
                  <a:gd name="connsiteX63" fmla="*/ 3252788 w 6505575"/>
                  <a:gd name="connsiteY63" fmla="*/ 0 h 6505575"/>
                  <a:gd name="connsiteX64" fmla="*/ 6505575 w 6505575"/>
                  <a:gd name="connsiteY64" fmla="*/ 3252788 h 6505575"/>
                  <a:gd name="connsiteX65" fmla="*/ 3252788 w 6505575"/>
                  <a:gd name="connsiteY65" fmla="*/ 6505575 h 6505575"/>
                  <a:gd name="connsiteX66" fmla="*/ 0 w 6505575"/>
                  <a:gd name="connsiteY66" fmla="*/ 3252788 h 6505575"/>
                  <a:gd name="connsiteX67" fmla="*/ 3252788 w 6505575"/>
                  <a:gd name="connsiteY67" fmla="*/ 0 h 650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505575" h="6505575">
                    <a:moveTo>
                      <a:pt x="3252789" y="2630184"/>
                    </a:moveTo>
                    <a:cubicBezTo>
                      <a:pt x="3596650" y="2630184"/>
                      <a:pt x="3875393" y="2908927"/>
                      <a:pt x="3875393" y="3252789"/>
                    </a:cubicBezTo>
                    <a:cubicBezTo>
                      <a:pt x="3875393" y="3596650"/>
                      <a:pt x="3596650" y="3875393"/>
                      <a:pt x="3252789" y="3875393"/>
                    </a:cubicBezTo>
                    <a:cubicBezTo>
                      <a:pt x="2908926" y="3875393"/>
                      <a:pt x="2630184" y="3596650"/>
                      <a:pt x="2630184" y="3252789"/>
                    </a:cubicBezTo>
                    <a:cubicBezTo>
                      <a:pt x="2630184" y="2908927"/>
                      <a:pt x="2908926" y="2630184"/>
                      <a:pt x="3252789" y="2630184"/>
                    </a:cubicBezTo>
                    <a:close/>
                    <a:moveTo>
                      <a:pt x="3252788" y="2293668"/>
                    </a:moveTo>
                    <a:cubicBezTo>
                      <a:pt x="2723048" y="2293668"/>
                      <a:pt x="2293619" y="2723048"/>
                      <a:pt x="2293619" y="3252787"/>
                    </a:cubicBezTo>
                    <a:cubicBezTo>
                      <a:pt x="2293619" y="3782527"/>
                      <a:pt x="2723048" y="4211907"/>
                      <a:pt x="3252788" y="4211907"/>
                    </a:cubicBezTo>
                    <a:cubicBezTo>
                      <a:pt x="3782478" y="4211907"/>
                      <a:pt x="4211908" y="3782527"/>
                      <a:pt x="4211908" y="3252787"/>
                    </a:cubicBezTo>
                    <a:cubicBezTo>
                      <a:pt x="4211908" y="2723048"/>
                      <a:pt x="3782478" y="2293668"/>
                      <a:pt x="3252788" y="2293668"/>
                    </a:cubicBezTo>
                    <a:close/>
                    <a:moveTo>
                      <a:pt x="4249828" y="2031602"/>
                    </a:moveTo>
                    <a:cubicBezTo>
                      <a:pt x="4126041" y="2031602"/>
                      <a:pt x="4025682" y="2131961"/>
                      <a:pt x="4025682" y="2255747"/>
                    </a:cubicBezTo>
                    <a:cubicBezTo>
                      <a:pt x="4025682" y="2379534"/>
                      <a:pt x="4126041" y="2479893"/>
                      <a:pt x="4249828" y="2479893"/>
                    </a:cubicBezTo>
                    <a:cubicBezTo>
                      <a:pt x="4373614" y="2479893"/>
                      <a:pt x="4473923" y="2379534"/>
                      <a:pt x="4473973" y="2255747"/>
                    </a:cubicBezTo>
                    <a:cubicBezTo>
                      <a:pt x="4473973" y="2131961"/>
                      <a:pt x="4373614" y="2031602"/>
                      <a:pt x="4249828" y="2031602"/>
                    </a:cubicBezTo>
                    <a:close/>
                    <a:moveTo>
                      <a:pt x="3252788" y="1721541"/>
                    </a:moveTo>
                    <a:cubicBezTo>
                      <a:pt x="3751506" y="1721541"/>
                      <a:pt x="3810570" y="1723477"/>
                      <a:pt x="4007566" y="1732460"/>
                    </a:cubicBezTo>
                    <a:cubicBezTo>
                      <a:pt x="4189672" y="1740749"/>
                      <a:pt x="4288542" y="1771175"/>
                      <a:pt x="4354356" y="1796736"/>
                    </a:cubicBezTo>
                    <a:cubicBezTo>
                      <a:pt x="4435507" y="1826665"/>
                      <a:pt x="4508865" y="1874412"/>
                      <a:pt x="4569121" y="1936454"/>
                    </a:cubicBezTo>
                    <a:cubicBezTo>
                      <a:pt x="4631163" y="1996710"/>
                      <a:pt x="4678910" y="2070118"/>
                      <a:pt x="4708839" y="2151219"/>
                    </a:cubicBezTo>
                    <a:cubicBezTo>
                      <a:pt x="4734450" y="2217033"/>
                      <a:pt x="4764875" y="2315953"/>
                      <a:pt x="4773164" y="2498059"/>
                    </a:cubicBezTo>
                    <a:cubicBezTo>
                      <a:pt x="4782148" y="2695005"/>
                      <a:pt x="4784034" y="2754069"/>
                      <a:pt x="4784034" y="3252837"/>
                    </a:cubicBezTo>
                    <a:cubicBezTo>
                      <a:pt x="4784034" y="3751555"/>
                      <a:pt x="4782148" y="3810619"/>
                      <a:pt x="4773164" y="4007615"/>
                    </a:cubicBezTo>
                    <a:cubicBezTo>
                      <a:pt x="4764826" y="4189721"/>
                      <a:pt x="4734400" y="4288591"/>
                      <a:pt x="4708839" y="4354405"/>
                    </a:cubicBezTo>
                    <a:cubicBezTo>
                      <a:pt x="4646003" y="4517302"/>
                      <a:pt x="4517253" y="4646052"/>
                      <a:pt x="4354356" y="4708888"/>
                    </a:cubicBezTo>
                    <a:cubicBezTo>
                      <a:pt x="4288542" y="4734499"/>
                      <a:pt x="4189622" y="4764924"/>
                      <a:pt x="4007516" y="4773213"/>
                    </a:cubicBezTo>
                    <a:cubicBezTo>
                      <a:pt x="3810620" y="4782197"/>
                      <a:pt x="3751556" y="4784083"/>
                      <a:pt x="3252738" y="4784083"/>
                    </a:cubicBezTo>
                    <a:cubicBezTo>
                      <a:pt x="2753970" y="4784083"/>
                      <a:pt x="2694956" y="4782197"/>
                      <a:pt x="2498010" y="4773213"/>
                    </a:cubicBezTo>
                    <a:cubicBezTo>
                      <a:pt x="2315904" y="4764924"/>
                      <a:pt x="2216984" y="4734499"/>
                      <a:pt x="2151170" y="4708888"/>
                    </a:cubicBezTo>
                    <a:cubicBezTo>
                      <a:pt x="2070019" y="4678959"/>
                      <a:pt x="1996661" y="4631212"/>
                      <a:pt x="1936405" y="4569170"/>
                    </a:cubicBezTo>
                    <a:cubicBezTo>
                      <a:pt x="1874363" y="4508914"/>
                      <a:pt x="1826666" y="4435556"/>
                      <a:pt x="1796687" y="4354405"/>
                    </a:cubicBezTo>
                    <a:cubicBezTo>
                      <a:pt x="1771126" y="4288591"/>
                      <a:pt x="1740700" y="4189721"/>
                      <a:pt x="1732411" y="4007615"/>
                    </a:cubicBezTo>
                    <a:cubicBezTo>
                      <a:pt x="1723428" y="3810619"/>
                      <a:pt x="1721492" y="3751555"/>
                      <a:pt x="1721492" y="3252837"/>
                    </a:cubicBezTo>
                    <a:cubicBezTo>
                      <a:pt x="1721492" y="2754069"/>
                      <a:pt x="1723428" y="2695005"/>
                      <a:pt x="1732411" y="2498059"/>
                    </a:cubicBezTo>
                    <a:cubicBezTo>
                      <a:pt x="1740700" y="2315953"/>
                      <a:pt x="1771126" y="2217033"/>
                      <a:pt x="1796687" y="2151219"/>
                    </a:cubicBezTo>
                    <a:cubicBezTo>
                      <a:pt x="1826666" y="2070068"/>
                      <a:pt x="1874413" y="1996710"/>
                      <a:pt x="1936455" y="1936454"/>
                    </a:cubicBezTo>
                    <a:cubicBezTo>
                      <a:pt x="1996661" y="1874412"/>
                      <a:pt x="2070069" y="1826665"/>
                      <a:pt x="2151220" y="1796736"/>
                    </a:cubicBezTo>
                    <a:cubicBezTo>
                      <a:pt x="2216984" y="1771175"/>
                      <a:pt x="2315904" y="1740749"/>
                      <a:pt x="2498010" y="1732411"/>
                    </a:cubicBezTo>
                    <a:cubicBezTo>
                      <a:pt x="2694956" y="1723427"/>
                      <a:pt x="2754020" y="1721541"/>
                      <a:pt x="3252788" y="1721541"/>
                    </a:cubicBezTo>
                    <a:close/>
                    <a:moveTo>
                      <a:pt x="3252788" y="1384976"/>
                    </a:moveTo>
                    <a:cubicBezTo>
                      <a:pt x="2745532" y="1384976"/>
                      <a:pt x="2681902" y="1387160"/>
                      <a:pt x="2482722" y="1396243"/>
                    </a:cubicBezTo>
                    <a:cubicBezTo>
                      <a:pt x="2283890" y="1405326"/>
                      <a:pt x="2148142" y="1436893"/>
                      <a:pt x="2029319" y="1483052"/>
                    </a:cubicBezTo>
                    <a:cubicBezTo>
                      <a:pt x="1904689" y="1529956"/>
                      <a:pt x="1791773" y="1603463"/>
                      <a:pt x="1698511" y="1698511"/>
                    </a:cubicBezTo>
                    <a:cubicBezTo>
                      <a:pt x="1603463" y="1791773"/>
                      <a:pt x="1529906" y="1904689"/>
                      <a:pt x="1483002" y="2029319"/>
                    </a:cubicBezTo>
                    <a:cubicBezTo>
                      <a:pt x="1436843" y="2148142"/>
                      <a:pt x="1405276" y="2283890"/>
                      <a:pt x="1396243" y="2482722"/>
                    </a:cubicBezTo>
                    <a:cubicBezTo>
                      <a:pt x="1387110" y="2681902"/>
                      <a:pt x="1384976" y="2745532"/>
                      <a:pt x="1384976" y="3252788"/>
                    </a:cubicBezTo>
                    <a:cubicBezTo>
                      <a:pt x="1384976" y="3760043"/>
                      <a:pt x="1387110" y="3823673"/>
                      <a:pt x="1396292" y="4022903"/>
                    </a:cubicBezTo>
                    <a:cubicBezTo>
                      <a:pt x="1405326" y="4221685"/>
                      <a:pt x="1436942" y="4357483"/>
                      <a:pt x="1483102" y="4476256"/>
                    </a:cubicBezTo>
                    <a:cubicBezTo>
                      <a:pt x="1530005" y="4600886"/>
                      <a:pt x="1603513" y="4713802"/>
                      <a:pt x="1698511" y="4807064"/>
                    </a:cubicBezTo>
                    <a:cubicBezTo>
                      <a:pt x="1791823" y="4902112"/>
                      <a:pt x="1904689" y="4975620"/>
                      <a:pt x="2029369" y="5022523"/>
                    </a:cubicBezTo>
                    <a:cubicBezTo>
                      <a:pt x="2148142" y="5068683"/>
                      <a:pt x="2283940" y="5100250"/>
                      <a:pt x="2482722" y="5109332"/>
                    </a:cubicBezTo>
                    <a:cubicBezTo>
                      <a:pt x="2681952" y="5118415"/>
                      <a:pt x="2745532" y="5120599"/>
                      <a:pt x="3252837" y="5120599"/>
                    </a:cubicBezTo>
                    <a:cubicBezTo>
                      <a:pt x="3760093" y="5120599"/>
                      <a:pt x="3823723" y="5118415"/>
                      <a:pt x="4022903" y="5109332"/>
                    </a:cubicBezTo>
                    <a:cubicBezTo>
                      <a:pt x="4221685" y="5100250"/>
                      <a:pt x="4357483" y="5068683"/>
                      <a:pt x="4476256" y="5022523"/>
                    </a:cubicBezTo>
                    <a:cubicBezTo>
                      <a:pt x="4727154" y="4925490"/>
                      <a:pt x="4925490" y="4727154"/>
                      <a:pt x="5022523" y="4476256"/>
                    </a:cubicBezTo>
                    <a:cubicBezTo>
                      <a:pt x="5068683" y="4357433"/>
                      <a:pt x="5100299" y="4221685"/>
                      <a:pt x="5109332" y="4022853"/>
                    </a:cubicBezTo>
                    <a:cubicBezTo>
                      <a:pt x="5118465" y="3823673"/>
                      <a:pt x="5120599" y="3760043"/>
                      <a:pt x="5120599" y="3252788"/>
                    </a:cubicBezTo>
                    <a:cubicBezTo>
                      <a:pt x="5120599" y="2745532"/>
                      <a:pt x="5118465" y="2681902"/>
                      <a:pt x="5109382" y="2482722"/>
                    </a:cubicBezTo>
                    <a:cubicBezTo>
                      <a:pt x="5100299" y="2283890"/>
                      <a:pt x="5068732" y="2148142"/>
                      <a:pt x="5022523" y="2029319"/>
                    </a:cubicBezTo>
                    <a:cubicBezTo>
                      <a:pt x="4975669" y="1904689"/>
                      <a:pt x="4902112" y="1791823"/>
                      <a:pt x="4807114" y="1698511"/>
                    </a:cubicBezTo>
                    <a:cubicBezTo>
                      <a:pt x="4713802" y="1603463"/>
                      <a:pt x="4600886" y="1529906"/>
                      <a:pt x="4476256" y="1483002"/>
                    </a:cubicBezTo>
                    <a:cubicBezTo>
                      <a:pt x="4357433" y="1436893"/>
                      <a:pt x="4221685" y="1405326"/>
                      <a:pt x="4022853" y="1396292"/>
                    </a:cubicBezTo>
                    <a:cubicBezTo>
                      <a:pt x="3823673" y="1387160"/>
                      <a:pt x="3760043" y="1384976"/>
                      <a:pt x="3252788" y="1384976"/>
                    </a:cubicBezTo>
                    <a:close/>
                    <a:moveTo>
                      <a:pt x="3252788" y="0"/>
                    </a:moveTo>
                    <a:cubicBezTo>
                      <a:pt x="5048978" y="0"/>
                      <a:pt x="6505575" y="1456597"/>
                      <a:pt x="6505575" y="3252788"/>
                    </a:cubicBezTo>
                    <a:cubicBezTo>
                      <a:pt x="6505575" y="5048978"/>
                      <a:pt x="5048978" y="6505575"/>
                      <a:pt x="3252788" y="6505575"/>
                    </a:cubicBezTo>
                    <a:cubicBezTo>
                      <a:pt x="1456597" y="6505575"/>
                      <a:pt x="0" y="5048978"/>
                      <a:pt x="0" y="3252788"/>
                    </a:cubicBezTo>
                    <a:cubicBezTo>
                      <a:pt x="0" y="1456597"/>
                      <a:pt x="1456597" y="0"/>
                      <a:pt x="3252788" y="0"/>
                    </a:cubicBezTo>
                    <a:close/>
                  </a:path>
                </a:pathLst>
              </a:custGeom>
              <a:solidFill>
                <a:schemeClr val="bg1"/>
              </a:solidFill>
              <a:ln w="31750" cap="flat">
                <a:noFill/>
                <a:prstDash val="solid"/>
                <a:miter/>
              </a:ln>
              <a:effectLst/>
            </p:spPr>
            <p:txBody>
              <a:bodyPr rtlCol="0" anchor="ctr"/>
              <a:lstStyle/>
              <a:p>
                <a:endParaRPr lang="en-GB" sz="1800">
                  <a:solidFill>
                    <a:schemeClr val="bg1"/>
                  </a:solidFill>
                </a:endParaRPr>
              </a:p>
            </p:txBody>
          </p:sp>
        </p:grpSp>
      </p:grpSp>
      <p:sp>
        <p:nvSpPr>
          <p:cNvPr id="28" name="Freeform: Shape 27">
            <a:extLst>
              <a:ext uri="{FF2B5EF4-FFF2-40B4-BE49-F238E27FC236}">
                <a16:creationId xmlns:a16="http://schemas.microsoft.com/office/drawing/2014/main" id="{1C834DB5-B6AC-4BA7-8D75-38FF27FFABF7}"/>
              </a:ext>
            </a:extLst>
          </p:cNvPr>
          <p:cNvSpPr/>
          <p:nvPr userDrawn="1"/>
        </p:nvSpPr>
        <p:spPr>
          <a:xfrm>
            <a:off x="11471504" y="6083574"/>
            <a:ext cx="720496" cy="774426"/>
          </a:xfrm>
          <a:custGeom>
            <a:avLst/>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6" name="Picture Placeholder 5">
            <a:extLst>
              <a:ext uri="{FF2B5EF4-FFF2-40B4-BE49-F238E27FC236}">
                <a16:creationId xmlns:a16="http://schemas.microsoft.com/office/drawing/2014/main" id="{9449ACE3-BDB2-401E-BB7A-F2AFC09EBA5D}"/>
              </a:ext>
            </a:extLst>
          </p:cNvPr>
          <p:cNvSpPr>
            <a:spLocks noGrp="1"/>
          </p:cNvSpPr>
          <p:nvPr>
            <p:ph type="pic" sz="quarter" idx="10" hasCustomPrompt="1"/>
          </p:nvPr>
        </p:nvSpPr>
        <p:spPr>
          <a:xfrm>
            <a:off x="0" y="0"/>
            <a:ext cx="12192000" cy="3850012"/>
          </a:xfrm>
          <a:custGeom>
            <a:avLst/>
            <a:gdLst>
              <a:gd name="connsiteX0" fmla="*/ 0 w 12192000"/>
              <a:gd name="connsiteY0" fmla="*/ 0 h 3850012"/>
              <a:gd name="connsiteX1" fmla="*/ 12192000 w 12192000"/>
              <a:gd name="connsiteY1" fmla="*/ 0 h 3850012"/>
              <a:gd name="connsiteX2" fmla="*/ 12192000 w 12192000"/>
              <a:gd name="connsiteY2" fmla="*/ 3429000 h 3850012"/>
              <a:gd name="connsiteX3" fmla="*/ 9114503 w 12192000"/>
              <a:gd name="connsiteY3" fmla="*/ 3333136 h 3850012"/>
              <a:gd name="connsiteX4" fmla="*/ 6076336 w 12192000"/>
              <a:gd name="connsiteY4" fmla="*/ 3849329 h 3850012"/>
              <a:gd name="connsiteX5" fmla="*/ 2993923 w 12192000"/>
              <a:gd name="connsiteY5" fmla="*/ 3451123 h 3850012"/>
              <a:gd name="connsiteX6" fmla="*/ 0 w 12192000"/>
              <a:gd name="connsiteY6" fmla="*/ 3429000 h 3850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3850012">
                <a:moveTo>
                  <a:pt x="0" y="0"/>
                </a:moveTo>
                <a:lnTo>
                  <a:pt x="12192000" y="0"/>
                </a:lnTo>
                <a:lnTo>
                  <a:pt x="12192000" y="3429000"/>
                </a:lnTo>
                <a:cubicBezTo>
                  <a:pt x="11135852" y="4181168"/>
                  <a:pt x="10178026" y="3440061"/>
                  <a:pt x="9114503" y="3333136"/>
                </a:cubicBezTo>
                <a:cubicBezTo>
                  <a:pt x="8050980" y="3226211"/>
                  <a:pt x="7170175" y="3873910"/>
                  <a:pt x="6076336" y="3849329"/>
                </a:cubicBezTo>
                <a:cubicBezTo>
                  <a:pt x="4982497" y="3824748"/>
                  <a:pt x="4168877" y="3104535"/>
                  <a:pt x="2993923" y="3451123"/>
                </a:cubicBezTo>
                <a:cubicBezTo>
                  <a:pt x="1818969" y="3797711"/>
                  <a:pt x="1042219" y="4114800"/>
                  <a:pt x="0" y="3429000"/>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9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21" name="Picture Placeholder 20">
            <a:extLst>
              <a:ext uri="{FF2B5EF4-FFF2-40B4-BE49-F238E27FC236}">
                <a16:creationId xmlns:a16="http://schemas.microsoft.com/office/drawing/2014/main" id="{06179823-D602-4EAB-8985-29DA9177B294}"/>
              </a:ext>
            </a:extLst>
          </p:cNvPr>
          <p:cNvSpPr>
            <a:spLocks noGrp="1"/>
          </p:cNvSpPr>
          <p:nvPr>
            <p:ph type="pic" sz="quarter" idx="11" hasCustomPrompt="1"/>
          </p:nvPr>
        </p:nvSpPr>
        <p:spPr>
          <a:xfrm>
            <a:off x="5455657" y="0"/>
            <a:ext cx="5279231" cy="6858000"/>
          </a:xfrm>
          <a:custGeom>
            <a:avLst/>
            <a:gdLst>
              <a:gd name="connsiteX0" fmla="*/ 0 w 5279231"/>
              <a:gd name="connsiteY0" fmla="*/ 0 h 6858000"/>
              <a:gd name="connsiteX1" fmla="*/ 5279231 w 5279231"/>
              <a:gd name="connsiteY1" fmla="*/ 0 h 6858000"/>
              <a:gd name="connsiteX2" fmla="*/ 5279231 w 5279231"/>
              <a:gd name="connsiteY2" fmla="*/ 6858000 h 6858000"/>
              <a:gd name="connsiteX3" fmla="*/ 0 w 527923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279231" h="6858000">
                <a:moveTo>
                  <a:pt x="0" y="0"/>
                </a:moveTo>
                <a:lnTo>
                  <a:pt x="5279231" y="0"/>
                </a:lnTo>
                <a:lnTo>
                  <a:pt x="5279231" y="6858000"/>
                </a:lnTo>
                <a:lnTo>
                  <a:pt x="0" y="6858000"/>
                </a:lnTo>
                <a:close/>
              </a:path>
            </a:pathLst>
          </a:custGeom>
          <a:noFill/>
          <a:effectLst>
            <a:outerShdw blurRad="1041400" dist="571500" dir="5400000" sx="88000" sy="88000" algn="t" rotWithShape="0">
              <a:prstClr val="black">
                <a:alpha val="40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9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4" name="TextBox 13">
            <a:extLst>
              <a:ext uri="{FF2B5EF4-FFF2-40B4-BE49-F238E27FC236}">
                <a16:creationId xmlns:a16="http://schemas.microsoft.com/office/drawing/2014/main" id="{444737F8-ECF6-4DB8-AA54-949F4A9CB0CD}"/>
              </a:ext>
            </a:extLst>
          </p:cNvPr>
          <p:cNvSpPr txBox="1"/>
          <p:nvPr userDrawn="1"/>
        </p:nvSpPr>
        <p:spPr>
          <a:xfrm>
            <a:off x="731838" y="6336042"/>
            <a:ext cx="2514281" cy="261610"/>
          </a:xfrm>
          <a:prstGeom prst="rect">
            <a:avLst/>
          </a:prstGeom>
          <a:noFill/>
        </p:spPr>
        <p:txBody>
          <a:bodyPr wrap="square" rtlCol="0">
            <a:spAutoFit/>
          </a:bodyPr>
          <a:lstStyle/>
          <a:p>
            <a:r>
              <a:rPr lang="en-US" sz="1100">
                <a:solidFill>
                  <a:schemeClr val="bg1"/>
                </a:solidFill>
                <a:latin typeface="+mj-lt"/>
              </a:rPr>
              <a:t>© 2020 </a:t>
            </a:r>
            <a:r>
              <a:rPr lang="en-US" sz="1100" b="1">
                <a:solidFill>
                  <a:schemeClr val="bg1"/>
                </a:solidFill>
                <a:latin typeface="+mj-lt"/>
              </a:rPr>
              <a:t>FoodFest </a:t>
            </a:r>
            <a:r>
              <a:rPr lang="en-US" sz="1100" b="0">
                <a:solidFill>
                  <a:schemeClr val="bg1"/>
                </a:solidFill>
                <a:latin typeface="+mj-lt"/>
              </a:rPr>
              <a:t>Presentation</a:t>
            </a:r>
            <a:endParaRPr lang="en-GB" sz="1100" b="0">
              <a:solidFill>
                <a:schemeClr val="bg1"/>
              </a:solidFill>
              <a:latin typeface="+mj-lt"/>
            </a:endParaRPr>
          </a:p>
        </p:txBody>
      </p:sp>
      <p:sp>
        <p:nvSpPr>
          <p:cNvPr id="2" name="Rectángulo 1">
            <a:extLst>
              <a:ext uri="{FF2B5EF4-FFF2-40B4-BE49-F238E27FC236}">
                <a16:creationId xmlns:a16="http://schemas.microsoft.com/office/drawing/2014/main" id="{150617DE-9FB9-4B27-A944-D0BAB7FFEBDA}"/>
              </a:ext>
            </a:extLst>
          </p:cNvPr>
          <p:cNvSpPr/>
          <p:nvPr userDrawn="1"/>
        </p:nvSpPr>
        <p:spPr>
          <a:xfrm>
            <a:off x="3175819" y="1258529"/>
            <a:ext cx="7283252" cy="24777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a:t>NO</a:t>
            </a:r>
          </a:p>
        </p:txBody>
      </p:sp>
    </p:spTree>
    <p:extLst>
      <p:ext uri="{BB962C8B-B14F-4D97-AF65-F5344CB8AC3E}">
        <p14:creationId xmlns:p14="http://schemas.microsoft.com/office/powerpoint/2010/main" val="1747359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000" fill="hold"/>
                                        <p:tgtEl>
                                          <p:spTgt spid="6"/>
                                        </p:tgtEl>
                                        <p:attrNameLst>
                                          <p:attrName>ppt_x</p:attrName>
                                        </p:attrNameLst>
                                      </p:cBhvr>
                                      <p:tavLst>
                                        <p:tav tm="0">
                                          <p:val>
                                            <p:strVal val="#ppt_x"/>
                                          </p:val>
                                        </p:tav>
                                        <p:tav tm="100000">
                                          <p:val>
                                            <p:strVal val="#ppt_x"/>
                                          </p:val>
                                        </p:tav>
                                      </p:tavLst>
                                    </p:anim>
                                    <p:anim calcmode="lin" valueType="num">
                                      <p:cBhvr additive="base">
                                        <p:cTn id="8" dur="1000" fill="hold"/>
                                        <p:tgtEl>
                                          <p:spTgt spid="6"/>
                                        </p:tgtEl>
                                        <p:attrNameLst>
                                          <p:attrName>ppt_y</p:attrName>
                                        </p:attrNameLst>
                                      </p:cBhvr>
                                      <p:tavLst>
                                        <p:tav tm="0">
                                          <p:val>
                                            <p:strVal val="0-#ppt_h/2"/>
                                          </p:val>
                                        </p:tav>
                                        <p:tav tm="100000">
                                          <p:val>
                                            <p:strVal val="#ppt_y"/>
                                          </p:val>
                                        </p:tav>
                                      </p:tavLst>
                                    </p:anim>
                                  </p:childTnLst>
                                </p:cTn>
                              </p:par>
                              <p:par>
                                <p:cTn id="9" presetID="2" presetClass="entr" presetSubtype="2" decel="10000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750" fill="hold"/>
                                        <p:tgtEl>
                                          <p:spTgt spid="21"/>
                                        </p:tgtEl>
                                        <p:attrNameLst>
                                          <p:attrName>ppt_x</p:attrName>
                                        </p:attrNameLst>
                                      </p:cBhvr>
                                      <p:tavLst>
                                        <p:tav tm="0">
                                          <p:val>
                                            <p:strVal val="1+#ppt_w/2"/>
                                          </p:val>
                                        </p:tav>
                                        <p:tav tm="100000">
                                          <p:val>
                                            <p:strVal val="#ppt_x"/>
                                          </p:val>
                                        </p:tav>
                                      </p:tavLst>
                                    </p:anim>
                                    <p:anim calcmode="lin" valueType="num">
                                      <p:cBhvr additive="base">
                                        <p:cTn id="12" dur="75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1" grpId="0"/>
    </p:bld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3_Title and Conten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6393726E-C1A1-40B0-8BC3-FA7F668412C2}"/>
              </a:ext>
            </a:extLst>
          </p:cNvPr>
          <p:cNvSpPr>
            <a:spLocks noGrp="1"/>
          </p:cNvSpPr>
          <p:nvPr>
            <p:ph type="pic" sz="quarter" idx="10" hasCustomPrompt="1"/>
          </p:nvPr>
        </p:nvSpPr>
        <p:spPr>
          <a:xfrm>
            <a:off x="6308297" y="737422"/>
            <a:ext cx="4912403" cy="6120581"/>
          </a:xfrm>
          <a:custGeom>
            <a:avLst/>
            <a:gdLst>
              <a:gd name="connsiteX0" fmla="*/ 0 w 4912403"/>
              <a:gd name="connsiteY0" fmla="*/ 0 h 6120581"/>
              <a:gd name="connsiteX1" fmla="*/ 4912403 w 4912403"/>
              <a:gd name="connsiteY1" fmla="*/ 0 h 6120581"/>
              <a:gd name="connsiteX2" fmla="*/ 4912403 w 4912403"/>
              <a:gd name="connsiteY2" fmla="*/ 6120581 h 6120581"/>
              <a:gd name="connsiteX3" fmla="*/ 0 w 4912403"/>
              <a:gd name="connsiteY3" fmla="*/ 6120581 h 6120581"/>
            </a:gdLst>
            <a:ahLst/>
            <a:cxnLst>
              <a:cxn ang="0">
                <a:pos x="connsiteX0" y="connsiteY0"/>
              </a:cxn>
              <a:cxn ang="0">
                <a:pos x="connsiteX1" y="connsiteY1"/>
              </a:cxn>
              <a:cxn ang="0">
                <a:pos x="connsiteX2" y="connsiteY2"/>
              </a:cxn>
              <a:cxn ang="0">
                <a:pos x="connsiteX3" y="connsiteY3"/>
              </a:cxn>
            </a:cxnLst>
            <a:rect l="l" t="t" r="r" b="b"/>
            <a:pathLst>
              <a:path w="4912403" h="6120581">
                <a:moveTo>
                  <a:pt x="0" y="0"/>
                </a:moveTo>
                <a:lnTo>
                  <a:pt x="4912403" y="0"/>
                </a:lnTo>
                <a:lnTo>
                  <a:pt x="4912403" y="6120581"/>
                </a:lnTo>
                <a:lnTo>
                  <a:pt x="0" y="6120581"/>
                </a:lnTo>
                <a:close/>
              </a:path>
            </a:pathLst>
          </a:custGeom>
          <a:noFill/>
          <a:effectLst>
            <a:outerShdw blurRad="952500" dist="622300" dir="5400000" sx="89000" sy="89000" algn="t" rotWithShape="0">
              <a:prstClr val="black">
                <a:alpha val="21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3255659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4_Title and Content">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5F17C5E1-7413-4504-9DE9-D7B96D3088F7}"/>
              </a:ext>
            </a:extLst>
          </p:cNvPr>
          <p:cNvSpPr/>
          <p:nvPr userDrawn="1"/>
        </p:nvSpPr>
        <p:spPr>
          <a:xfrm>
            <a:off x="0" y="0"/>
            <a:ext cx="12192000" cy="3850012"/>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0 w 12192000"/>
              <a:gd name="connsiteY3" fmla="*/ 3429000 h 3429000"/>
              <a:gd name="connsiteX4" fmla="*/ 0 w 12192000"/>
              <a:gd name="connsiteY4" fmla="*/ 0 h 3429000"/>
              <a:gd name="connsiteX0" fmla="*/ 0 w 12192000"/>
              <a:gd name="connsiteY0" fmla="*/ 0 h 3451123"/>
              <a:gd name="connsiteX1" fmla="*/ 12192000 w 12192000"/>
              <a:gd name="connsiteY1" fmla="*/ 0 h 3451123"/>
              <a:gd name="connsiteX2" fmla="*/ 12192000 w 12192000"/>
              <a:gd name="connsiteY2" fmla="*/ 3429000 h 3451123"/>
              <a:gd name="connsiteX3" fmla="*/ 6091084 w 12192000"/>
              <a:gd name="connsiteY3" fmla="*/ 3451123 h 3451123"/>
              <a:gd name="connsiteX4" fmla="*/ 0 w 12192000"/>
              <a:gd name="connsiteY4" fmla="*/ 3429000 h 3451123"/>
              <a:gd name="connsiteX5" fmla="*/ 0 w 12192000"/>
              <a:gd name="connsiteY5" fmla="*/ 0 h 3451123"/>
              <a:gd name="connsiteX0" fmla="*/ 0 w 12192000"/>
              <a:gd name="connsiteY0" fmla="*/ 0 h 3451123"/>
              <a:gd name="connsiteX1" fmla="*/ 12192000 w 12192000"/>
              <a:gd name="connsiteY1" fmla="*/ 0 h 3451123"/>
              <a:gd name="connsiteX2" fmla="*/ 12192000 w 12192000"/>
              <a:gd name="connsiteY2" fmla="*/ 3429000 h 3451123"/>
              <a:gd name="connsiteX3" fmla="*/ 6091084 w 12192000"/>
              <a:gd name="connsiteY3" fmla="*/ 3451123 h 3451123"/>
              <a:gd name="connsiteX4" fmla="*/ 2993923 w 12192000"/>
              <a:gd name="connsiteY4" fmla="*/ 3451123 h 3451123"/>
              <a:gd name="connsiteX5" fmla="*/ 0 w 12192000"/>
              <a:gd name="connsiteY5" fmla="*/ 3429000 h 3451123"/>
              <a:gd name="connsiteX6" fmla="*/ 0 w 12192000"/>
              <a:gd name="connsiteY6" fmla="*/ 0 h 3451123"/>
              <a:gd name="connsiteX0" fmla="*/ 0 w 12192000"/>
              <a:gd name="connsiteY0" fmla="*/ 0 h 3790387"/>
              <a:gd name="connsiteX1" fmla="*/ 12192000 w 12192000"/>
              <a:gd name="connsiteY1" fmla="*/ 0 h 3790387"/>
              <a:gd name="connsiteX2" fmla="*/ 12192000 w 12192000"/>
              <a:gd name="connsiteY2" fmla="*/ 3429000 h 3790387"/>
              <a:gd name="connsiteX3" fmla="*/ 6091084 w 12192000"/>
              <a:gd name="connsiteY3" fmla="*/ 3451123 h 3790387"/>
              <a:gd name="connsiteX4" fmla="*/ 2993923 w 12192000"/>
              <a:gd name="connsiteY4" fmla="*/ 3451123 h 3790387"/>
              <a:gd name="connsiteX5" fmla="*/ 0 w 12192000"/>
              <a:gd name="connsiteY5" fmla="*/ 3429000 h 3790387"/>
              <a:gd name="connsiteX6" fmla="*/ 0 w 12192000"/>
              <a:gd name="connsiteY6" fmla="*/ 0 h 3790387"/>
              <a:gd name="connsiteX0" fmla="*/ 0 w 12192000"/>
              <a:gd name="connsiteY0" fmla="*/ 0 h 3912327"/>
              <a:gd name="connsiteX1" fmla="*/ 12192000 w 12192000"/>
              <a:gd name="connsiteY1" fmla="*/ 0 h 3912327"/>
              <a:gd name="connsiteX2" fmla="*/ 12192000 w 12192000"/>
              <a:gd name="connsiteY2" fmla="*/ 3429000 h 3912327"/>
              <a:gd name="connsiteX3" fmla="*/ 6091084 w 12192000"/>
              <a:gd name="connsiteY3" fmla="*/ 3451123 h 3912327"/>
              <a:gd name="connsiteX4" fmla="*/ 2993923 w 12192000"/>
              <a:gd name="connsiteY4" fmla="*/ 3451123 h 3912327"/>
              <a:gd name="connsiteX5" fmla="*/ 0 w 12192000"/>
              <a:gd name="connsiteY5" fmla="*/ 3429000 h 3912327"/>
              <a:gd name="connsiteX6" fmla="*/ 0 w 12192000"/>
              <a:gd name="connsiteY6"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6091084 w 12192000"/>
              <a:gd name="connsiteY3" fmla="*/ 3451123 h 3912327"/>
              <a:gd name="connsiteX4" fmla="*/ 2993923 w 12192000"/>
              <a:gd name="connsiteY4" fmla="*/ 3451123 h 3912327"/>
              <a:gd name="connsiteX5" fmla="*/ 0 w 12192000"/>
              <a:gd name="connsiteY5" fmla="*/ 3429000 h 3912327"/>
              <a:gd name="connsiteX6" fmla="*/ 0 w 12192000"/>
              <a:gd name="connsiteY6"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6076336 w 12192000"/>
              <a:gd name="connsiteY3" fmla="*/ 3849329 h 3912327"/>
              <a:gd name="connsiteX4" fmla="*/ 2993923 w 12192000"/>
              <a:gd name="connsiteY4" fmla="*/ 3451123 h 3912327"/>
              <a:gd name="connsiteX5" fmla="*/ 0 w 12192000"/>
              <a:gd name="connsiteY5" fmla="*/ 3429000 h 3912327"/>
              <a:gd name="connsiteX6" fmla="*/ 0 w 12192000"/>
              <a:gd name="connsiteY6"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613355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114503 w 12192000"/>
              <a:gd name="connsiteY3" fmla="*/ 3333136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114503 w 12192000"/>
              <a:gd name="connsiteY3" fmla="*/ 3333136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114503 w 12192000"/>
              <a:gd name="connsiteY3" fmla="*/ 3333136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114503 w 12192000"/>
              <a:gd name="connsiteY3" fmla="*/ 3333136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863890"/>
              <a:gd name="connsiteX1" fmla="*/ 12192000 w 12192000"/>
              <a:gd name="connsiteY1" fmla="*/ 0 h 3863890"/>
              <a:gd name="connsiteX2" fmla="*/ 12192000 w 12192000"/>
              <a:gd name="connsiteY2" fmla="*/ 3429000 h 3863890"/>
              <a:gd name="connsiteX3" fmla="*/ 9114503 w 12192000"/>
              <a:gd name="connsiteY3" fmla="*/ 3333136 h 3863890"/>
              <a:gd name="connsiteX4" fmla="*/ 6076336 w 12192000"/>
              <a:gd name="connsiteY4" fmla="*/ 3849329 h 3863890"/>
              <a:gd name="connsiteX5" fmla="*/ 2993923 w 12192000"/>
              <a:gd name="connsiteY5" fmla="*/ 3451123 h 3863890"/>
              <a:gd name="connsiteX6" fmla="*/ 0 w 12192000"/>
              <a:gd name="connsiteY6" fmla="*/ 3429000 h 3863890"/>
              <a:gd name="connsiteX7" fmla="*/ 0 w 12192000"/>
              <a:gd name="connsiteY7" fmla="*/ 0 h 3863890"/>
              <a:gd name="connsiteX0" fmla="*/ 0 w 12192000"/>
              <a:gd name="connsiteY0" fmla="*/ 0 h 3850012"/>
              <a:gd name="connsiteX1" fmla="*/ 12192000 w 12192000"/>
              <a:gd name="connsiteY1" fmla="*/ 0 h 3850012"/>
              <a:gd name="connsiteX2" fmla="*/ 12192000 w 12192000"/>
              <a:gd name="connsiteY2" fmla="*/ 3429000 h 3850012"/>
              <a:gd name="connsiteX3" fmla="*/ 9114503 w 12192000"/>
              <a:gd name="connsiteY3" fmla="*/ 3333136 h 3850012"/>
              <a:gd name="connsiteX4" fmla="*/ 6076336 w 12192000"/>
              <a:gd name="connsiteY4" fmla="*/ 3849329 h 3850012"/>
              <a:gd name="connsiteX5" fmla="*/ 2993923 w 12192000"/>
              <a:gd name="connsiteY5" fmla="*/ 3451123 h 3850012"/>
              <a:gd name="connsiteX6" fmla="*/ 0 w 12192000"/>
              <a:gd name="connsiteY6" fmla="*/ 3429000 h 3850012"/>
              <a:gd name="connsiteX7" fmla="*/ 0 w 12192000"/>
              <a:gd name="connsiteY7" fmla="*/ 0 h 3850012"/>
              <a:gd name="connsiteX0" fmla="*/ 0 w 12192000"/>
              <a:gd name="connsiteY0" fmla="*/ 0 h 3850012"/>
              <a:gd name="connsiteX1" fmla="*/ 12192000 w 12192000"/>
              <a:gd name="connsiteY1" fmla="*/ 0 h 3850012"/>
              <a:gd name="connsiteX2" fmla="*/ 12192000 w 12192000"/>
              <a:gd name="connsiteY2" fmla="*/ 3429000 h 3850012"/>
              <a:gd name="connsiteX3" fmla="*/ 9114503 w 12192000"/>
              <a:gd name="connsiteY3" fmla="*/ 3333136 h 3850012"/>
              <a:gd name="connsiteX4" fmla="*/ 6076336 w 12192000"/>
              <a:gd name="connsiteY4" fmla="*/ 3849329 h 3850012"/>
              <a:gd name="connsiteX5" fmla="*/ 2993923 w 12192000"/>
              <a:gd name="connsiteY5" fmla="*/ 3451123 h 3850012"/>
              <a:gd name="connsiteX6" fmla="*/ 0 w 12192000"/>
              <a:gd name="connsiteY6" fmla="*/ 3429000 h 3850012"/>
              <a:gd name="connsiteX7" fmla="*/ 0 w 12192000"/>
              <a:gd name="connsiteY7" fmla="*/ 0 h 3850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3850012">
                <a:moveTo>
                  <a:pt x="0" y="0"/>
                </a:moveTo>
                <a:lnTo>
                  <a:pt x="12192000" y="0"/>
                </a:lnTo>
                <a:lnTo>
                  <a:pt x="12192000" y="3429000"/>
                </a:lnTo>
                <a:cubicBezTo>
                  <a:pt x="11135852" y="4181168"/>
                  <a:pt x="10178026" y="3440061"/>
                  <a:pt x="9114503" y="3333136"/>
                </a:cubicBezTo>
                <a:cubicBezTo>
                  <a:pt x="8050980" y="3226211"/>
                  <a:pt x="7170175" y="3873910"/>
                  <a:pt x="6076336" y="3849329"/>
                </a:cubicBezTo>
                <a:cubicBezTo>
                  <a:pt x="4982497" y="3824748"/>
                  <a:pt x="4168877" y="3104535"/>
                  <a:pt x="2993923" y="3451123"/>
                </a:cubicBezTo>
                <a:cubicBezTo>
                  <a:pt x="1818969" y="3797711"/>
                  <a:pt x="1042219" y="4114800"/>
                  <a:pt x="0" y="3429000"/>
                </a:cubicBez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3" name="Picture Placeholder 22">
            <a:extLst>
              <a:ext uri="{FF2B5EF4-FFF2-40B4-BE49-F238E27FC236}">
                <a16:creationId xmlns:a16="http://schemas.microsoft.com/office/drawing/2014/main" id="{153C40E2-9295-444A-B2A3-3F82F5F6A3F6}"/>
              </a:ext>
            </a:extLst>
          </p:cNvPr>
          <p:cNvSpPr>
            <a:spLocks noGrp="1"/>
          </p:cNvSpPr>
          <p:nvPr>
            <p:ph type="pic" sz="quarter" idx="10" hasCustomPrompt="1"/>
          </p:nvPr>
        </p:nvSpPr>
        <p:spPr>
          <a:xfrm>
            <a:off x="1092200" y="914401"/>
            <a:ext cx="10007600" cy="4409768"/>
          </a:xfrm>
          <a:custGeom>
            <a:avLst/>
            <a:gdLst>
              <a:gd name="connsiteX0" fmla="*/ 308243 w 10007600"/>
              <a:gd name="connsiteY0" fmla="*/ 0 h 4409768"/>
              <a:gd name="connsiteX1" fmla="*/ 9699357 w 10007600"/>
              <a:gd name="connsiteY1" fmla="*/ 0 h 4409768"/>
              <a:gd name="connsiteX2" fmla="*/ 10007600 w 10007600"/>
              <a:gd name="connsiteY2" fmla="*/ 308243 h 4409768"/>
              <a:gd name="connsiteX3" fmla="*/ 10007600 w 10007600"/>
              <a:gd name="connsiteY3" fmla="*/ 4101525 h 4409768"/>
              <a:gd name="connsiteX4" fmla="*/ 9699357 w 10007600"/>
              <a:gd name="connsiteY4" fmla="*/ 4409768 h 4409768"/>
              <a:gd name="connsiteX5" fmla="*/ 308243 w 10007600"/>
              <a:gd name="connsiteY5" fmla="*/ 4409768 h 4409768"/>
              <a:gd name="connsiteX6" fmla="*/ 0 w 10007600"/>
              <a:gd name="connsiteY6" fmla="*/ 4101525 h 4409768"/>
              <a:gd name="connsiteX7" fmla="*/ 0 w 10007600"/>
              <a:gd name="connsiteY7" fmla="*/ 308243 h 4409768"/>
              <a:gd name="connsiteX8" fmla="*/ 308243 w 10007600"/>
              <a:gd name="connsiteY8" fmla="*/ 0 h 440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07600" h="4409768">
                <a:moveTo>
                  <a:pt x="308243" y="0"/>
                </a:moveTo>
                <a:lnTo>
                  <a:pt x="9699357" y="0"/>
                </a:lnTo>
                <a:cubicBezTo>
                  <a:pt x="9869595" y="0"/>
                  <a:pt x="10007600" y="138005"/>
                  <a:pt x="10007600" y="308243"/>
                </a:cubicBezTo>
                <a:lnTo>
                  <a:pt x="10007600" y="4101525"/>
                </a:lnTo>
                <a:cubicBezTo>
                  <a:pt x="10007600" y="4271763"/>
                  <a:pt x="9869595" y="4409768"/>
                  <a:pt x="9699357" y="4409768"/>
                </a:cubicBezTo>
                <a:lnTo>
                  <a:pt x="308243" y="4409768"/>
                </a:lnTo>
                <a:cubicBezTo>
                  <a:pt x="138005" y="4409768"/>
                  <a:pt x="0" y="4271763"/>
                  <a:pt x="0" y="4101525"/>
                </a:cubicBezTo>
                <a:lnTo>
                  <a:pt x="0" y="308243"/>
                </a:lnTo>
                <a:cubicBezTo>
                  <a:pt x="0" y="138005"/>
                  <a:pt x="138005" y="0"/>
                  <a:pt x="308243" y="0"/>
                </a:cubicBezTo>
                <a:close/>
              </a:path>
            </a:pathLst>
          </a:custGeom>
          <a:solidFill>
            <a:schemeClr val="bg1">
              <a:lumMod val="95000"/>
              <a:alpha val="25000"/>
            </a:schemeClr>
          </a:solidFill>
          <a:effectLst>
            <a:outerShdw blurRad="1181100" dist="558800" dir="5400000" sx="93000" sy="93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9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4238709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ppt_x"/>
                                          </p:val>
                                        </p:tav>
                                        <p:tav tm="100000">
                                          <p:val>
                                            <p:strVal val="#ppt_x"/>
                                          </p:val>
                                        </p:tav>
                                      </p:tavLst>
                                    </p:anim>
                                    <p:anim calcmode="lin" valueType="num">
                                      <p:cBhvr additive="base">
                                        <p:cTn id="8" dur="10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25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1000" fill="hold"/>
                                        <p:tgtEl>
                                          <p:spTgt spid="23"/>
                                        </p:tgtEl>
                                        <p:attrNameLst>
                                          <p:attrName>ppt_x</p:attrName>
                                        </p:attrNameLst>
                                      </p:cBhvr>
                                      <p:tavLst>
                                        <p:tav tm="0">
                                          <p:val>
                                            <p:strVal val="#ppt_x"/>
                                          </p:val>
                                        </p:tav>
                                        <p:tav tm="100000">
                                          <p:val>
                                            <p:strVal val="#ppt_x"/>
                                          </p:val>
                                        </p:tav>
                                      </p:tavLst>
                                    </p:anim>
                                    <p:anim calcmode="lin" valueType="num">
                                      <p:cBhvr additive="base">
                                        <p:cTn id="12" dur="1000" fill="hold"/>
                                        <p:tgtEl>
                                          <p:spTgt spid="2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3" grpId="0" animBg="1"/>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5_Title and Content">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A48E882A-FFB9-4649-BEC7-47F260D2121C}"/>
              </a:ext>
            </a:extLst>
          </p:cNvPr>
          <p:cNvSpPr>
            <a:spLocks noGrp="1"/>
          </p:cNvSpPr>
          <p:nvPr>
            <p:ph type="pic" sz="quarter" idx="10" hasCustomPrompt="1"/>
          </p:nvPr>
        </p:nvSpPr>
        <p:spPr>
          <a:xfrm>
            <a:off x="0" y="0"/>
            <a:ext cx="12192000" cy="3850012"/>
          </a:xfrm>
          <a:custGeom>
            <a:avLst/>
            <a:gdLst>
              <a:gd name="connsiteX0" fmla="*/ 0 w 12192000"/>
              <a:gd name="connsiteY0" fmla="*/ 0 h 3850012"/>
              <a:gd name="connsiteX1" fmla="*/ 12192000 w 12192000"/>
              <a:gd name="connsiteY1" fmla="*/ 0 h 3850012"/>
              <a:gd name="connsiteX2" fmla="*/ 12192000 w 12192000"/>
              <a:gd name="connsiteY2" fmla="*/ 3429000 h 3850012"/>
              <a:gd name="connsiteX3" fmla="*/ 9114503 w 12192000"/>
              <a:gd name="connsiteY3" fmla="*/ 3333136 h 3850012"/>
              <a:gd name="connsiteX4" fmla="*/ 6076337 w 12192000"/>
              <a:gd name="connsiteY4" fmla="*/ 3849329 h 3850012"/>
              <a:gd name="connsiteX5" fmla="*/ 2993923 w 12192000"/>
              <a:gd name="connsiteY5" fmla="*/ 3451123 h 3850012"/>
              <a:gd name="connsiteX6" fmla="*/ 0 w 12192000"/>
              <a:gd name="connsiteY6" fmla="*/ 3429000 h 3850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3850012">
                <a:moveTo>
                  <a:pt x="0" y="0"/>
                </a:moveTo>
                <a:lnTo>
                  <a:pt x="12192000" y="0"/>
                </a:lnTo>
                <a:lnTo>
                  <a:pt x="12192000" y="3429000"/>
                </a:lnTo>
                <a:cubicBezTo>
                  <a:pt x="11135852" y="4181168"/>
                  <a:pt x="10178026" y="3440061"/>
                  <a:pt x="9114503" y="3333136"/>
                </a:cubicBezTo>
                <a:cubicBezTo>
                  <a:pt x="8050980" y="3226211"/>
                  <a:pt x="7170175" y="3873910"/>
                  <a:pt x="6076337" y="3849329"/>
                </a:cubicBezTo>
                <a:cubicBezTo>
                  <a:pt x="4982497" y="3824748"/>
                  <a:pt x="4168877" y="3104535"/>
                  <a:pt x="2993923" y="3451123"/>
                </a:cubicBezTo>
                <a:cubicBezTo>
                  <a:pt x="1818969" y="3797711"/>
                  <a:pt x="1042219" y="4114800"/>
                  <a:pt x="0" y="3429000"/>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1" name="Picture Placeholder 10">
            <a:extLst>
              <a:ext uri="{FF2B5EF4-FFF2-40B4-BE49-F238E27FC236}">
                <a16:creationId xmlns:a16="http://schemas.microsoft.com/office/drawing/2014/main" id="{845456F2-4DB9-41CB-90D4-E774A55B6445}"/>
              </a:ext>
            </a:extLst>
          </p:cNvPr>
          <p:cNvSpPr>
            <a:spLocks noGrp="1"/>
          </p:cNvSpPr>
          <p:nvPr>
            <p:ph type="pic" sz="quarter" idx="11" hasCustomPrompt="1"/>
          </p:nvPr>
        </p:nvSpPr>
        <p:spPr>
          <a:xfrm>
            <a:off x="1764083" y="1638210"/>
            <a:ext cx="2621507" cy="2621507"/>
          </a:xfrm>
          <a:custGeom>
            <a:avLst/>
            <a:gdLst>
              <a:gd name="connsiteX0" fmla="*/ 0 w 2621507"/>
              <a:gd name="connsiteY0" fmla="*/ 0 h 2621507"/>
              <a:gd name="connsiteX1" fmla="*/ 2621507 w 2621507"/>
              <a:gd name="connsiteY1" fmla="*/ 0 h 2621507"/>
              <a:gd name="connsiteX2" fmla="*/ 2621507 w 2621507"/>
              <a:gd name="connsiteY2" fmla="*/ 2621507 h 2621507"/>
              <a:gd name="connsiteX3" fmla="*/ 0 w 2621507"/>
              <a:gd name="connsiteY3" fmla="*/ 2621507 h 2621507"/>
            </a:gdLst>
            <a:ahLst/>
            <a:cxnLst>
              <a:cxn ang="0">
                <a:pos x="connsiteX0" y="connsiteY0"/>
              </a:cxn>
              <a:cxn ang="0">
                <a:pos x="connsiteX1" y="connsiteY1"/>
              </a:cxn>
              <a:cxn ang="0">
                <a:pos x="connsiteX2" y="connsiteY2"/>
              </a:cxn>
              <a:cxn ang="0">
                <a:pos x="connsiteX3" y="connsiteY3"/>
              </a:cxn>
            </a:cxnLst>
            <a:rect l="l" t="t" r="r" b="b"/>
            <a:pathLst>
              <a:path w="2621507" h="2621507">
                <a:moveTo>
                  <a:pt x="0" y="0"/>
                </a:moveTo>
                <a:lnTo>
                  <a:pt x="2621507" y="0"/>
                </a:lnTo>
                <a:lnTo>
                  <a:pt x="2621507" y="2621507"/>
                </a:lnTo>
                <a:lnTo>
                  <a:pt x="0" y="2621507"/>
                </a:lnTo>
                <a:close/>
              </a:path>
            </a:pathLst>
          </a:custGeom>
          <a:noFill/>
          <a:effectLst>
            <a:outerShdw blurRad="812800" dist="508000" dir="8100000" sx="84000" sy="84000" algn="tr"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2" name="Picture Placeholder 11">
            <a:extLst>
              <a:ext uri="{FF2B5EF4-FFF2-40B4-BE49-F238E27FC236}">
                <a16:creationId xmlns:a16="http://schemas.microsoft.com/office/drawing/2014/main" id="{9641DA36-4BA3-4989-A828-8D98A9797001}"/>
              </a:ext>
            </a:extLst>
          </p:cNvPr>
          <p:cNvSpPr>
            <a:spLocks noGrp="1"/>
          </p:cNvSpPr>
          <p:nvPr>
            <p:ph type="pic" sz="quarter" idx="12" hasCustomPrompt="1"/>
          </p:nvPr>
        </p:nvSpPr>
        <p:spPr>
          <a:xfrm>
            <a:off x="4782831" y="1638210"/>
            <a:ext cx="2621507" cy="2621507"/>
          </a:xfrm>
          <a:custGeom>
            <a:avLst/>
            <a:gdLst>
              <a:gd name="connsiteX0" fmla="*/ 0 w 2621507"/>
              <a:gd name="connsiteY0" fmla="*/ 0 h 2621507"/>
              <a:gd name="connsiteX1" fmla="*/ 2621507 w 2621507"/>
              <a:gd name="connsiteY1" fmla="*/ 0 h 2621507"/>
              <a:gd name="connsiteX2" fmla="*/ 2621507 w 2621507"/>
              <a:gd name="connsiteY2" fmla="*/ 2621507 h 2621507"/>
              <a:gd name="connsiteX3" fmla="*/ 0 w 2621507"/>
              <a:gd name="connsiteY3" fmla="*/ 2621507 h 2621507"/>
            </a:gdLst>
            <a:ahLst/>
            <a:cxnLst>
              <a:cxn ang="0">
                <a:pos x="connsiteX0" y="connsiteY0"/>
              </a:cxn>
              <a:cxn ang="0">
                <a:pos x="connsiteX1" y="connsiteY1"/>
              </a:cxn>
              <a:cxn ang="0">
                <a:pos x="connsiteX2" y="connsiteY2"/>
              </a:cxn>
              <a:cxn ang="0">
                <a:pos x="connsiteX3" y="connsiteY3"/>
              </a:cxn>
            </a:cxnLst>
            <a:rect l="l" t="t" r="r" b="b"/>
            <a:pathLst>
              <a:path w="2621507" h="2621507">
                <a:moveTo>
                  <a:pt x="0" y="0"/>
                </a:moveTo>
                <a:lnTo>
                  <a:pt x="2621507" y="0"/>
                </a:lnTo>
                <a:lnTo>
                  <a:pt x="2621507" y="2621507"/>
                </a:lnTo>
                <a:lnTo>
                  <a:pt x="0" y="2621507"/>
                </a:lnTo>
                <a:close/>
              </a:path>
            </a:pathLst>
          </a:custGeom>
          <a:noFill/>
          <a:effectLst>
            <a:outerShdw blurRad="812800" dist="508000" dir="8100000" sx="84000" sy="84000" algn="tr"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3" name="Picture Placeholder 12">
            <a:extLst>
              <a:ext uri="{FF2B5EF4-FFF2-40B4-BE49-F238E27FC236}">
                <a16:creationId xmlns:a16="http://schemas.microsoft.com/office/drawing/2014/main" id="{06CB29CC-ADE1-4931-B8BF-AD1DA322D366}"/>
              </a:ext>
            </a:extLst>
          </p:cNvPr>
          <p:cNvSpPr>
            <a:spLocks noGrp="1"/>
          </p:cNvSpPr>
          <p:nvPr>
            <p:ph type="pic" sz="quarter" idx="13" hasCustomPrompt="1"/>
          </p:nvPr>
        </p:nvSpPr>
        <p:spPr>
          <a:xfrm>
            <a:off x="7801580" y="1638210"/>
            <a:ext cx="2621507" cy="2621507"/>
          </a:xfrm>
          <a:custGeom>
            <a:avLst/>
            <a:gdLst>
              <a:gd name="connsiteX0" fmla="*/ 0 w 2621507"/>
              <a:gd name="connsiteY0" fmla="*/ 0 h 2621507"/>
              <a:gd name="connsiteX1" fmla="*/ 2621507 w 2621507"/>
              <a:gd name="connsiteY1" fmla="*/ 0 h 2621507"/>
              <a:gd name="connsiteX2" fmla="*/ 2621507 w 2621507"/>
              <a:gd name="connsiteY2" fmla="*/ 2621507 h 2621507"/>
              <a:gd name="connsiteX3" fmla="*/ 0 w 2621507"/>
              <a:gd name="connsiteY3" fmla="*/ 2621507 h 2621507"/>
            </a:gdLst>
            <a:ahLst/>
            <a:cxnLst>
              <a:cxn ang="0">
                <a:pos x="connsiteX0" y="connsiteY0"/>
              </a:cxn>
              <a:cxn ang="0">
                <a:pos x="connsiteX1" y="connsiteY1"/>
              </a:cxn>
              <a:cxn ang="0">
                <a:pos x="connsiteX2" y="connsiteY2"/>
              </a:cxn>
              <a:cxn ang="0">
                <a:pos x="connsiteX3" y="connsiteY3"/>
              </a:cxn>
            </a:cxnLst>
            <a:rect l="l" t="t" r="r" b="b"/>
            <a:pathLst>
              <a:path w="2621507" h="2621507">
                <a:moveTo>
                  <a:pt x="0" y="0"/>
                </a:moveTo>
                <a:lnTo>
                  <a:pt x="2621507" y="0"/>
                </a:lnTo>
                <a:lnTo>
                  <a:pt x="2621507" y="2621507"/>
                </a:lnTo>
                <a:lnTo>
                  <a:pt x="0" y="2621507"/>
                </a:lnTo>
                <a:close/>
              </a:path>
            </a:pathLst>
          </a:custGeom>
          <a:noFill/>
          <a:effectLst>
            <a:outerShdw blurRad="812800" dist="508000" dir="8100000" sx="84000" sy="84000" algn="tr"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676345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1000" fill="hold"/>
                                        <p:tgtEl>
                                          <p:spTgt spid="15"/>
                                        </p:tgtEl>
                                        <p:attrNameLst>
                                          <p:attrName>ppt_x</p:attrName>
                                        </p:attrNameLst>
                                      </p:cBhvr>
                                      <p:tavLst>
                                        <p:tav tm="0">
                                          <p:val>
                                            <p:strVal val="#ppt_x"/>
                                          </p:val>
                                        </p:tav>
                                        <p:tav tm="100000">
                                          <p:val>
                                            <p:strVal val="#ppt_x"/>
                                          </p:val>
                                        </p:tav>
                                      </p:tavLst>
                                    </p:anim>
                                    <p:anim calcmode="lin" valueType="num">
                                      <p:cBhvr additive="base">
                                        <p:cTn id="8" dur="1000" fill="hold"/>
                                        <p:tgtEl>
                                          <p:spTgt spid="15"/>
                                        </p:tgtEl>
                                        <p:attrNameLst>
                                          <p:attrName>ppt_y</p:attrName>
                                        </p:attrNameLst>
                                      </p:cBhvr>
                                      <p:tavLst>
                                        <p:tav tm="0">
                                          <p:val>
                                            <p:strVal val="0-#ppt_h/2"/>
                                          </p:val>
                                        </p:tav>
                                        <p:tav tm="100000">
                                          <p:val>
                                            <p:strVal val="#ppt_y"/>
                                          </p:val>
                                        </p:tav>
                                      </p:tavLst>
                                    </p:anim>
                                  </p:childTnLst>
                                </p:cTn>
                              </p:par>
                              <p:par>
                                <p:cTn id="9" presetID="10" presetClass="entr" presetSubtype="0" fill="hold" grpId="0" nodeType="withEffect">
                                  <p:stCondLst>
                                    <p:cond delay="75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par>
                                <p:cTn id="12" presetID="26" presetClass="emph" presetSubtype="0" fill="hold" grpId="1" nodeType="withEffect">
                                  <p:stCondLst>
                                    <p:cond delay="750"/>
                                  </p:stCondLst>
                                  <p:childTnLst>
                                    <p:animEffect transition="out" filter="fade">
                                      <p:cBhvr>
                                        <p:cTn id="13" dur="500" tmFilter="0, 0; .2, .5; .8, .5; 1, 0"/>
                                        <p:tgtEl>
                                          <p:spTgt spid="11"/>
                                        </p:tgtEl>
                                      </p:cBhvr>
                                    </p:animEffect>
                                    <p:animScale>
                                      <p:cBhvr>
                                        <p:cTn id="14" dur="250" autoRev="1" fill="hold"/>
                                        <p:tgtEl>
                                          <p:spTgt spid="11"/>
                                        </p:tgtEl>
                                      </p:cBhvr>
                                      <p:by x="105000" y="105000"/>
                                    </p:animScale>
                                  </p:childTnLst>
                                </p:cTn>
                              </p:par>
                              <p:par>
                                <p:cTn id="15" presetID="10" presetClass="entr" presetSubtype="0" fill="hold" grpId="0" nodeType="withEffect">
                                  <p:stCondLst>
                                    <p:cond delay="100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par>
                                <p:cTn id="18" presetID="26" presetClass="emph" presetSubtype="0" fill="hold" grpId="1" nodeType="withEffect">
                                  <p:stCondLst>
                                    <p:cond delay="1000"/>
                                  </p:stCondLst>
                                  <p:childTnLst>
                                    <p:animEffect transition="out" filter="fade">
                                      <p:cBhvr>
                                        <p:cTn id="19" dur="500" tmFilter="0, 0; .2, .5; .8, .5; 1, 0"/>
                                        <p:tgtEl>
                                          <p:spTgt spid="12"/>
                                        </p:tgtEl>
                                      </p:cBhvr>
                                    </p:animEffect>
                                    <p:animScale>
                                      <p:cBhvr>
                                        <p:cTn id="20" dur="250" autoRev="1" fill="hold"/>
                                        <p:tgtEl>
                                          <p:spTgt spid="12"/>
                                        </p:tgtEl>
                                      </p:cBhvr>
                                      <p:by x="105000" y="105000"/>
                                    </p:animScale>
                                  </p:childTnLst>
                                </p:cTn>
                              </p:par>
                              <p:par>
                                <p:cTn id="21" presetID="10" presetClass="entr" presetSubtype="0" fill="hold" grpId="0" nodeType="withEffect">
                                  <p:stCondLst>
                                    <p:cond delay="125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par>
                                <p:cTn id="24" presetID="26" presetClass="emph" presetSubtype="0" fill="hold" grpId="1" nodeType="withEffect">
                                  <p:stCondLst>
                                    <p:cond delay="1250"/>
                                  </p:stCondLst>
                                  <p:childTnLst>
                                    <p:animEffect transition="out" filter="fade">
                                      <p:cBhvr>
                                        <p:cTn id="25" dur="500" tmFilter="0, 0; .2, .5; .8, .5; 1, 0"/>
                                        <p:tgtEl>
                                          <p:spTgt spid="13"/>
                                        </p:tgtEl>
                                      </p:cBhvr>
                                    </p:animEffect>
                                    <p:animScale>
                                      <p:cBhvr>
                                        <p:cTn id="26" dur="250" autoRev="1" fill="hold"/>
                                        <p:tgtEl>
                                          <p:spTgt spid="1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1" grpId="0"/>
      <p:bldP spid="11" grpId="1"/>
      <p:bldP spid="12" grpId="0"/>
      <p:bldP spid="12" grpId="1"/>
      <p:bldP spid="13" grpId="0"/>
      <p:bldP spid="13" grpId="1"/>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6_Title and Content">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1E04C239-66A7-41F6-BFBA-EF1924136F01}"/>
              </a:ext>
            </a:extLst>
          </p:cNvPr>
          <p:cNvSpPr>
            <a:spLocks noGrp="1"/>
          </p:cNvSpPr>
          <p:nvPr>
            <p:ph type="pic" sz="quarter" idx="11" hasCustomPrompt="1"/>
          </p:nvPr>
        </p:nvSpPr>
        <p:spPr>
          <a:xfrm>
            <a:off x="3715781" y="2144458"/>
            <a:ext cx="2245383" cy="2245382"/>
          </a:xfrm>
          <a:custGeom>
            <a:avLst/>
            <a:gdLst>
              <a:gd name="connsiteX0" fmla="*/ 1122691 w 2245382"/>
              <a:gd name="connsiteY0" fmla="*/ 0 h 2245382"/>
              <a:gd name="connsiteX1" fmla="*/ 2245382 w 2245382"/>
              <a:gd name="connsiteY1" fmla="*/ 1122691 h 2245382"/>
              <a:gd name="connsiteX2" fmla="*/ 1122691 w 2245382"/>
              <a:gd name="connsiteY2" fmla="*/ 2245382 h 2245382"/>
              <a:gd name="connsiteX3" fmla="*/ 0 w 2245382"/>
              <a:gd name="connsiteY3" fmla="*/ 1122691 h 2245382"/>
              <a:gd name="connsiteX4" fmla="*/ 1122691 w 2245382"/>
              <a:gd name="connsiteY4" fmla="*/ 0 h 22453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382" h="2245382">
                <a:moveTo>
                  <a:pt x="1122691" y="0"/>
                </a:moveTo>
                <a:cubicBezTo>
                  <a:pt x="1742736" y="0"/>
                  <a:pt x="2245382" y="502646"/>
                  <a:pt x="2245382" y="1122691"/>
                </a:cubicBezTo>
                <a:cubicBezTo>
                  <a:pt x="2245382" y="1742736"/>
                  <a:pt x="1742736" y="2245382"/>
                  <a:pt x="1122691" y="2245382"/>
                </a:cubicBezTo>
                <a:cubicBezTo>
                  <a:pt x="502646" y="2245382"/>
                  <a:pt x="0" y="1742736"/>
                  <a:pt x="0" y="1122691"/>
                </a:cubicBezTo>
                <a:cubicBezTo>
                  <a:pt x="0" y="502646"/>
                  <a:pt x="502646" y="0"/>
                  <a:pt x="1122691" y="0"/>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6" name="Picture Placeholder 15">
            <a:extLst>
              <a:ext uri="{FF2B5EF4-FFF2-40B4-BE49-F238E27FC236}">
                <a16:creationId xmlns:a16="http://schemas.microsoft.com/office/drawing/2014/main" id="{3B5FFEF8-A329-4457-94A4-4F5174DEF906}"/>
              </a:ext>
            </a:extLst>
          </p:cNvPr>
          <p:cNvSpPr>
            <a:spLocks noGrp="1"/>
          </p:cNvSpPr>
          <p:nvPr>
            <p:ph type="pic" sz="quarter" idx="12" hasCustomPrompt="1"/>
          </p:nvPr>
        </p:nvSpPr>
        <p:spPr>
          <a:xfrm>
            <a:off x="6230839" y="2144458"/>
            <a:ext cx="2245383" cy="2245382"/>
          </a:xfrm>
          <a:custGeom>
            <a:avLst/>
            <a:gdLst>
              <a:gd name="connsiteX0" fmla="*/ 1122691 w 2245382"/>
              <a:gd name="connsiteY0" fmla="*/ 0 h 2245382"/>
              <a:gd name="connsiteX1" fmla="*/ 2245382 w 2245382"/>
              <a:gd name="connsiteY1" fmla="*/ 1122691 h 2245382"/>
              <a:gd name="connsiteX2" fmla="*/ 1122691 w 2245382"/>
              <a:gd name="connsiteY2" fmla="*/ 2245382 h 2245382"/>
              <a:gd name="connsiteX3" fmla="*/ 0 w 2245382"/>
              <a:gd name="connsiteY3" fmla="*/ 1122691 h 2245382"/>
              <a:gd name="connsiteX4" fmla="*/ 1122691 w 2245382"/>
              <a:gd name="connsiteY4" fmla="*/ 0 h 22453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382" h="2245382">
                <a:moveTo>
                  <a:pt x="1122691" y="0"/>
                </a:moveTo>
                <a:cubicBezTo>
                  <a:pt x="1742736" y="0"/>
                  <a:pt x="2245382" y="502646"/>
                  <a:pt x="2245382" y="1122691"/>
                </a:cubicBezTo>
                <a:cubicBezTo>
                  <a:pt x="2245382" y="1742736"/>
                  <a:pt x="1742736" y="2245382"/>
                  <a:pt x="1122691" y="2245382"/>
                </a:cubicBezTo>
                <a:cubicBezTo>
                  <a:pt x="502646" y="2245382"/>
                  <a:pt x="0" y="1742736"/>
                  <a:pt x="0" y="1122691"/>
                </a:cubicBezTo>
                <a:cubicBezTo>
                  <a:pt x="0" y="502646"/>
                  <a:pt x="502646" y="0"/>
                  <a:pt x="1122691" y="0"/>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7" name="Picture Placeholder 16">
            <a:extLst>
              <a:ext uri="{FF2B5EF4-FFF2-40B4-BE49-F238E27FC236}">
                <a16:creationId xmlns:a16="http://schemas.microsoft.com/office/drawing/2014/main" id="{C2039CC9-8EB8-49DE-8D7C-F033D9B24117}"/>
              </a:ext>
            </a:extLst>
          </p:cNvPr>
          <p:cNvSpPr>
            <a:spLocks noGrp="1"/>
          </p:cNvSpPr>
          <p:nvPr>
            <p:ph type="pic" sz="quarter" idx="13" hasCustomPrompt="1"/>
          </p:nvPr>
        </p:nvSpPr>
        <p:spPr>
          <a:xfrm>
            <a:off x="8745898" y="2144458"/>
            <a:ext cx="2245383" cy="2245382"/>
          </a:xfrm>
          <a:custGeom>
            <a:avLst/>
            <a:gdLst>
              <a:gd name="connsiteX0" fmla="*/ 1122691 w 2245382"/>
              <a:gd name="connsiteY0" fmla="*/ 0 h 2245382"/>
              <a:gd name="connsiteX1" fmla="*/ 2245382 w 2245382"/>
              <a:gd name="connsiteY1" fmla="*/ 1122691 h 2245382"/>
              <a:gd name="connsiteX2" fmla="*/ 1122691 w 2245382"/>
              <a:gd name="connsiteY2" fmla="*/ 2245382 h 2245382"/>
              <a:gd name="connsiteX3" fmla="*/ 0 w 2245382"/>
              <a:gd name="connsiteY3" fmla="*/ 1122691 h 2245382"/>
              <a:gd name="connsiteX4" fmla="*/ 1122691 w 2245382"/>
              <a:gd name="connsiteY4" fmla="*/ 0 h 22453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382" h="2245382">
                <a:moveTo>
                  <a:pt x="1122691" y="0"/>
                </a:moveTo>
                <a:cubicBezTo>
                  <a:pt x="1742736" y="0"/>
                  <a:pt x="2245382" y="502646"/>
                  <a:pt x="2245382" y="1122691"/>
                </a:cubicBezTo>
                <a:cubicBezTo>
                  <a:pt x="2245382" y="1742736"/>
                  <a:pt x="1742736" y="2245382"/>
                  <a:pt x="1122691" y="2245382"/>
                </a:cubicBezTo>
                <a:cubicBezTo>
                  <a:pt x="502646" y="2245382"/>
                  <a:pt x="0" y="1742736"/>
                  <a:pt x="0" y="1122691"/>
                </a:cubicBezTo>
                <a:cubicBezTo>
                  <a:pt x="0" y="502646"/>
                  <a:pt x="502646" y="0"/>
                  <a:pt x="1122691" y="0"/>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4" name="Picture Placeholder 13">
            <a:extLst>
              <a:ext uri="{FF2B5EF4-FFF2-40B4-BE49-F238E27FC236}">
                <a16:creationId xmlns:a16="http://schemas.microsoft.com/office/drawing/2014/main" id="{CDE20769-E15C-4F9F-8104-886453C9A584}"/>
              </a:ext>
            </a:extLst>
          </p:cNvPr>
          <p:cNvSpPr>
            <a:spLocks noGrp="1"/>
          </p:cNvSpPr>
          <p:nvPr>
            <p:ph type="pic" sz="quarter" idx="10" hasCustomPrompt="1"/>
          </p:nvPr>
        </p:nvSpPr>
        <p:spPr>
          <a:xfrm>
            <a:off x="1205514" y="2144458"/>
            <a:ext cx="2245383" cy="2245382"/>
          </a:xfrm>
          <a:custGeom>
            <a:avLst/>
            <a:gdLst>
              <a:gd name="connsiteX0" fmla="*/ 1122691 w 2245382"/>
              <a:gd name="connsiteY0" fmla="*/ 0 h 2245382"/>
              <a:gd name="connsiteX1" fmla="*/ 2245382 w 2245382"/>
              <a:gd name="connsiteY1" fmla="*/ 1122691 h 2245382"/>
              <a:gd name="connsiteX2" fmla="*/ 1122691 w 2245382"/>
              <a:gd name="connsiteY2" fmla="*/ 2245382 h 2245382"/>
              <a:gd name="connsiteX3" fmla="*/ 0 w 2245382"/>
              <a:gd name="connsiteY3" fmla="*/ 1122691 h 2245382"/>
              <a:gd name="connsiteX4" fmla="*/ 1122691 w 2245382"/>
              <a:gd name="connsiteY4" fmla="*/ 0 h 22453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382" h="2245382">
                <a:moveTo>
                  <a:pt x="1122691" y="0"/>
                </a:moveTo>
                <a:cubicBezTo>
                  <a:pt x="1742736" y="0"/>
                  <a:pt x="2245382" y="502646"/>
                  <a:pt x="2245382" y="1122691"/>
                </a:cubicBezTo>
                <a:cubicBezTo>
                  <a:pt x="2245382" y="1742736"/>
                  <a:pt x="1742736" y="2245382"/>
                  <a:pt x="1122691" y="2245382"/>
                </a:cubicBezTo>
                <a:cubicBezTo>
                  <a:pt x="502646" y="2245382"/>
                  <a:pt x="0" y="1742736"/>
                  <a:pt x="0" y="1122691"/>
                </a:cubicBezTo>
                <a:cubicBezTo>
                  <a:pt x="0" y="502646"/>
                  <a:pt x="502646" y="0"/>
                  <a:pt x="1122691" y="0"/>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736985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 calcmode="lin" valueType="num">
                                      <p:cBhvr>
                                        <p:cTn id="9" dur="500" fill="hold"/>
                                        <p:tgtEl>
                                          <p:spTgt spid="14"/>
                                        </p:tgtEl>
                                        <p:attrNameLst>
                                          <p:attrName>style.rotation</p:attrName>
                                        </p:attrNameLst>
                                      </p:cBhvr>
                                      <p:tavLst>
                                        <p:tav tm="0">
                                          <p:val>
                                            <p:fltVal val="360"/>
                                          </p:val>
                                        </p:tav>
                                        <p:tav tm="100000">
                                          <p:val>
                                            <p:fltVal val="0"/>
                                          </p:val>
                                        </p:tav>
                                      </p:tavLst>
                                    </p:anim>
                                    <p:animEffect transition="in" filter="fade">
                                      <p:cBhvr>
                                        <p:cTn id="10" dur="500"/>
                                        <p:tgtEl>
                                          <p:spTgt spid="14"/>
                                        </p:tgtEl>
                                      </p:cBhvr>
                                    </p:animEffect>
                                  </p:childTnLst>
                                </p:cTn>
                              </p:par>
                              <p:par>
                                <p:cTn id="11" presetID="49" presetClass="entr" presetSubtype="0" decel="100000" fill="hold" grpId="0" nodeType="withEffect">
                                  <p:stCondLst>
                                    <p:cond delay="250"/>
                                  </p:stCondLst>
                                  <p:childTnLst>
                                    <p:set>
                                      <p:cBhvr>
                                        <p:cTn id="12" dur="1" fill="hold">
                                          <p:stCondLst>
                                            <p:cond delay="0"/>
                                          </p:stCondLst>
                                        </p:cTn>
                                        <p:tgtEl>
                                          <p:spTgt spid="15"/>
                                        </p:tgtEl>
                                        <p:attrNameLst>
                                          <p:attrName>style.visibility</p:attrName>
                                        </p:attrNameLst>
                                      </p:cBhvr>
                                      <p:to>
                                        <p:strVal val="visible"/>
                                      </p:to>
                                    </p:set>
                                    <p:anim calcmode="lin" valueType="num">
                                      <p:cBhvr>
                                        <p:cTn id="13" dur="500" fill="hold"/>
                                        <p:tgtEl>
                                          <p:spTgt spid="15"/>
                                        </p:tgtEl>
                                        <p:attrNameLst>
                                          <p:attrName>ppt_w</p:attrName>
                                        </p:attrNameLst>
                                      </p:cBhvr>
                                      <p:tavLst>
                                        <p:tav tm="0">
                                          <p:val>
                                            <p:fltVal val="0"/>
                                          </p:val>
                                        </p:tav>
                                        <p:tav tm="100000">
                                          <p:val>
                                            <p:strVal val="#ppt_w"/>
                                          </p:val>
                                        </p:tav>
                                      </p:tavLst>
                                    </p:anim>
                                    <p:anim calcmode="lin" valueType="num">
                                      <p:cBhvr>
                                        <p:cTn id="14" dur="500" fill="hold"/>
                                        <p:tgtEl>
                                          <p:spTgt spid="15"/>
                                        </p:tgtEl>
                                        <p:attrNameLst>
                                          <p:attrName>ppt_h</p:attrName>
                                        </p:attrNameLst>
                                      </p:cBhvr>
                                      <p:tavLst>
                                        <p:tav tm="0">
                                          <p:val>
                                            <p:fltVal val="0"/>
                                          </p:val>
                                        </p:tav>
                                        <p:tav tm="100000">
                                          <p:val>
                                            <p:strVal val="#ppt_h"/>
                                          </p:val>
                                        </p:tav>
                                      </p:tavLst>
                                    </p:anim>
                                    <p:anim calcmode="lin" valueType="num">
                                      <p:cBhvr>
                                        <p:cTn id="15" dur="500" fill="hold"/>
                                        <p:tgtEl>
                                          <p:spTgt spid="15"/>
                                        </p:tgtEl>
                                        <p:attrNameLst>
                                          <p:attrName>style.rotation</p:attrName>
                                        </p:attrNameLst>
                                      </p:cBhvr>
                                      <p:tavLst>
                                        <p:tav tm="0">
                                          <p:val>
                                            <p:fltVal val="360"/>
                                          </p:val>
                                        </p:tav>
                                        <p:tav tm="100000">
                                          <p:val>
                                            <p:fltVal val="0"/>
                                          </p:val>
                                        </p:tav>
                                      </p:tavLst>
                                    </p:anim>
                                    <p:animEffect transition="in" filter="fade">
                                      <p:cBhvr>
                                        <p:cTn id="16" dur="500"/>
                                        <p:tgtEl>
                                          <p:spTgt spid="15"/>
                                        </p:tgtEl>
                                      </p:cBhvr>
                                    </p:animEffect>
                                  </p:childTnLst>
                                </p:cTn>
                              </p:par>
                              <p:par>
                                <p:cTn id="17" presetID="49" presetClass="entr" presetSubtype="0" decel="100000" fill="hold" grpId="0" nodeType="withEffect">
                                  <p:stCondLst>
                                    <p:cond delay="500"/>
                                  </p:stCondLst>
                                  <p:childTnLst>
                                    <p:set>
                                      <p:cBhvr>
                                        <p:cTn id="18" dur="1" fill="hold">
                                          <p:stCondLst>
                                            <p:cond delay="0"/>
                                          </p:stCondLst>
                                        </p:cTn>
                                        <p:tgtEl>
                                          <p:spTgt spid="16"/>
                                        </p:tgtEl>
                                        <p:attrNameLst>
                                          <p:attrName>style.visibility</p:attrName>
                                        </p:attrNameLst>
                                      </p:cBhvr>
                                      <p:to>
                                        <p:strVal val="visible"/>
                                      </p:to>
                                    </p:set>
                                    <p:anim calcmode="lin" valueType="num">
                                      <p:cBhvr>
                                        <p:cTn id="19" dur="500" fill="hold"/>
                                        <p:tgtEl>
                                          <p:spTgt spid="16"/>
                                        </p:tgtEl>
                                        <p:attrNameLst>
                                          <p:attrName>ppt_w</p:attrName>
                                        </p:attrNameLst>
                                      </p:cBhvr>
                                      <p:tavLst>
                                        <p:tav tm="0">
                                          <p:val>
                                            <p:fltVal val="0"/>
                                          </p:val>
                                        </p:tav>
                                        <p:tav tm="100000">
                                          <p:val>
                                            <p:strVal val="#ppt_w"/>
                                          </p:val>
                                        </p:tav>
                                      </p:tavLst>
                                    </p:anim>
                                    <p:anim calcmode="lin" valueType="num">
                                      <p:cBhvr>
                                        <p:cTn id="20" dur="500" fill="hold"/>
                                        <p:tgtEl>
                                          <p:spTgt spid="16"/>
                                        </p:tgtEl>
                                        <p:attrNameLst>
                                          <p:attrName>ppt_h</p:attrName>
                                        </p:attrNameLst>
                                      </p:cBhvr>
                                      <p:tavLst>
                                        <p:tav tm="0">
                                          <p:val>
                                            <p:fltVal val="0"/>
                                          </p:val>
                                        </p:tav>
                                        <p:tav tm="100000">
                                          <p:val>
                                            <p:strVal val="#ppt_h"/>
                                          </p:val>
                                        </p:tav>
                                      </p:tavLst>
                                    </p:anim>
                                    <p:anim calcmode="lin" valueType="num">
                                      <p:cBhvr>
                                        <p:cTn id="21" dur="500" fill="hold"/>
                                        <p:tgtEl>
                                          <p:spTgt spid="16"/>
                                        </p:tgtEl>
                                        <p:attrNameLst>
                                          <p:attrName>style.rotation</p:attrName>
                                        </p:attrNameLst>
                                      </p:cBhvr>
                                      <p:tavLst>
                                        <p:tav tm="0">
                                          <p:val>
                                            <p:fltVal val="360"/>
                                          </p:val>
                                        </p:tav>
                                        <p:tav tm="100000">
                                          <p:val>
                                            <p:fltVal val="0"/>
                                          </p:val>
                                        </p:tav>
                                      </p:tavLst>
                                    </p:anim>
                                    <p:animEffect transition="in" filter="fade">
                                      <p:cBhvr>
                                        <p:cTn id="22" dur="500"/>
                                        <p:tgtEl>
                                          <p:spTgt spid="16"/>
                                        </p:tgtEl>
                                      </p:cBhvr>
                                    </p:animEffect>
                                  </p:childTnLst>
                                </p:cTn>
                              </p:par>
                              <p:par>
                                <p:cTn id="23" presetID="49" presetClass="entr" presetSubtype="0" decel="100000" fill="hold" grpId="0" nodeType="withEffect">
                                  <p:stCondLst>
                                    <p:cond delay="750"/>
                                  </p:stCondLst>
                                  <p:childTnLst>
                                    <p:set>
                                      <p:cBhvr>
                                        <p:cTn id="24" dur="1" fill="hold">
                                          <p:stCondLst>
                                            <p:cond delay="0"/>
                                          </p:stCondLst>
                                        </p:cTn>
                                        <p:tgtEl>
                                          <p:spTgt spid="17"/>
                                        </p:tgtEl>
                                        <p:attrNameLst>
                                          <p:attrName>style.visibility</p:attrName>
                                        </p:attrNameLst>
                                      </p:cBhvr>
                                      <p:to>
                                        <p:strVal val="visible"/>
                                      </p:to>
                                    </p:set>
                                    <p:anim calcmode="lin" valueType="num">
                                      <p:cBhvr>
                                        <p:cTn id="25" dur="500" fill="hold"/>
                                        <p:tgtEl>
                                          <p:spTgt spid="17"/>
                                        </p:tgtEl>
                                        <p:attrNameLst>
                                          <p:attrName>ppt_w</p:attrName>
                                        </p:attrNameLst>
                                      </p:cBhvr>
                                      <p:tavLst>
                                        <p:tav tm="0">
                                          <p:val>
                                            <p:fltVal val="0"/>
                                          </p:val>
                                        </p:tav>
                                        <p:tav tm="100000">
                                          <p:val>
                                            <p:strVal val="#ppt_w"/>
                                          </p:val>
                                        </p:tav>
                                      </p:tavLst>
                                    </p:anim>
                                    <p:anim calcmode="lin" valueType="num">
                                      <p:cBhvr>
                                        <p:cTn id="26" dur="500" fill="hold"/>
                                        <p:tgtEl>
                                          <p:spTgt spid="17"/>
                                        </p:tgtEl>
                                        <p:attrNameLst>
                                          <p:attrName>ppt_h</p:attrName>
                                        </p:attrNameLst>
                                      </p:cBhvr>
                                      <p:tavLst>
                                        <p:tav tm="0">
                                          <p:val>
                                            <p:fltVal val="0"/>
                                          </p:val>
                                        </p:tav>
                                        <p:tav tm="100000">
                                          <p:val>
                                            <p:strVal val="#ppt_h"/>
                                          </p:val>
                                        </p:tav>
                                      </p:tavLst>
                                    </p:anim>
                                    <p:anim calcmode="lin" valueType="num">
                                      <p:cBhvr>
                                        <p:cTn id="27" dur="500" fill="hold"/>
                                        <p:tgtEl>
                                          <p:spTgt spid="17"/>
                                        </p:tgtEl>
                                        <p:attrNameLst>
                                          <p:attrName>style.rotation</p:attrName>
                                        </p:attrNameLst>
                                      </p:cBhvr>
                                      <p:tavLst>
                                        <p:tav tm="0">
                                          <p:val>
                                            <p:fltVal val="360"/>
                                          </p:val>
                                        </p:tav>
                                        <p:tav tm="100000">
                                          <p:val>
                                            <p:fltVal val="0"/>
                                          </p:val>
                                        </p:tav>
                                      </p:tavLst>
                                    </p:anim>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4" grpId="0" animBg="1"/>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7_Title and Conten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577C32E8-CB3E-499C-8B96-F007346E4412}"/>
              </a:ext>
            </a:extLst>
          </p:cNvPr>
          <p:cNvSpPr>
            <a:spLocks noGrp="1"/>
          </p:cNvSpPr>
          <p:nvPr>
            <p:ph type="pic" sz="quarter" idx="10" hasCustomPrompt="1"/>
          </p:nvPr>
        </p:nvSpPr>
        <p:spPr>
          <a:xfrm>
            <a:off x="0" y="2133604"/>
            <a:ext cx="9925056" cy="2590796"/>
          </a:xfrm>
          <a:custGeom>
            <a:avLst/>
            <a:gdLst>
              <a:gd name="connsiteX0" fmla="*/ 0 w 9925056"/>
              <a:gd name="connsiteY0" fmla="*/ 0 h 2590796"/>
              <a:gd name="connsiteX1" fmla="*/ 8629658 w 9925056"/>
              <a:gd name="connsiteY1" fmla="*/ 0 h 2590796"/>
              <a:gd name="connsiteX2" fmla="*/ 9925056 w 9925056"/>
              <a:gd name="connsiteY2" fmla="*/ 1295398 h 2590796"/>
              <a:gd name="connsiteX3" fmla="*/ 8629658 w 9925056"/>
              <a:gd name="connsiteY3" fmla="*/ 2590796 h 2590796"/>
              <a:gd name="connsiteX4" fmla="*/ 0 w 9925056"/>
              <a:gd name="connsiteY4" fmla="*/ 2590796 h 25907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25056" h="2590796">
                <a:moveTo>
                  <a:pt x="0" y="0"/>
                </a:moveTo>
                <a:lnTo>
                  <a:pt x="8629658" y="0"/>
                </a:lnTo>
                <a:cubicBezTo>
                  <a:pt x="9345087" y="0"/>
                  <a:pt x="9925056" y="579969"/>
                  <a:pt x="9925056" y="1295398"/>
                </a:cubicBezTo>
                <a:cubicBezTo>
                  <a:pt x="9925056" y="2010827"/>
                  <a:pt x="9345087" y="2590796"/>
                  <a:pt x="8629658" y="2590796"/>
                </a:cubicBezTo>
                <a:lnTo>
                  <a:pt x="0" y="2590796"/>
                </a:ln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2927731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0-#ppt_w/2"/>
                                          </p:val>
                                        </p:tav>
                                        <p:tav tm="100000">
                                          <p:val>
                                            <p:strVal val="#ppt_x"/>
                                          </p:val>
                                        </p:tav>
                                      </p:tavLst>
                                    </p:anim>
                                    <p:anim calcmode="lin" valueType="num">
                                      <p:cBhvr additive="base">
                                        <p:cTn id="8" dur="10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3_Title and Content">
    <p:bg>
      <p:bgPr>
        <a:solidFill>
          <a:schemeClr val="accent1"/>
        </a:solidFill>
        <a:effectLst/>
      </p:bgPr>
    </p:bg>
    <p:spTree>
      <p:nvGrpSpPr>
        <p:cNvPr id="1" name=""/>
        <p:cNvGrpSpPr/>
        <p:nvPr/>
      </p:nvGrpSpPr>
      <p:grpSpPr>
        <a:xfrm>
          <a:off x="0" y="0"/>
          <a:ext cx="0" cy="0"/>
          <a:chOff x="0" y="0"/>
          <a:chExt cx="0" cy="0"/>
        </a:xfrm>
      </p:grpSpPr>
      <p:sp>
        <p:nvSpPr>
          <p:cNvPr id="20" name="Freeform: Shape 19">
            <a:extLst>
              <a:ext uri="{FF2B5EF4-FFF2-40B4-BE49-F238E27FC236}">
                <a16:creationId xmlns:a16="http://schemas.microsoft.com/office/drawing/2014/main" id="{BA9B3843-5DE3-4278-8A3B-A675828E2ECA}"/>
              </a:ext>
            </a:extLst>
          </p:cNvPr>
          <p:cNvSpPr/>
          <p:nvPr userDrawn="1"/>
        </p:nvSpPr>
        <p:spPr>
          <a:xfrm>
            <a:off x="0" y="0"/>
            <a:ext cx="6759036" cy="6858000"/>
          </a:xfrm>
          <a:custGeom>
            <a:avLst/>
            <a:gdLst>
              <a:gd name="connsiteX0" fmla="*/ 0 w 6759036"/>
              <a:gd name="connsiteY0" fmla="*/ 0 h 6858000"/>
              <a:gd name="connsiteX1" fmla="*/ 4940057 w 6759036"/>
              <a:gd name="connsiteY1" fmla="*/ 0 h 6858000"/>
              <a:gd name="connsiteX2" fmla="*/ 6559055 w 6759036"/>
              <a:gd name="connsiteY2" fmla="*/ 1361952 h 6858000"/>
              <a:gd name="connsiteX3" fmla="*/ 6628743 w 6759036"/>
              <a:gd name="connsiteY3" fmla="*/ 2156672 h 6858000"/>
              <a:gd name="connsiteX4" fmla="*/ 6516513 w 6759036"/>
              <a:gd name="connsiteY4" fmla="*/ 2289474 h 6858000"/>
              <a:gd name="connsiteX5" fmla="*/ 5721795 w 6759036"/>
              <a:gd name="connsiteY5" fmla="*/ 2359161 h 6858000"/>
              <a:gd name="connsiteX6" fmla="*/ 4133085 w 6759036"/>
              <a:gd name="connsiteY6" fmla="*/ 1020897 h 6858000"/>
              <a:gd name="connsiteX7" fmla="*/ 3338364 w 6759036"/>
              <a:gd name="connsiteY7" fmla="*/ 1090586 h 6858000"/>
              <a:gd name="connsiteX8" fmla="*/ 3226134 w 6759036"/>
              <a:gd name="connsiteY8" fmla="*/ 1223388 h 6858000"/>
              <a:gd name="connsiteX9" fmla="*/ 3295826 w 6759036"/>
              <a:gd name="connsiteY9" fmla="*/ 2018106 h 6858000"/>
              <a:gd name="connsiteX10" fmla="*/ 6198266 w 6759036"/>
              <a:gd name="connsiteY10" fmla="*/ 4460479 h 6858000"/>
              <a:gd name="connsiteX11" fmla="*/ 6267956 w 6759036"/>
              <a:gd name="connsiteY11" fmla="*/ 5255195 h 6858000"/>
              <a:gd name="connsiteX12" fmla="*/ 6155725 w 6759036"/>
              <a:gd name="connsiteY12" fmla="*/ 5387997 h 6858000"/>
              <a:gd name="connsiteX13" fmla="*/ 5361007 w 6759036"/>
              <a:gd name="connsiteY13" fmla="*/ 5457688 h 6858000"/>
              <a:gd name="connsiteX14" fmla="*/ 4727965 w 6759036"/>
              <a:gd name="connsiteY14" fmla="*/ 4923995 h 6858000"/>
              <a:gd name="connsiteX15" fmla="*/ 3933247 w 6759036"/>
              <a:gd name="connsiteY15" fmla="*/ 4993682 h 6858000"/>
              <a:gd name="connsiteX16" fmla="*/ 3821016 w 6759036"/>
              <a:gd name="connsiteY16" fmla="*/ 5126483 h 6858000"/>
              <a:gd name="connsiteX17" fmla="*/ 3890705 w 6759036"/>
              <a:gd name="connsiteY17" fmla="*/ 5921204 h 6858000"/>
              <a:gd name="connsiteX18" fmla="*/ 4966964 w 6759036"/>
              <a:gd name="connsiteY18" fmla="*/ 6829942 h 6858000"/>
              <a:gd name="connsiteX19" fmla="*/ 4993968 w 6759036"/>
              <a:gd name="connsiteY19" fmla="*/ 6858000 h 6858000"/>
              <a:gd name="connsiteX20" fmla="*/ 2978294 w 6759036"/>
              <a:gd name="connsiteY20" fmla="*/ 6858000 h 6858000"/>
              <a:gd name="connsiteX21" fmla="*/ 1182453 w 6759036"/>
              <a:gd name="connsiteY21" fmla="*/ 5346426 h 6858000"/>
              <a:gd name="connsiteX22" fmla="*/ 387732 w 6759036"/>
              <a:gd name="connsiteY22" fmla="*/ 5416115 h 6858000"/>
              <a:gd name="connsiteX23" fmla="*/ 275502 w 6759036"/>
              <a:gd name="connsiteY23" fmla="*/ 5548917 h 6858000"/>
              <a:gd name="connsiteX24" fmla="*/ 345194 w 6759036"/>
              <a:gd name="connsiteY24" fmla="*/ 6343636 h 6858000"/>
              <a:gd name="connsiteX25" fmla="*/ 957016 w 6759036"/>
              <a:gd name="connsiteY25" fmla="*/ 6858000 h 6858000"/>
              <a:gd name="connsiteX26" fmla="*/ 0 w 6759036"/>
              <a:gd name="connsiteY2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759036" h="6858000">
                <a:moveTo>
                  <a:pt x="0" y="0"/>
                </a:moveTo>
                <a:lnTo>
                  <a:pt x="4940057" y="0"/>
                </a:lnTo>
                <a:lnTo>
                  <a:pt x="6559055" y="1361952"/>
                </a:lnTo>
                <a:cubicBezTo>
                  <a:pt x="6795329" y="1561788"/>
                  <a:pt x="6826944" y="1917563"/>
                  <a:pt x="6628743" y="2156672"/>
                </a:cubicBezTo>
                <a:lnTo>
                  <a:pt x="6516513" y="2289474"/>
                </a:lnTo>
                <a:cubicBezTo>
                  <a:pt x="6316679" y="2525746"/>
                  <a:pt x="5960902" y="2557363"/>
                  <a:pt x="5721795" y="2359161"/>
                </a:cubicBezTo>
                <a:lnTo>
                  <a:pt x="4133085" y="1020897"/>
                </a:lnTo>
                <a:cubicBezTo>
                  <a:pt x="3896811" y="821060"/>
                  <a:pt x="3539399" y="849845"/>
                  <a:pt x="3338364" y="1090586"/>
                </a:cubicBezTo>
                <a:lnTo>
                  <a:pt x="3226134" y="1223388"/>
                </a:lnTo>
                <a:cubicBezTo>
                  <a:pt x="3026299" y="1459660"/>
                  <a:pt x="3055081" y="1817074"/>
                  <a:pt x="3295826" y="2018106"/>
                </a:cubicBezTo>
                <a:lnTo>
                  <a:pt x="6198266" y="4460479"/>
                </a:lnTo>
                <a:cubicBezTo>
                  <a:pt x="6434538" y="4660313"/>
                  <a:pt x="6466156" y="5016090"/>
                  <a:pt x="6267956" y="5255195"/>
                </a:cubicBezTo>
                <a:lnTo>
                  <a:pt x="6155725" y="5387997"/>
                </a:lnTo>
                <a:cubicBezTo>
                  <a:pt x="5955888" y="5624271"/>
                  <a:pt x="5600115" y="5655886"/>
                  <a:pt x="5361007" y="5457688"/>
                </a:cubicBezTo>
                <a:lnTo>
                  <a:pt x="4727965" y="4923995"/>
                </a:lnTo>
                <a:cubicBezTo>
                  <a:pt x="4491690" y="4724157"/>
                  <a:pt x="4134281" y="4752940"/>
                  <a:pt x="3933247" y="4993682"/>
                </a:cubicBezTo>
                <a:lnTo>
                  <a:pt x="3821016" y="5126483"/>
                </a:lnTo>
                <a:cubicBezTo>
                  <a:pt x="3621179" y="5362758"/>
                  <a:pt x="3649964" y="5720170"/>
                  <a:pt x="3890705" y="5921204"/>
                </a:cubicBezTo>
                <a:lnTo>
                  <a:pt x="4966964" y="6829942"/>
                </a:lnTo>
                <a:lnTo>
                  <a:pt x="4993968" y="6858000"/>
                </a:lnTo>
                <a:lnTo>
                  <a:pt x="2978294" y="6858000"/>
                </a:lnTo>
                <a:lnTo>
                  <a:pt x="1182453" y="5346426"/>
                </a:lnTo>
                <a:cubicBezTo>
                  <a:pt x="946178" y="5146589"/>
                  <a:pt x="588767" y="5175374"/>
                  <a:pt x="387732" y="5416115"/>
                </a:cubicBezTo>
                <a:lnTo>
                  <a:pt x="275502" y="5548917"/>
                </a:lnTo>
                <a:cubicBezTo>
                  <a:pt x="75667" y="5785189"/>
                  <a:pt x="104449" y="6142603"/>
                  <a:pt x="345194" y="6343636"/>
                </a:cubicBezTo>
                <a:lnTo>
                  <a:pt x="957016" y="6858000"/>
                </a:lnTo>
                <a:lnTo>
                  <a:pt x="0" y="685800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1" name="TextBox 20">
            <a:extLst>
              <a:ext uri="{FF2B5EF4-FFF2-40B4-BE49-F238E27FC236}">
                <a16:creationId xmlns:a16="http://schemas.microsoft.com/office/drawing/2014/main" id="{E7E53B07-6CED-4F8A-BDCA-F3E5B62308FC}"/>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bg1"/>
                </a:solidFill>
                <a:latin typeface="+mj-lt"/>
                <a:ea typeface="Roboto Condensed" panose="02000000000000000000" pitchFamily="2" charset="0"/>
                <a:cs typeface="Segoe UI" panose="020B0502040204020203" pitchFamily="34" charset="0"/>
              </a:rPr>
              <a:pPr algn="ctr"/>
              <a:t>‹#›</a:t>
            </a:fld>
            <a:endParaRPr lang="id-ID" sz="4400" i="0">
              <a:solidFill>
                <a:schemeClr val="bg1"/>
              </a:solidFill>
              <a:latin typeface="+mj-lt"/>
              <a:ea typeface="Roboto Condensed" panose="02000000000000000000" pitchFamily="2" charset="0"/>
              <a:cs typeface="Segoe UI" panose="020B0502040204020203" pitchFamily="34" charset="0"/>
            </a:endParaRPr>
          </a:p>
        </p:txBody>
      </p:sp>
      <p:sp>
        <p:nvSpPr>
          <p:cNvPr id="35" name="Freeform: Shape 34">
            <a:extLst>
              <a:ext uri="{FF2B5EF4-FFF2-40B4-BE49-F238E27FC236}">
                <a16:creationId xmlns:a16="http://schemas.microsoft.com/office/drawing/2014/main" id="{110B999A-AB23-4F6C-9626-96336FB930FE}"/>
              </a:ext>
            </a:extLst>
          </p:cNvPr>
          <p:cNvSpPr/>
          <p:nvPr userDrawn="1"/>
        </p:nvSpPr>
        <p:spPr>
          <a:xfrm>
            <a:off x="11471504" y="6083574"/>
            <a:ext cx="720496" cy="774426"/>
          </a:xfrm>
          <a:custGeom>
            <a:avLst/>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pic>
        <p:nvPicPr>
          <p:cNvPr id="3" name="Imagen 2" descr="Logotipo&#10;&#10;El contenido generado por IA puede ser incorrecto.">
            <a:extLst>
              <a:ext uri="{FF2B5EF4-FFF2-40B4-BE49-F238E27FC236}">
                <a16:creationId xmlns:a16="http://schemas.microsoft.com/office/drawing/2014/main" id="{8C9C825E-1952-30A8-188B-08276D636B2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1707" y="6182190"/>
            <a:ext cx="1399441" cy="291970"/>
          </a:xfrm>
          <a:prstGeom prst="rect">
            <a:avLst/>
          </a:prstGeom>
        </p:spPr>
      </p:pic>
      <p:sp>
        <p:nvSpPr>
          <p:cNvPr id="4" name="TextBox 7">
            <a:extLst>
              <a:ext uri="{FF2B5EF4-FFF2-40B4-BE49-F238E27FC236}">
                <a16:creationId xmlns:a16="http://schemas.microsoft.com/office/drawing/2014/main" id="{33347300-42CA-05B2-DCB8-F36D8F442D9E}"/>
              </a:ext>
            </a:extLst>
          </p:cNvPr>
          <p:cNvSpPr txBox="1"/>
          <p:nvPr userDrawn="1"/>
        </p:nvSpPr>
        <p:spPr>
          <a:xfrm>
            <a:off x="10294951" y="6335935"/>
            <a:ext cx="1355580" cy="261610"/>
          </a:xfrm>
          <a:prstGeom prst="rect">
            <a:avLst/>
          </a:prstGeom>
          <a:noFill/>
        </p:spPr>
        <p:txBody>
          <a:bodyPr wrap="square" rtlCol="0">
            <a:spAutoFit/>
          </a:bodyPr>
          <a:lstStyle/>
          <a:p>
            <a:r>
              <a:rPr lang="en-US" sz="1100" b="0">
                <a:solidFill>
                  <a:schemeClr val="bg1"/>
                </a:solidFill>
                <a:latin typeface="Segoe UI" panose="020B0502040204020203" pitchFamily="34" charset="0"/>
                <a:cs typeface="Segoe UI" panose="020B0502040204020203" pitchFamily="34" charset="0"/>
              </a:rPr>
              <a:t>#BizzSummit2026</a:t>
            </a:r>
            <a:endParaRPr lang="en-GB" sz="1100" b="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283831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1000" fill="hold"/>
                                        <p:tgtEl>
                                          <p:spTgt spid="20"/>
                                        </p:tgtEl>
                                        <p:attrNameLst>
                                          <p:attrName>ppt_x</p:attrName>
                                        </p:attrNameLst>
                                      </p:cBhvr>
                                      <p:tavLst>
                                        <p:tav tm="0">
                                          <p:val>
                                            <p:strVal val="0-#ppt_w/2"/>
                                          </p:val>
                                        </p:tav>
                                        <p:tav tm="100000">
                                          <p:val>
                                            <p:strVal val="#ppt_x"/>
                                          </p:val>
                                        </p:tav>
                                      </p:tavLst>
                                    </p:anim>
                                    <p:anim calcmode="lin" valueType="num">
                                      <p:cBhvr additive="base">
                                        <p:cTn id="8" dur="1000" fill="hold"/>
                                        <p:tgtEl>
                                          <p:spTgt spid="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8_Title and Content">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510A2F5C-A181-4EFC-9E8A-E522A5CCB49F}"/>
              </a:ext>
            </a:extLst>
          </p:cNvPr>
          <p:cNvSpPr>
            <a:spLocks noGrp="1"/>
          </p:cNvSpPr>
          <p:nvPr>
            <p:ph type="pic" sz="quarter" idx="10" hasCustomPrompt="1"/>
          </p:nvPr>
        </p:nvSpPr>
        <p:spPr>
          <a:xfrm>
            <a:off x="6348330" y="549274"/>
            <a:ext cx="5843673" cy="6308726"/>
          </a:xfrm>
          <a:custGeom>
            <a:avLst/>
            <a:gdLst>
              <a:gd name="connsiteX0" fmla="*/ 2288427 w 5843673"/>
              <a:gd name="connsiteY0" fmla="*/ 794 h 6308726"/>
              <a:gd name="connsiteX1" fmla="*/ 4641439 w 5843673"/>
              <a:gd name="connsiteY1" fmla="*/ 581088 h 6308726"/>
              <a:gd name="connsiteX2" fmla="*/ 5696574 w 5843673"/>
              <a:gd name="connsiteY2" fmla="*/ 337126 h 6308726"/>
              <a:gd name="connsiteX3" fmla="*/ 5843673 w 5843673"/>
              <a:gd name="connsiteY3" fmla="*/ 324217 h 6308726"/>
              <a:gd name="connsiteX4" fmla="*/ 5843673 w 5843673"/>
              <a:gd name="connsiteY4" fmla="*/ 6308726 h 6308726"/>
              <a:gd name="connsiteX5" fmla="*/ 0 w 5843673"/>
              <a:gd name="connsiteY5" fmla="*/ 6308726 h 6308726"/>
              <a:gd name="connsiteX6" fmla="*/ 1794 w 5843673"/>
              <a:gd name="connsiteY6" fmla="*/ 6216854 h 6308726"/>
              <a:gd name="connsiteX7" fmla="*/ 169011 w 5843673"/>
              <a:gd name="connsiteY7" fmla="*/ 5497469 h 6308726"/>
              <a:gd name="connsiteX8" fmla="*/ 963747 w 5843673"/>
              <a:gd name="connsiteY8" fmla="*/ 4220418 h 6308726"/>
              <a:gd name="connsiteX9" fmla="*/ 1895503 w 5843673"/>
              <a:gd name="connsiteY9" fmla="*/ 49436 h 6308726"/>
              <a:gd name="connsiteX10" fmla="*/ 2288427 w 5843673"/>
              <a:gd name="connsiteY10" fmla="*/ 794 h 6308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43673" h="6308726">
                <a:moveTo>
                  <a:pt x="2288427" y="794"/>
                </a:moveTo>
                <a:cubicBezTo>
                  <a:pt x="3124170" y="31968"/>
                  <a:pt x="3456878" y="969546"/>
                  <a:pt x="4641439" y="581088"/>
                </a:cubicBezTo>
                <a:cubicBezTo>
                  <a:pt x="5013970" y="457767"/>
                  <a:pt x="5365787" y="378187"/>
                  <a:pt x="5696574" y="337126"/>
                </a:cubicBezTo>
                <a:lnTo>
                  <a:pt x="5843673" y="324217"/>
                </a:lnTo>
                <a:lnTo>
                  <a:pt x="5843673" y="6308726"/>
                </a:lnTo>
                <a:lnTo>
                  <a:pt x="0" y="6308726"/>
                </a:lnTo>
                <a:lnTo>
                  <a:pt x="1794" y="6216854"/>
                </a:lnTo>
                <a:cubicBezTo>
                  <a:pt x="18929" y="5931340"/>
                  <a:pt x="90223" y="5675599"/>
                  <a:pt x="169011" y="5497469"/>
                </a:cubicBezTo>
                <a:cubicBezTo>
                  <a:pt x="322477" y="5152174"/>
                  <a:pt x="821243" y="4565713"/>
                  <a:pt x="963747" y="4220418"/>
                </a:cubicBezTo>
                <a:cubicBezTo>
                  <a:pt x="1446067" y="3063941"/>
                  <a:pt x="-894" y="559164"/>
                  <a:pt x="1895503" y="49436"/>
                </a:cubicBezTo>
                <a:cubicBezTo>
                  <a:pt x="2039377" y="10385"/>
                  <a:pt x="2169035" y="-3660"/>
                  <a:pt x="2288427" y="794"/>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9" name="Picture Placeholder 8">
            <a:extLst>
              <a:ext uri="{FF2B5EF4-FFF2-40B4-BE49-F238E27FC236}">
                <a16:creationId xmlns:a16="http://schemas.microsoft.com/office/drawing/2014/main" id="{114B87FC-A38A-4591-9922-BC90266B211A}"/>
              </a:ext>
            </a:extLst>
          </p:cNvPr>
          <p:cNvSpPr>
            <a:spLocks noGrp="1"/>
          </p:cNvSpPr>
          <p:nvPr>
            <p:ph type="pic" sz="quarter" idx="11" hasCustomPrompt="1"/>
          </p:nvPr>
        </p:nvSpPr>
        <p:spPr>
          <a:xfrm>
            <a:off x="5843672" y="1797050"/>
            <a:ext cx="4819651" cy="4800600"/>
          </a:xfrm>
          <a:custGeom>
            <a:avLst/>
            <a:gdLst>
              <a:gd name="connsiteX0" fmla="*/ 0 w 4819650"/>
              <a:gd name="connsiteY0" fmla="*/ 0 h 4800600"/>
              <a:gd name="connsiteX1" fmla="*/ 4819650 w 4819650"/>
              <a:gd name="connsiteY1" fmla="*/ 0 h 4800600"/>
              <a:gd name="connsiteX2" fmla="*/ 4819650 w 4819650"/>
              <a:gd name="connsiteY2" fmla="*/ 4800600 h 4800600"/>
              <a:gd name="connsiteX3" fmla="*/ 0 w 4819650"/>
              <a:gd name="connsiteY3" fmla="*/ 4800600 h 4800600"/>
            </a:gdLst>
            <a:ahLst/>
            <a:cxnLst>
              <a:cxn ang="0">
                <a:pos x="connsiteX0" y="connsiteY0"/>
              </a:cxn>
              <a:cxn ang="0">
                <a:pos x="connsiteX1" y="connsiteY1"/>
              </a:cxn>
              <a:cxn ang="0">
                <a:pos x="connsiteX2" y="connsiteY2"/>
              </a:cxn>
              <a:cxn ang="0">
                <a:pos x="connsiteX3" y="connsiteY3"/>
              </a:cxn>
            </a:cxnLst>
            <a:rect l="l" t="t" r="r" b="b"/>
            <a:pathLst>
              <a:path w="4819650" h="4800600">
                <a:moveTo>
                  <a:pt x="0" y="0"/>
                </a:moveTo>
                <a:lnTo>
                  <a:pt x="4819650" y="0"/>
                </a:lnTo>
                <a:lnTo>
                  <a:pt x="4819650" y="4800600"/>
                </a:lnTo>
                <a:lnTo>
                  <a:pt x="0" y="4800600"/>
                </a:lnTo>
                <a:close/>
              </a:path>
            </a:pathLst>
          </a:custGeom>
          <a:noFill/>
          <a:effectLst>
            <a:outerShdw blurRad="1066800" dist="723900" dir="5400000" sx="86000" sy="86000" algn="t" rotWithShape="0">
              <a:prstClr val="black">
                <a:alpha val="20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4008982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000" fill="hold"/>
                                        <p:tgtEl>
                                          <p:spTgt spid="6"/>
                                        </p:tgtEl>
                                        <p:attrNameLst>
                                          <p:attrName>ppt_x</p:attrName>
                                        </p:attrNameLst>
                                      </p:cBhvr>
                                      <p:tavLst>
                                        <p:tav tm="0">
                                          <p:val>
                                            <p:strVal val="1+#ppt_w/2"/>
                                          </p:val>
                                        </p:tav>
                                        <p:tav tm="100000">
                                          <p:val>
                                            <p:strVal val="#ppt_x"/>
                                          </p:val>
                                        </p:tav>
                                      </p:tavLst>
                                    </p:anim>
                                    <p:anim calcmode="lin" valueType="num">
                                      <p:cBhvr additive="base">
                                        <p:cTn id="8" dur="10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50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1000" fill="hold"/>
                                        <p:tgtEl>
                                          <p:spTgt spid="9"/>
                                        </p:tgtEl>
                                        <p:attrNameLst>
                                          <p:attrName>ppt_x</p:attrName>
                                        </p:attrNameLst>
                                      </p:cBhvr>
                                      <p:tavLst>
                                        <p:tav tm="0">
                                          <p:val>
                                            <p:strVal val="1+#ppt_w/2"/>
                                          </p:val>
                                        </p:tav>
                                        <p:tav tm="100000">
                                          <p:val>
                                            <p:strVal val="#ppt_x"/>
                                          </p:val>
                                        </p:tav>
                                      </p:tavLst>
                                    </p:anim>
                                    <p:anim calcmode="lin" valueType="num">
                                      <p:cBhvr additive="base">
                                        <p:cTn id="12" dur="10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9_Title and Conten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C826877-B32F-4F26-A8F8-98B82E552BFF}"/>
              </a:ext>
            </a:extLst>
          </p:cNvPr>
          <p:cNvSpPr>
            <a:spLocks noGrp="1"/>
          </p:cNvSpPr>
          <p:nvPr>
            <p:ph type="pic" sz="quarter" idx="10" hasCustomPrompt="1"/>
          </p:nvPr>
        </p:nvSpPr>
        <p:spPr>
          <a:xfrm>
            <a:off x="0" y="0"/>
            <a:ext cx="12192000" cy="6858000"/>
          </a:xfrm>
          <a:prstGeom prst="rect">
            <a:avLst/>
          </a:prstGeom>
          <a:solidFill>
            <a:schemeClr val="bg1">
              <a:lumMod val="95000"/>
              <a:alpha val="25000"/>
            </a:schemeClr>
          </a:solidFill>
        </p:spPr>
        <p:txBody>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1148638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6" presetClass="emph" presetSubtype="0" repeatCount="indefinite" decel="100000" autoRev="1" fill="hold" grpId="1" nodeType="withEffect">
                                  <p:stCondLst>
                                    <p:cond delay="0"/>
                                  </p:stCondLst>
                                  <p:childTnLst>
                                    <p:animScale>
                                      <p:cBhvr>
                                        <p:cTn id="9" dur="20000" fill="hold"/>
                                        <p:tgtEl>
                                          <p:spTgt spid="3"/>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0_Title and Content">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F1168F48-343E-4B92-A6BD-43D92EC5E0E7}"/>
              </a:ext>
            </a:extLst>
          </p:cNvPr>
          <p:cNvSpPr/>
          <p:nvPr userDrawn="1"/>
        </p:nvSpPr>
        <p:spPr>
          <a:xfrm>
            <a:off x="5219700" y="0"/>
            <a:ext cx="6972301" cy="6858000"/>
          </a:xfrm>
          <a:custGeom>
            <a:avLst/>
            <a:gdLst>
              <a:gd name="connsiteX0" fmla="*/ 1658746 w 5332935"/>
              <a:gd name="connsiteY0" fmla="*/ 0 h 6858000"/>
              <a:gd name="connsiteX1" fmla="*/ 5332935 w 5332935"/>
              <a:gd name="connsiteY1" fmla="*/ 0 h 6858000"/>
              <a:gd name="connsiteX2" fmla="*/ 5332935 w 5332935"/>
              <a:gd name="connsiteY2" fmla="*/ 6858000 h 6858000"/>
              <a:gd name="connsiteX3" fmla="*/ 266502 w 5332935"/>
              <a:gd name="connsiteY3" fmla="*/ 6858000 h 6858000"/>
              <a:gd name="connsiteX4" fmla="*/ 218120 w 5332935"/>
              <a:gd name="connsiteY4" fmla="*/ 6750221 h 6858000"/>
              <a:gd name="connsiteX5" fmla="*/ 139725 w 5332935"/>
              <a:gd name="connsiteY5" fmla="*/ 6536357 h 6858000"/>
              <a:gd name="connsiteX6" fmla="*/ 1449720 w 5332935"/>
              <a:gd name="connsiteY6" fmla="*/ 2711728 h 6858000"/>
              <a:gd name="connsiteX7" fmla="*/ 1566730 w 5332935"/>
              <a:gd name="connsiteY7" fmla="*/ 1717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32935" h="6858000">
                <a:moveTo>
                  <a:pt x="1658746" y="0"/>
                </a:moveTo>
                <a:lnTo>
                  <a:pt x="5332935" y="0"/>
                </a:lnTo>
                <a:lnTo>
                  <a:pt x="5332935" y="6858000"/>
                </a:lnTo>
                <a:lnTo>
                  <a:pt x="266502" y="6858000"/>
                </a:lnTo>
                <a:lnTo>
                  <a:pt x="218120" y="6750221"/>
                </a:lnTo>
                <a:cubicBezTo>
                  <a:pt x="189953" y="6681019"/>
                  <a:pt x="163785" y="6609730"/>
                  <a:pt x="139725" y="6536357"/>
                </a:cubicBezTo>
                <a:cubicBezTo>
                  <a:pt x="-547474" y="4441971"/>
                  <a:pt x="1527640" y="3625849"/>
                  <a:pt x="1449720" y="2711728"/>
                </a:cubicBezTo>
                <a:cubicBezTo>
                  <a:pt x="1396262" y="2095405"/>
                  <a:pt x="1214984" y="967692"/>
                  <a:pt x="1566730" y="171715"/>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Picture Placeholder 5">
            <a:extLst>
              <a:ext uri="{FF2B5EF4-FFF2-40B4-BE49-F238E27FC236}">
                <a16:creationId xmlns:a16="http://schemas.microsoft.com/office/drawing/2014/main" id="{9F65871E-8BA0-46CF-A66B-BA9A1A3F7DB9}"/>
              </a:ext>
            </a:extLst>
          </p:cNvPr>
          <p:cNvSpPr>
            <a:spLocks noGrp="1"/>
          </p:cNvSpPr>
          <p:nvPr>
            <p:ph type="pic" sz="quarter" idx="10" hasCustomPrompt="1"/>
          </p:nvPr>
        </p:nvSpPr>
        <p:spPr>
          <a:xfrm>
            <a:off x="5219699" y="0"/>
            <a:ext cx="6972301" cy="6858000"/>
          </a:xfrm>
          <a:custGeom>
            <a:avLst/>
            <a:gdLst>
              <a:gd name="connsiteX0" fmla="*/ 4224815 w 6972301"/>
              <a:gd name="connsiteY0" fmla="*/ 0 h 6858000"/>
              <a:gd name="connsiteX1" fmla="*/ 6972301 w 6972301"/>
              <a:gd name="connsiteY1" fmla="*/ 0 h 6858000"/>
              <a:gd name="connsiteX2" fmla="*/ 6972301 w 6972301"/>
              <a:gd name="connsiteY2" fmla="*/ 6858000 h 6858000"/>
              <a:gd name="connsiteX3" fmla="*/ 5841899 w 6972301"/>
              <a:gd name="connsiteY3" fmla="*/ 6858000 h 6858000"/>
              <a:gd name="connsiteX4" fmla="*/ 5710671 w 6972301"/>
              <a:gd name="connsiteY4" fmla="*/ 6745153 h 6858000"/>
              <a:gd name="connsiteX5" fmla="*/ 4956741 w 6972301"/>
              <a:gd name="connsiteY5" fmla="*/ 6455400 h 6858000"/>
              <a:gd name="connsiteX6" fmla="*/ 4107321 w 6972301"/>
              <a:gd name="connsiteY6" fmla="*/ 6846665 h 6858000"/>
              <a:gd name="connsiteX7" fmla="*/ 4094074 w 6972301"/>
              <a:gd name="connsiteY7" fmla="*/ 6858000 h 6858000"/>
              <a:gd name="connsiteX8" fmla="*/ 197432 w 6972301"/>
              <a:gd name="connsiteY8" fmla="*/ 6858000 h 6858000"/>
              <a:gd name="connsiteX9" fmla="*/ 121513 w 6972301"/>
              <a:gd name="connsiteY9" fmla="*/ 6678515 h 6858000"/>
              <a:gd name="connsiteX10" fmla="*/ 63383 w 6972301"/>
              <a:gd name="connsiteY10" fmla="*/ 6475856 h 6858000"/>
              <a:gd name="connsiteX11" fmla="*/ 2572695 w 6972301"/>
              <a:gd name="connsiteY11" fmla="*/ 2320602 h 6858000"/>
              <a:gd name="connsiteX12" fmla="*/ 4087214 w 6972301"/>
              <a:gd name="connsiteY12" fmla="*/ 6118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72301" h="6858000">
                <a:moveTo>
                  <a:pt x="4224815" y="0"/>
                </a:moveTo>
                <a:lnTo>
                  <a:pt x="6972301" y="0"/>
                </a:lnTo>
                <a:lnTo>
                  <a:pt x="6972301" y="6858000"/>
                </a:lnTo>
                <a:lnTo>
                  <a:pt x="5841899" y="6858000"/>
                </a:lnTo>
                <a:lnTo>
                  <a:pt x="5710671" y="6745153"/>
                </a:lnTo>
                <a:cubicBezTo>
                  <a:pt x="5515288" y="6595343"/>
                  <a:pt x="5276144" y="6486426"/>
                  <a:pt x="4956741" y="6455400"/>
                </a:cubicBezTo>
                <a:cubicBezTo>
                  <a:pt x="4644393" y="6426308"/>
                  <a:pt x="4394716" y="6603901"/>
                  <a:pt x="4107321" y="6846665"/>
                </a:cubicBezTo>
                <a:lnTo>
                  <a:pt x="4094074" y="6858000"/>
                </a:lnTo>
                <a:lnTo>
                  <a:pt x="197432" y="6858000"/>
                </a:lnTo>
                <a:lnTo>
                  <a:pt x="121513" y="6678515"/>
                </a:lnTo>
                <a:cubicBezTo>
                  <a:pt x="98429" y="6613280"/>
                  <a:pt x="78954" y="6545704"/>
                  <a:pt x="63383" y="6475856"/>
                </a:cubicBezTo>
                <a:cubicBezTo>
                  <a:pt x="-462585" y="4125523"/>
                  <a:pt x="2454324" y="4720367"/>
                  <a:pt x="2572695" y="2320602"/>
                </a:cubicBezTo>
                <a:cubicBezTo>
                  <a:pt x="2627663" y="1220289"/>
                  <a:pt x="3254906" y="470091"/>
                  <a:pt x="4087214" y="61182"/>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1280482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1+#ppt_w/2"/>
                                          </p:val>
                                        </p:tav>
                                        <p:tav tm="100000">
                                          <p:val>
                                            <p:strVal val="#ppt_x"/>
                                          </p:val>
                                        </p:tav>
                                      </p:tavLst>
                                    </p:anim>
                                    <p:anim calcmode="lin" valueType="num">
                                      <p:cBhvr additive="base">
                                        <p:cTn id="8" dur="10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25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1000" fill="hold"/>
                                        <p:tgtEl>
                                          <p:spTgt spid="6"/>
                                        </p:tgtEl>
                                        <p:attrNameLst>
                                          <p:attrName>ppt_x</p:attrName>
                                        </p:attrNameLst>
                                      </p:cBhvr>
                                      <p:tavLst>
                                        <p:tav tm="0">
                                          <p:val>
                                            <p:strVal val="1+#ppt_w/2"/>
                                          </p:val>
                                        </p:tav>
                                        <p:tav tm="100000">
                                          <p:val>
                                            <p:strVal val="#ppt_x"/>
                                          </p:val>
                                        </p:tav>
                                      </p:tavLst>
                                    </p:anim>
                                    <p:anim calcmode="lin" valueType="num">
                                      <p:cBhvr additive="base">
                                        <p:cTn id="12" dur="10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1_Title and Conten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DA9B32A-2C86-405C-8A0C-06F40F049286}"/>
              </a:ext>
            </a:extLst>
          </p:cNvPr>
          <p:cNvSpPr>
            <a:spLocks noGrp="1"/>
          </p:cNvSpPr>
          <p:nvPr>
            <p:ph type="pic" sz="quarter" idx="10" hasCustomPrompt="1"/>
          </p:nvPr>
        </p:nvSpPr>
        <p:spPr>
          <a:xfrm>
            <a:off x="0" y="0"/>
            <a:ext cx="5870616" cy="6858004"/>
          </a:xfrm>
          <a:custGeom>
            <a:avLst/>
            <a:gdLst>
              <a:gd name="connsiteX0" fmla="*/ 0 w 5870616"/>
              <a:gd name="connsiteY0" fmla="*/ 0 h 6858004"/>
              <a:gd name="connsiteX1" fmla="*/ 3867150 w 5870616"/>
              <a:gd name="connsiteY1" fmla="*/ 0 h 6858004"/>
              <a:gd name="connsiteX2" fmla="*/ 3867150 w 5870616"/>
              <a:gd name="connsiteY2" fmla="*/ 4 h 6858004"/>
              <a:gd name="connsiteX3" fmla="*/ 5600386 w 5870616"/>
              <a:gd name="connsiteY3" fmla="*/ 4 h 6858004"/>
              <a:gd name="connsiteX4" fmla="*/ 5614586 w 5870616"/>
              <a:gd name="connsiteY4" fmla="*/ 1684085 h 6858004"/>
              <a:gd name="connsiteX5" fmla="*/ 5870178 w 5870616"/>
              <a:gd name="connsiteY5" fmla="*/ 3417943 h 6858004"/>
              <a:gd name="connsiteX6" fmla="*/ 5538855 w 5870616"/>
              <a:gd name="connsiteY6" fmla="*/ 5126912 h 6858004"/>
              <a:gd name="connsiteX7" fmla="*/ 5600386 w 5870616"/>
              <a:gd name="connsiteY7" fmla="*/ 6858004 h 6858004"/>
              <a:gd name="connsiteX8" fmla="*/ 3399450 w 5870616"/>
              <a:gd name="connsiteY8" fmla="*/ 6858004 h 6858004"/>
              <a:gd name="connsiteX9" fmla="*/ 3399450 w 5870616"/>
              <a:gd name="connsiteY9" fmla="*/ 6858000 h 6858004"/>
              <a:gd name="connsiteX10" fmla="*/ 0 w 5870616"/>
              <a:gd name="connsiteY10" fmla="*/ 6858000 h 6858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70616" h="6858004">
                <a:moveTo>
                  <a:pt x="0" y="0"/>
                </a:moveTo>
                <a:lnTo>
                  <a:pt x="3867150" y="0"/>
                </a:lnTo>
                <a:lnTo>
                  <a:pt x="3867150" y="4"/>
                </a:lnTo>
                <a:lnTo>
                  <a:pt x="5600386" y="4"/>
                </a:lnTo>
                <a:cubicBezTo>
                  <a:pt x="6040573" y="586252"/>
                  <a:pt x="5837047" y="1023174"/>
                  <a:pt x="5614586" y="1684085"/>
                </a:cubicBezTo>
                <a:cubicBezTo>
                  <a:pt x="5392125" y="2344997"/>
                  <a:pt x="5854401" y="2802658"/>
                  <a:pt x="5870178" y="3417943"/>
                </a:cubicBezTo>
                <a:cubicBezTo>
                  <a:pt x="5885956" y="4033227"/>
                  <a:pt x="5470224" y="4528680"/>
                  <a:pt x="5538855" y="5126912"/>
                </a:cubicBezTo>
                <a:cubicBezTo>
                  <a:pt x="5607486" y="5725143"/>
                  <a:pt x="6083172" y="6263921"/>
                  <a:pt x="5600386" y="6858004"/>
                </a:cubicBezTo>
                <a:lnTo>
                  <a:pt x="3399450" y="6858004"/>
                </a:lnTo>
                <a:lnTo>
                  <a:pt x="3399450" y="6858000"/>
                </a:lnTo>
                <a:lnTo>
                  <a:pt x="0" y="6858000"/>
                </a:ln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1588521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0-#ppt_w/2"/>
                                          </p:val>
                                        </p:tav>
                                        <p:tav tm="100000">
                                          <p:val>
                                            <p:strVal val="#ppt_x"/>
                                          </p:val>
                                        </p:tav>
                                      </p:tavLst>
                                    </p:anim>
                                    <p:anim calcmode="lin" valueType="num">
                                      <p:cBhvr additive="base">
                                        <p:cTn id="8" dur="10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2_Title and Content">
    <p:bg>
      <p:bgPr>
        <a:solidFill>
          <a:srgbClr val="F5F6FA"/>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D326A304-FD88-463D-9944-FF81AF9364F3}"/>
              </a:ext>
            </a:extLst>
          </p:cNvPr>
          <p:cNvSpPr/>
          <p:nvPr userDrawn="1"/>
        </p:nvSpPr>
        <p:spPr>
          <a:xfrm>
            <a:off x="-235905" y="721389"/>
            <a:ext cx="2299168" cy="2299168"/>
          </a:xfrm>
          <a:custGeom>
            <a:avLst/>
            <a:gdLst>
              <a:gd name="connsiteX0" fmla="*/ 750570 w 742950"/>
              <a:gd name="connsiteY0" fmla="*/ 375285 h 742950"/>
              <a:gd name="connsiteX1" fmla="*/ 375285 w 742950"/>
              <a:gd name="connsiteY1" fmla="*/ 750570 h 742950"/>
              <a:gd name="connsiteX2" fmla="*/ 0 w 742950"/>
              <a:gd name="connsiteY2" fmla="*/ 375285 h 742950"/>
              <a:gd name="connsiteX3" fmla="*/ 375285 w 742950"/>
              <a:gd name="connsiteY3" fmla="*/ 0 h 742950"/>
              <a:gd name="connsiteX4" fmla="*/ 750570 w 742950"/>
              <a:gd name="connsiteY4" fmla="*/ 375285 h 742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2950" h="742950">
                <a:moveTo>
                  <a:pt x="750570" y="375285"/>
                </a:moveTo>
                <a:cubicBezTo>
                  <a:pt x="750570" y="582549"/>
                  <a:pt x="582549" y="750570"/>
                  <a:pt x="375285" y="750570"/>
                </a:cubicBezTo>
                <a:cubicBezTo>
                  <a:pt x="168021" y="750570"/>
                  <a:pt x="0" y="582549"/>
                  <a:pt x="0" y="375285"/>
                </a:cubicBezTo>
                <a:cubicBezTo>
                  <a:pt x="0" y="168021"/>
                  <a:pt x="168021" y="0"/>
                  <a:pt x="375285" y="0"/>
                </a:cubicBezTo>
                <a:cubicBezTo>
                  <a:pt x="582549" y="0"/>
                  <a:pt x="750570" y="168021"/>
                  <a:pt x="750570" y="375285"/>
                </a:cubicBezTo>
                <a:close/>
              </a:path>
            </a:pathLst>
          </a:custGeom>
          <a:solidFill>
            <a:schemeClr val="accent2">
              <a:lumMod val="60000"/>
              <a:lumOff val="40000"/>
            </a:schemeClr>
          </a:solidFill>
          <a:ln w="9525" cap="flat">
            <a:noFill/>
            <a:prstDash val="solid"/>
            <a:miter/>
          </a:ln>
        </p:spPr>
        <p:txBody>
          <a:bodyPr rtlCol="0" anchor="ctr"/>
          <a:lstStyle/>
          <a:p>
            <a:endParaRPr lang="en-GB"/>
          </a:p>
        </p:txBody>
      </p:sp>
      <p:sp>
        <p:nvSpPr>
          <p:cNvPr id="7" name="Freeform: Shape 6">
            <a:extLst>
              <a:ext uri="{FF2B5EF4-FFF2-40B4-BE49-F238E27FC236}">
                <a16:creationId xmlns:a16="http://schemas.microsoft.com/office/drawing/2014/main" id="{01F50075-526D-46F0-B2C2-1761545F6CC5}"/>
              </a:ext>
            </a:extLst>
          </p:cNvPr>
          <p:cNvSpPr/>
          <p:nvPr userDrawn="1"/>
        </p:nvSpPr>
        <p:spPr>
          <a:xfrm>
            <a:off x="-846662" y="511056"/>
            <a:ext cx="5040477" cy="4716239"/>
          </a:xfrm>
          <a:custGeom>
            <a:avLst/>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solidFill>
            <a:schemeClr val="accent2"/>
          </a:solidFill>
          <a:ln w="9525" cap="flat">
            <a:noFill/>
            <a:prstDash val="solid"/>
            <a:miter/>
          </a:ln>
        </p:spPr>
        <p:txBody>
          <a:bodyPr rtlCol="0" anchor="ctr"/>
          <a:lstStyle/>
          <a:p>
            <a:endParaRPr lang="en-GB"/>
          </a:p>
        </p:txBody>
      </p:sp>
      <p:sp>
        <p:nvSpPr>
          <p:cNvPr id="8" name="Freeform: Shape 7">
            <a:extLst>
              <a:ext uri="{FF2B5EF4-FFF2-40B4-BE49-F238E27FC236}">
                <a16:creationId xmlns:a16="http://schemas.microsoft.com/office/drawing/2014/main" id="{6AC2A78C-6EE0-455E-A058-AD3C26BC209F}"/>
              </a:ext>
            </a:extLst>
          </p:cNvPr>
          <p:cNvSpPr/>
          <p:nvPr userDrawn="1"/>
        </p:nvSpPr>
        <p:spPr>
          <a:xfrm>
            <a:off x="2378662" y="5434681"/>
            <a:ext cx="501100" cy="501100"/>
          </a:xfrm>
          <a:custGeom>
            <a:avLst/>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solidFill>
            <a:schemeClr val="accent2"/>
          </a:solidFill>
          <a:ln w="9525" cap="flat">
            <a:noFill/>
            <a:prstDash val="solid"/>
            <a:miter/>
          </a:ln>
        </p:spPr>
        <p:txBody>
          <a:bodyPr rtlCol="0" anchor="ctr"/>
          <a:lstStyle/>
          <a:p>
            <a:endParaRPr lang="en-GB"/>
          </a:p>
        </p:txBody>
      </p:sp>
      <p:sp>
        <p:nvSpPr>
          <p:cNvPr id="9" name="Freeform: Shape 8">
            <a:extLst>
              <a:ext uri="{FF2B5EF4-FFF2-40B4-BE49-F238E27FC236}">
                <a16:creationId xmlns:a16="http://schemas.microsoft.com/office/drawing/2014/main" id="{813FDA12-9E12-46F4-A51F-CFB6F81E0D13}"/>
              </a:ext>
            </a:extLst>
          </p:cNvPr>
          <p:cNvSpPr/>
          <p:nvPr userDrawn="1"/>
        </p:nvSpPr>
        <p:spPr>
          <a:xfrm>
            <a:off x="1096432" y="264503"/>
            <a:ext cx="235815" cy="235815"/>
          </a:xfrm>
          <a:custGeom>
            <a:avLst/>
            <a:gdLst>
              <a:gd name="connsiteX0" fmla="*/ 76200 w 76200"/>
              <a:gd name="connsiteY0" fmla="*/ 38100 h 76200"/>
              <a:gd name="connsiteX1" fmla="*/ 38100 w 76200"/>
              <a:gd name="connsiteY1" fmla="*/ 76200 h 76200"/>
              <a:gd name="connsiteX2" fmla="*/ 0 w 76200"/>
              <a:gd name="connsiteY2" fmla="*/ 38100 h 76200"/>
              <a:gd name="connsiteX3" fmla="*/ 38100 w 76200"/>
              <a:gd name="connsiteY3" fmla="*/ 0 h 76200"/>
              <a:gd name="connsiteX4" fmla="*/ 76200 w 76200"/>
              <a:gd name="connsiteY4" fmla="*/ 38100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a:schemeClr val="accent2"/>
          </a:solidFill>
          <a:ln w="9525" cap="flat">
            <a:noFill/>
            <a:prstDash val="solid"/>
            <a:miter/>
          </a:ln>
        </p:spPr>
        <p:txBody>
          <a:bodyPr rtlCol="0" anchor="ctr"/>
          <a:lstStyle/>
          <a:p>
            <a:endParaRPr lang="en-GB"/>
          </a:p>
        </p:txBody>
      </p:sp>
      <p:pic>
        <p:nvPicPr>
          <p:cNvPr id="4" name="pasted-image.tiff">
            <a:extLst>
              <a:ext uri="{FF2B5EF4-FFF2-40B4-BE49-F238E27FC236}">
                <a16:creationId xmlns:a16="http://schemas.microsoft.com/office/drawing/2014/main" id="{ACF89424-7345-4AA5-898F-AA01BE816DF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29057" y="1945825"/>
            <a:ext cx="6083982" cy="3324614"/>
          </a:xfrm>
          <a:prstGeom prst="rect">
            <a:avLst/>
          </a:prstGeom>
          <a:ln w="12700">
            <a:miter lim="400000"/>
          </a:ln>
          <a:effectLst>
            <a:outerShdw blurRad="1270000" dir="5400000" sx="90000" sy="-19000" rotWithShape="0">
              <a:prstClr val="black">
                <a:alpha val="40000"/>
              </a:prstClr>
            </a:outerShdw>
          </a:effectLst>
        </p:spPr>
      </p:pic>
      <p:sp>
        <p:nvSpPr>
          <p:cNvPr id="3" name="Picture Placeholder 5">
            <a:extLst>
              <a:ext uri="{FF2B5EF4-FFF2-40B4-BE49-F238E27FC236}">
                <a16:creationId xmlns:a16="http://schemas.microsoft.com/office/drawing/2014/main" id="{92B387F9-3894-4053-8570-FDC32D1E4283}"/>
              </a:ext>
            </a:extLst>
          </p:cNvPr>
          <p:cNvSpPr>
            <a:spLocks noGrp="1"/>
          </p:cNvSpPr>
          <p:nvPr userDrawn="1">
            <p:ph type="pic" sz="quarter" idx="14" hasCustomPrompt="1"/>
          </p:nvPr>
        </p:nvSpPr>
        <p:spPr>
          <a:xfrm>
            <a:off x="1290117" y="2152650"/>
            <a:ext cx="4361862" cy="2728084"/>
          </a:xfrm>
          <a:prstGeom prst="rect">
            <a:avLst/>
          </a:prstGeom>
        </p:spPr>
        <p:txBody>
          <a:bodyPr anchor="t"/>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id-ID" sz="1200" baseline="0">
                <a:solidFill>
                  <a:schemeClr val="bg1">
                    <a:lumMod val="95000"/>
                  </a:schemeClr>
                </a:solidFill>
                <a:latin typeface="+mn-lt"/>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a:p>
        </p:txBody>
      </p:sp>
    </p:spTree>
    <p:extLst>
      <p:ext uri="{BB962C8B-B14F-4D97-AF65-F5344CB8AC3E}">
        <p14:creationId xmlns:p14="http://schemas.microsoft.com/office/powerpoint/2010/main" val="3568927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ppt_x"/>
                                          </p:val>
                                        </p:tav>
                                        <p:tav tm="100000">
                                          <p:val>
                                            <p:strVal val="#ppt_x"/>
                                          </p:val>
                                        </p:tav>
                                      </p:tavLst>
                                    </p:anim>
                                    <p:anim calcmode="lin" valueType="num">
                                      <p:cBhvr additive="base">
                                        <p:cTn id="8" dur="1000" fill="hold"/>
                                        <p:tgtEl>
                                          <p:spTgt spid="4"/>
                                        </p:tgtEl>
                                        <p:attrNameLst>
                                          <p:attrName>ppt_y</p:attrName>
                                        </p:attrNameLst>
                                      </p:cBhvr>
                                      <p:tavLst>
                                        <p:tav tm="0">
                                          <p:val>
                                            <p:strVal val="1+#ppt_h/2"/>
                                          </p:val>
                                        </p:tav>
                                        <p:tav tm="100000">
                                          <p:val>
                                            <p:strVal val="#ppt_y"/>
                                          </p:val>
                                        </p:tav>
                                      </p:tavLst>
                                    </p:anim>
                                  </p:childTnLst>
                                </p:cTn>
                              </p:par>
                              <p:par>
                                <p:cTn id="9" presetID="10" presetClass="entr" presetSubtype="0" fill="hold" grpId="0" nodeType="withEffect">
                                  <p:stCondLst>
                                    <p:cond delay="25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2" presetID="6" presetClass="emph" presetSubtype="0" decel="100000" fill="hold" grpId="1" nodeType="withEffect">
                                  <p:stCondLst>
                                    <p:cond delay="250"/>
                                  </p:stCondLst>
                                  <p:childTnLst>
                                    <p:animScale>
                                      <p:cBhvr>
                                        <p:cTn id="13" dur="3000" fill="hold"/>
                                        <p:tgtEl>
                                          <p:spTgt spid="7"/>
                                        </p:tgtEl>
                                      </p:cBhvr>
                                      <p:by x="108000" y="108000"/>
                                    </p:animScale>
                                  </p:childTnLst>
                                </p:cTn>
                              </p:par>
                              <p:par>
                                <p:cTn id="14" presetID="10" presetClass="entr" presetSubtype="0" fill="hold" grpId="0" nodeType="withEffect">
                                  <p:stCondLst>
                                    <p:cond delay="5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6" presetClass="emph" presetSubtype="0" decel="100000" fill="hold" grpId="1" nodeType="withEffect">
                                  <p:stCondLst>
                                    <p:cond delay="500"/>
                                  </p:stCondLst>
                                  <p:childTnLst>
                                    <p:animScale>
                                      <p:cBhvr>
                                        <p:cTn id="18" dur="3000" fill="hold"/>
                                        <p:tgtEl>
                                          <p:spTgt spid="6"/>
                                        </p:tgtEl>
                                      </p:cBhvr>
                                      <p:by x="108000" y="108000"/>
                                    </p:animScale>
                                  </p:childTnLst>
                                </p:cTn>
                              </p:par>
                              <p:par>
                                <p:cTn id="19" presetID="10" presetClass="entr" presetSubtype="0" fill="hold" grpId="0" nodeType="withEffect">
                                  <p:stCondLst>
                                    <p:cond delay="75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6" presetClass="emph" presetSubtype="0" decel="100000" fill="hold" grpId="1" nodeType="withEffect">
                                  <p:stCondLst>
                                    <p:cond delay="750"/>
                                  </p:stCondLst>
                                  <p:childTnLst>
                                    <p:animScale>
                                      <p:cBhvr>
                                        <p:cTn id="23" dur="3000" fill="hold"/>
                                        <p:tgtEl>
                                          <p:spTgt spid="9"/>
                                        </p:tgtEl>
                                      </p:cBhvr>
                                      <p:by x="108000" y="108000"/>
                                    </p:animScale>
                                  </p:childTnLst>
                                </p:cTn>
                              </p:par>
                              <p:par>
                                <p:cTn id="24" presetID="10" presetClass="entr" presetSubtype="0" fill="hold" grpId="0" nodeType="withEffect">
                                  <p:stCondLst>
                                    <p:cond delay="75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par>
                                <p:cTn id="27" presetID="6" presetClass="emph" presetSubtype="0" decel="100000" fill="hold" grpId="1" nodeType="withEffect">
                                  <p:stCondLst>
                                    <p:cond delay="750"/>
                                  </p:stCondLst>
                                  <p:childTnLst>
                                    <p:animScale>
                                      <p:cBhvr>
                                        <p:cTn id="28" dur="3000" fill="hold"/>
                                        <p:tgtEl>
                                          <p:spTgt spid="8"/>
                                        </p:tgtEl>
                                      </p:cBhvr>
                                      <p:by x="108000" y="108000"/>
                                    </p:animScale>
                                  </p:childTnLst>
                                </p:cTn>
                              </p:par>
                              <p:par>
                                <p:cTn id="29" presetID="10" presetClass="entr" presetSubtype="0" fill="hold" grpId="0" nodeType="withEffect">
                                  <p:stCondLst>
                                    <p:cond delay="750"/>
                                  </p:stCondLst>
                                  <p:childTnLst>
                                    <p:set>
                                      <p:cBhvr>
                                        <p:cTn id="30" dur="1" fill="hold">
                                          <p:stCondLst>
                                            <p:cond delay="0"/>
                                          </p:stCondLst>
                                        </p:cTn>
                                        <p:tgtEl>
                                          <p:spTgt spid="3"/>
                                        </p:tgtEl>
                                        <p:attrNameLst>
                                          <p:attrName>style.visibility</p:attrName>
                                        </p:attrNameLst>
                                      </p:cBhvr>
                                      <p:to>
                                        <p:strVal val="visible"/>
                                      </p:to>
                                    </p:set>
                                    <p:animEffect transition="in" filter="fade">
                                      <p:cBhvr>
                                        <p:cTn id="3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8" grpId="0" animBg="1"/>
      <p:bldP spid="8" grpId="1" animBg="1"/>
      <p:bldP spid="9" grpId="0" animBg="1"/>
      <p:bldP spid="9" grpId="1" animBg="1"/>
      <p:bldP spid="3" grpId="0"/>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6_Title and Content">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DF4EF37D-CE90-48BB-BC91-2157FD081ED7}"/>
              </a:ext>
            </a:extLst>
          </p:cNvPr>
          <p:cNvSpPr/>
          <p:nvPr userDrawn="1"/>
        </p:nvSpPr>
        <p:spPr>
          <a:xfrm>
            <a:off x="8242926" y="3432175"/>
            <a:ext cx="3949074" cy="3425826"/>
          </a:xfrm>
          <a:custGeom>
            <a:avLst/>
            <a:gdLst>
              <a:gd name="connsiteX0" fmla="*/ 3949074 w 3949074"/>
              <a:gd name="connsiteY0" fmla="*/ 0 h 3425826"/>
              <a:gd name="connsiteX1" fmla="*/ 3949074 w 3949074"/>
              <a:gd name="connsiteY1" fmla="*/ 3425826 h 3425826"/>
              <a:gd name="connsiteX2" fmla="*/ 8195 w 3949074"/>
              <a:gd name="connsiteY2" fmla="*/ 3425826 h 3425826"/>
              <a:gd name="connsiteX3" fmla="*/ 2347 w 3949074"/>
              <a:gd name="connsiteY3" fmla="*/ 3373638 h 3425826"/>
              <a:gd name="connsiteX4" fmla="*/ 541979 w 3949074"/>
              <a:gd name="connsiteY4" fmla="*/ 2350341 h 3425826"/>
              <a:gd name="connsiteX5" fmla="*/ 1778287 w 3949074"/>
              <a:gd name="connsiteY5" fmla="*/ 1638631 h 3425826"/>
              <a:gd name="connsiteX6" fmla="*/ 3820651 w 3949074"/>
              <a:gd name="connsiteY6" fmla="*/ 2159 h 3425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49074" h="3425826">
                <a:moveTo>
                  <a:pt x="3949074" y="0"/>
                </a:moveTo>
                <a:lnTo>
                  <a:pt x="3949074" y="3425826"/>
                </a:lnTo>
                <a:lnTo>
                  <a:pt x="8195" y="3425826"/>
                </a:lnTo>
                <a:lnTo>
                  <a:pt x="2347" y="3373638"/>
                </a:lnTo>
                <a:cubicBezTo>
                  <a:pt x="-22713" y="2925894"/>
                  <a:pt x="152709" y="2482326"/>
                  <a:pt x="541979" y="2350341"/>
                </a:cubicBezTo>
                <a:cubicBezTo>
                  <a:pt x="859408" y="2243417"/>
                  <a:pt x="1661337" y="2430534"/>
                  <a:pt x="1778287" y="1638631"/>
                </a:cubicBezTo>
                <a:cubicBezTo>
                  <a:pt x="1875394" y="983929"/>
                  <a:pt x="2618590" y="79604"/>
                  <a:pt x="3820651" y="2159"/>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Freeform: Shape 13">
            <a:extLst>
              <a:ext uri="{FF2B5EF4-FFF2-40B4-BE49-F238E27FC236}">
                <a16:creationId xmlns:a16="http://schemas.microsoft.com/office/drawing/2014/main" id="{57B4C638-7109-4273-B484-CC1CFEE16B71}"/>
              </a:ext>
            </a:extLst>
          </p:cNvPr>
          <p:cNvSpPr/>
          <p:nvPr userDrawn="1"/>
        </p:nvSpPr>
        <p:spPr>
          <a:xfrm>
            <a:off x="1" y="1"/>
            <a:ext cx="8329997" cy="5930789"/>
          </a:xfrm>
          <a:custGeom>
            <a:avLst/>
            <a:gdLst>
              <a:gd name="connsiteX0" fmla="*/ 0 w 8329997"/>
              <a:gd name="connsiteY0" fmla="*/ 0 h 5930789"/>
              <a:gd name="connsiteX1" fmla="*/ 7542711 w 8329997"/>
              <a:gd name="connsiteY1" fmla="*/ 0 h 5930789"/>
              <a:gd name="connsiteX2" fmla="*/ 7568370 w 8329997"/>
              <a:gd name="connsiteY2" fmla="*/ 23070 h 5930789"/>
              <a:gd name="connsiteX3" fmla="*/ 8315605 w 8329997"/>
              <a:gd name="connsiteY3" fmla="*/ 2075917 h 5930789"/>
              <a:gd name="connsiteX4" fmla="*/ 7086635 w 8329997"/>
              <a:gd name="connsiteY4" fmla="*/ 3860524 h 5930789"/>
              <a:gd name="connsiteX5" fmla="*/ 5354032 w 8329997"/>
              <a:gd name="connsiteY5" fmla="*/ 4224561 h 5930789"/>
              <a:gd name="connsiteX6" fmla="*/ 2852296 w 8329997"/>
              <a:gd name="connsiteY6" fmla="*/ 4982747 h 5930789"/>
              <a:gd name="connsiteX7" fmla="*/ 607850 w 8329997"/>
              <a:gd name="connsiteY7" fmla="*/ 5910632 h 5930789"/>
              <a:gd name="connsiteX8" fmla="*/ 5853 w 8329997"/>
              <a:gd name="connsiteY8" fmla="*/ 5913424 h 5930789"/>
              <a:gd name="connsiteX9" fmla="*/ 0 w 8329997"/>
              <a:gd name="connsiteY9" fmla="*/ 5912451 h 5930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329997" h="5930789">
                <a:moveTo>
                  <a:pt x="0" y="0"/>
                </a:moveTo>
                <a:lnTo>
                  <a:pt x="7542711" y="0"/>
                </a:lnTo>
                <a:lnTo>
                  <a:pt x="7568370" y="23070"/>
                </a:lnTo>
                <a:cubicBezTo>
                  <a:pt x="8104847" y="554073"/>
                  <a:pt x="8400457" y="1325943"/>
                  <a:pt x="8315605" y="2075917"/>
                </a:cubicBezTo>
                <a:cubicBezTo>
                  <a:pt x="8236229" y="2825890"/>
                  <a:pt x="7765443" y="3532069"/>
                  <a:pt x="7086635" y="3860524"/>
                </a:cubicBezTo>
                <a:cubicBezTo>
                  <a:pt x="6552894" y="4117814"/>
                  <a:pt x="5942516" y="4142447"/>
                  <a:pt x="5354032" y="4224561"/>
                </a:cubicBezTo>
                <a:cubicBezTo>
                  <a:pt x="4489099" y="4344995"/>
                  <a:pt x="3640589" y="4602285"/>
                  <a:pt x="2852296" y="4982747"/>
                </a:cubicBezTo>
                <a:cubicBezTo>
                  <a:pt x="2121484" y="5338573"/>
                  <a:pt x="1415304" y="5806621"/>
                  <a:pt x="607850" y="5910632"/>
                </a:cubicBezTo>
                <a:cubicBezTo>
                  <a:pt x="408724" y="5936293"/>
                  <a:pt x="205364" y="5937705"/>
                  <a:pt x="5853" y="5913424"/>
                </a:cubicBezTo>
                <a:lnTo>
                  <a:pt x="0" y="591245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Picture Placeholder 12">
            <a:extLst>
              <a:ext uri="{FF2B5EF4-FFF2-40B4-BE49-F238E27FC236}">
                <a16:creationId xmlns:a16="http://schemas.microsoft.com/office/drawing/2014/main" id="{5B37E5B4-D99D-4D70-978B-44F226FE78AC}"/>
              </a:ext>
            </a:extLst>
          </p:cNvPr>
          <p:cNvSpPr>
            <a:spLocks noGrp="1"/>
          </p:cNvSpPr>
          <p:nvPr>
            <p:ph type="pic" sz="quarter" idx="11" hasCustomPrompt="1"/>
          </p:nvPr>
        </p:nvSpPr>
        <p:spPr>
          <a:xfrm>
            <a:off x="6192437" y="1860684"/>
            <a:ext cx="5053313" cy="2810096"/>
          </a:xfrm>
          <a:custGeom>
            <a:avLst/>
            <a:gdLst>
              <a:gd name="connsiteX0" fmla="*/ 0 w 5053313"/>
              <a:gd name="connsiteY0" fmla="*/ 0 h 2810096"/>
              <a:gd name="connsiteX1" fmla="*/ 5053313 w 5053313"/>
              <a:gd name="connsiteY1" fmla="*/ 0 h 2810096"/>
              <a:gd name="connsiteX2" fmla="*/ 5053313 w 5053313"/>
              <a:gd name="connsiteY2" fmla="*/ 2810096 h 2810096"/>
              <a:gd name="connsiteX3" fmla="*/ 0 w 5053313"/>
              <a:gd name="connsiteY3" fmla="*/ 2810096 h 2810096"/>
            </a:gdLst>
            <a:ahLst/>
            <a:cxnLst>
              <a:cxn ang="0">
                <a:pos x="connsiteX0" y="connsiteY0"/>
              </a:cxn>
              <a:cxn ang="0">
                <a:pos x="connsiteX1" y="connsiteY1"/>
              </a:cxn>
              <a:cxn ang="0">
                <a:pos x="connsiteX2" y="connsiteY2"/>
              </a:cxn>
              <a:cxn ang="0">
                <a:pos x="connsiteX3" y="connsiteY3"/>
              </a:cxn>
            </a:cxnLst>
            <a:rect l="l" t="t" r="r" b="b"/>
            <a:pathLst>
              <a:path w="5053313" h="2810096">
                <a:moveTo>
                  <a:pt x="0" y="0"/>
                </a:moveTo>
                <a:lnTo>
                  <a:pt x="5053313" y="0"/>
                </a:lnTo>
                <a:lnTo>
                  <a:pt x="5053313" y="2810096"/>
                </a:lnTo>
                <a:lnTo>
                  <a:pt x="0" y="2810096"/>
                </a:ln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9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0" name="Picture Placeholder 9">
            <a:extLst>
              <a:ext uri="{FF2B5EF4-FFF2-40B4-BE49-F238E27FC236}">
                <a16:creationId xmlns:a16="http://schemas.microsoft.com/office/drawing/2014/main" id="{E40D345E-7F9E-43C7-9CB7-E4B03CD94235}"/>
              </a:ext>
            </a:extLst>
          </p:cNvPr>
          <p:cNvSpPr>
            <a:spLocks noGrp="1"/>
          </p:cNvSpPr>
          <p:nvPr>
            <p:ph type="pic" sz="quarter" idx="10" hasCustomPrompt="1"/>
          </p:nvPr>
        </p:nvSpPr>
        <p:spPr>
          <a:xfrm>
            <a:off x="5691190" y="3562012"/>
            <a:ext cx="1181100" cy="2100263"/>
          </a:xfrm>
          <a:custGeom>
            <a:avLst/>
            <a:gdLst>
              <a:gd name="connsiteX0" fmla="*/ 0 w 1181100"/>
              <a:gd name="connsiteY0" fmla="*/ 0 h 2100263"/>
              <a:gd name="connsiteX1" fmla="*/ 1181100 w 1181100"/>
              <a:gd name="connsiteY1" fmla="*/ 0 h 2100263"/>
              <a:gd name="connsiteX2" fmla="*/ 1181100 w 1181100"/>
              <a:gd name="connsiteY2" fmla="*/ 2100263 h 2100263"/>
              <a:gd name="connsiteX3" fmla="*/ 0 w 1181100"/>
              <a:gd name="connsiteY3" fmla="*/ 2100263 h 2100263"/>
            </a:gdLst>
            <a:ahLst/>
            <a:cxnLst>
              <a:cxn ang="0">
                <a:pos x="connsiteX0" y="connsiteY0"/>
              </a:cxn>
              <a:cxn ang="0">
                <a:pos x="connsiteX1" y="connsiteY1"/>
              </a:cxn>
              <a:cxn ang="0">
                <a:pos x="connsiteX2" y="connsiteY2"/>
              </a:cxn>
              <a:cxn ang="0">
                <a:pos x="connsiteX3" y="connsiteY3"/>
              </a:cxn>
            </a:cxnLst>
            <a:rect l="l" t="t" r="r" b="b"/>
            <a:pathLst>
              <a:path w="1181100" h="2100263">
                <a:moveTo>
                  <a:pt x="0" y="0"/>
                </a:moveTo>
                <a:lnTo>
                  <a:pt x="1181100" y="0"/>
                </a:lnTo>
                <a:lnTo>
                  <a:pt x="1181100" y="2100263"/>
                </a:lnTo>
                <a:lnTo>
                  <a:pt x="0" y="2100263"/>
                </a:ln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900">
                <a:solidFill>
                  <a:schemeClr val="bg1">
                    <a:lumMod val="9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2" name="TextBox 7">
            <a:extLst>
              <a:ext uri="{FF2B5EF4-FFF2-40B4-BE49-F238E27FC236}">
                <a16:creationId xmlns:a16="http://schemas.microsoft.com/office/drawing/2014/main" id="{5FB4DE26-59D0-6E05-5CB1-063530F940C2}"/>
              </a:ext>
            </a:extLst>
          </p:cNvPr>
          <p:cNvSpPr txBox="1"/>
          <p:nvPr userDrawn="1"/>
        </p:nvSpPr>
        <p:spPr>
          <a:xfrm>
            <a:off x="10294951" y="6335935"/>
            <a:ext cx="1355580" cy="261610"/>
          </a:xfrm>
          <a:prstGeom prst="rect">
            <a:avLst/>
          </a:prstGeom>
          <a:noFill/>
        </p:spPr>
        <p:txBody>
          <a:bodyPr wrap="square" rtlCol="0">
            <a:spAutoFit/>
          </a:bodyPr>
          <a:lstStyle/>
          <a:p>
            <a:r>
              <a:rPr lang="en-US" sz="1100" b="0">
                <a:solidFill>
                  <a:schemeClr val="tx2"/>
                </a:solidFill>
                <a:latin typeface="Segoe UI" panose="020B0502040204020203" pitchFamily="34" charset="0"/>
                <a:cs typeface="Segoe UI" panose="020B0502040204020203" pitchFamily="34" charset="0"/>
              </a:rPr>
              <a:t>#BizzSummit2026</a:t>
            </a:r>
            <a:endParaRPr lang="en-GB" sz="1100" b="0">
              <a:solidFill>
                <a:schemeClr val="tx2"/>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774457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6" presetClass="emph" presetSubtype="0" decel="100000" fill="hold" grpId="1" nodeType="withEffect">
                                  <p:stCondLst>
                                    <p:cond delay="0"/>
                                  </p:stCondLst>
                                  <p:childTnLst>
                                    <p:animScale>
                                      <p:cBhvr>
                                        <p:cTn id="9" dur="3000" fill="hold"/>
                                        <p:tgtEl>
                                          <p:spTgt spid="14"/>
                                        </p:tgtEl>
                                      </p:cBhvr>
                                      <p:by x="108000" y="108000"/>
                                    </p:animScale>
                                  </p:childTnLst>
                                </p:cTn>
                              </p:par>
                              <p:par>
                                <p:cTn id="10" presetID="10" presetClass="entr" presetSubtype="0" fill="hold" grpId="0" nodeType="withEffect">
                                  <p:stCondLst>
                                    <p:cond delay="50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par>
                                <p:cTn id="13" presetID="6" presetClass="emph" presetSubtype="0" decel="100000" fill="hold" grpId="1" nodeType="withEffect">
                                  <p:stCondLst>
                                    <p:cond delay="500"/>
                                  </p:stCondLst>
                                  <p:childTnLst>
                                    <p:animScale>
                                      <p:cBhvr>
                                        <p:cTn id="14" dur="3000" fill="hold"/>
                                        <p:tgtEl>
                                          <p:spTgt spid="15"/>
                                        </p:tgtEl>
                                      </p:cBhvr>
                                      <p:by x="108000" y="108000"/>
                                    </p:animScale>
                                  </p:childTnLst>
                                </p:cTn>
                              </p:par>
                              <p:par>
                                <p:cTn id="15" presetID="10" presetClass="entr" presetSubtype="0" fill="hold" grpId="0" nodeType="withEffect">
                                  <p:stCondLst>
                                    <p:cond delay="75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par>
                                <p:cTn id="18" presetID="10" presetClass="entr" presetSubtype="0" fill="hold" grpId="0" nodeType="withEffect">
                                  <p:stCondLst>
                                    <p:cond delay="100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5" grpId="1" animBg="1"/>
      <p:bldP spid="14" grpId="0" animBg="1"/>
      <p:bldP spid="14" grpId="1" animBg="1"/>
      <p:bldP spid="13" grpId="0" animBg="1"/>
      <p:bldP spid="10" grpId="0" animBg="1"/>
    </p:bld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7_Title and Content">
    <p:spTree>
      <p:nvGrpSpPr>
        <p:cNvPr id="1" name=""/>
        <p:cNvGrpSpPr/>
        <p:nvPr/>
      </p:nvGrpSpPr>
      <p:grpSpPr>
        <a:xfrm>
          <a:off x="0" y="0"/>
          <a:ext cx="0" cy="0"/>
          <a:chOff x="0" y="0"/>
          <a:chExt cx="0" cy="0"/>
        </a:xfrm>
      </p:grpSpPr>
      <p:sp>
        <p:nvSpPr>
          <p:cNvPr id="22" name="Freeform: Shape 21">
            <a:extLst>
              <a:ext uri="{FF2B5EF4-FFF2-40B4-BE49-F238E27FC236}">
                <a16:creationId xmlns:a16="http://schemas.microsoft.com/office/drawing/2014/main" id="{D48E3F32-A2BD-4D9F-A14C-E2BD98ED87DE}"/>
              </a:ext>
            </a:extLst>
          </p:cNvPr>
          <p:cNvSpPr/>
          <p:nvPr userDrawn="1"/>
        </p:nvSpPr>
        <p:spPr>
          <a:xfrm>
            <a:off x="0" y="1823483"/>
            <a:ext cx="11350171" cy="5034518"/>
          </a:xfrm>
          <a:custGeom>
            <a:avLst/>
            <a:gdLst>
              <a:gd name="connsiteX0" fmla="*/ 463100 w 6050746"/>
              <a:gd name="connsiteY0" fmla="*/ 210 h 2683888"/>
              <a:gd name="connsiteX1" fmla="*/ 3762804 w 6050746"/>
              <a:gd name="connsiteY1" fmla="*/ 1085949 h 2683888"/>
              <a:gd name="connsiteX2" fmla="*/ 6039001 w 6050746"/>
              <a:gd name="connsiteY2" fmla="*/ 2619641 h 2683888"/>
              <a:gd name="connsiteX3" fmla="*/ 6027582 w 6050746"/>
              <a:gd name="connsiteY3" fmla="*/ 2683888 h 2683888"/>
              <a:gd name="connsiteX4" fmla="*/ 5710075 w 6050746"/>
              <a:gd name="connsiteY4" fmla="*/ 2683888 h 2683888"/>
              <a:gd name="connsiteX5" fmla="*/ 5719676 w 6050746"/>
              <a:gd name="connsiteY5" fmla="*/ 2524154 h 2683888"/>
              <a:gd name="connsiteX6" fmla="*/ 3467973 w 6050746"/>
              <a:gd name="connsiteY6" fmla="*/ 1331949 h 2683888"/>
              <a:gd name="connsiteX7" fmla="*/ 220109 w 6050746"/>
              <a:gd name="connsiteY7" fmla="*/ 355289 h 2683888"/>
              <a:gd name="connsiteX8" fmla="*/ 17109 w 6050746"/>
              <a:gd name="connsiteY8" fmla="*/ 370693 h 2683888"/>
              <a:gd name="connsiteX9" fmla="*/ 0 w 6050746"/>
              <a:gd name="connsiteY9" fmla="*/ 374625 h 2683888"/>
              <a:gd name="connsiteX10" fmla="*/ 0 w 6050746"/>
              <a:gd name="connsiteY10" fmla="*/ 107185 h 2683888"/>
              <a:gd name="connsiteX11" fmla="*/ 53532 w 6050746"/>
              <a:gd name="connsiteY11" fmla="*/ 81095 h 2683888"/>
              <a:gd name="connsiteX12" fmla="*/ 463100 w 6050746"/>
              <a:gd name="connsiteY12" fmla="*/ 210 h 2683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050746" h="2683888">
                <a:moveTo>
                  <a:pt x="463100" y="210"/>
                </a:moveTo>
                <a:cubicBezTo>
                  <a:pt x="1524120" y="21295"/>
                  <a:pt x="2686908" y="1626593"/>
                  <a:pt x="3762804" y="1085949"/>
                </a:cubicBezTo>
                <a:cubicBezTo>
                  <a:pt x="4925617" y="499803"/>
                  <a:pt x="6186044" y="1499026"/>
                  <a:pt x="6039001" y="2619641"/>
                </a:cubicBezTo>
                <a:lnTo>
                  <a:pt x="6027582" y="2683888"/>
                </a:lnTo>
                <a:lnTo>
                  <a:pt x="5710075" y="2683888"/>
                </a:lnTo>
                <a:lnTo>
                  <a:pt x="5719676" y="2524154"/>
                </a:lnTo>
                <a:cubicBezTo>
                  <a:pt x="5698441" y="1596742"/>
                  <a:pt x="4540985" y="837644"/>
                  <a:pt x="3467973" y="1331949"/>
                </a:cubicBezTo>
                <a:cubicBezTo>
                  <a:pt x="2408980" y="1818277"/>
                  <a:pt x="1264460" y="374256"/>
                  <a:pt x="220109" y="355289"/>
                </a:cubicBezTo>
                <a:cubicBezTo>
                  <a:pt x="151999" y="354052"/>
                  <a:pt x="84315" y="358877"/>
                  <a:pt x="17109" y="370693"/>
                </a:cubicBezTo>
                <a:lnTo>
                  <a:pt x="0" y="374625"/>
                </a:lnTo>
                <a:lnTo>
                  <a:pt x="0" y="107185"/>
                </a:lnTo>
                <a:lnTo>
                  <a:pt x="53532" y="81095"/>
                </a:lnTo>
                <a:cubicBezTo>
                  <a:pt x="188044" y="21663"/>
                  <a:pt x="324706" y="-2540"/>
                  <a:pt x="463100" y="210"/>
                </a:cubicBezTo>
                <a:close/>
              </a:path>
            </a:pathLst>
          </a:custGeom>
          <a:solidFill>
            <a:schemeClr val="accent5">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Freeform: Shape 18">
            <a:extLst>
              <a:ext uri="{FF2B5EF4-FFF2-40B4-BE49-F238E27FC236}">
                <a16:creationId xmlns:a16="http://schemas.microsoft.com/office/drawing/2014/main" id="{2F09596A-AA7C-4E10-84A5-690BF60E196F}"/>
              </a:ext>
            </a:extLst>
          </p:cNvPr>
          <p:cNvSpPr/>
          <p:nvPr userDrawn="1"/>
        </p:nvSpPr>
        <p:spPr>
          <a:xfrm>
            <a:off x="0" y="2829997"/>
            <a:ext cx="9081012" cy="4028003"/>
          </a:xfrm>
          <a:custGeom>
            <a:avLst/>
            <a:gdLst>
              <a:gd name="connsiteX0" fmla="*/ 695025 w 9081012"/>
              <a:gd name="connsiteY0" fmla="*/ 315 h 4028003"/>
              <a:gd name="connsiteX1" fmla="*/ 5647248 w 9081012"/>
              <a:gd name="connsiteY1" fmla="*/ 1629802 h 4028003"/>
              <a:gd name="connsiteX2" fmla="*/ 9063385 w 9081012"/>
              <a:gd name="connsiteY2" fmla="*/ 3931581 h 4028003"/>
              <a:gd name="connsiteX3" fmla="*/ 9046247 w 9081012"/>
              <a:gd name="connsiteY3" fmla="*/ 4028003 h 4028003"/>
              <a:gd name="connsiteX4" fmla="*/ 0 w 9081012"/>
              <a:gd name="connsiteY4" fmla="*/ 4028003 h 4028003"/>
              <a:gd name="connsiteX5" fmla="*/ 0 w 9081012"/>
              <a:gd name="connsiteY5" fmla="*/ 160864 h 4028003"/>
              <a:gd name="connsiteX6" fmla="*/ 80341 w 9081012"/>
              <a:gd name="connsiteY6" fmla="*/ 121708 h 4028003"/>
              <a:gd name="connsiteX7" fmla="*/ 695025 w 9081012"/>
              <a:gd name="connsiteY7" fmla="*/ 315 h 4028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81012" h="4028003">
                <a:moveTo>
                  <a:pt x="695025" y="315"/>
                </a:moveTo>
                <a:cubicBezTo>
                  <a:pt x="2287412" y="31960"/>
                  <a:pt x="4032534" y="2441205"/>
                  <a:pt x="5647248" y="1629802"/>
                </a:cubicBezTo>
                <a:cubicBezTo>
                  <a:pt x="7392409" y="750109"/>
                  <a:pt x="9284068" y="2249751"/>
                  <a:pt x="9063385" y="3931581"/>
                </a:cubicBezTo>
                <a:lnTo>
                  <a:pt x="9046247" y="4028003"/>
                </a:lnTo>
                <a:lnTo>
                  <a:pt x="0" y="4028003"/>
                </a:lnTo>
                <a:lnTo>
                  <a:pt x="0" y="160864"/>
                </a:lnTo>
                <a:lnTo>
                  <a:pt x="80341" y="121708"/>
                </a:lnTo>
                <a:cubicBezTo>
                  <a:pt x="282218" y="32511"/>
                  <a:pt x="487322" y="-3812"/>
                  <a:pt x="695025" y="315"/>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Freeform: Shape 16">
            <a:extLst>
              <a:ext uri="{FF2B5EF4-FFF2-40B4-BE49-F238E27FC236}">
                <a16:creationId xmlns:a16="http://schemas.microsoft.com/office/drawing/2014/main" id="{F6FAD4AF-4AF6-4881-A9A7-E99D71C1136A}"/>
              </a:ext>
            </a:extLst>
          </p:cNvPr>
          <p:cNvSpPr/>
          <p:nvPr userDrawn="1"/>
        </p:nvSpPr>
        <p:spPr>
          <a:xfrm>
            <a:off x="9000928" y="-1"/>
            <a:ext cx="3191072" cy="4124444"/>
          </a:xfrm>
          <a:custGeom>
            <a:avLst/>
            <a:gdLst>
              <a:gd name="connsiteX0" fmla="*/ 2181962 w 3191072"/>
              <a:gd name="connsiteY0" fmla="*/ 0 h 4124444"/>
              <a:gd name="connsiteX1" fmla="*/ 3191072 w 3191072"/>
              <a:gd name="connsiteY1" fmla="*/ 0 h 4124444"/>
              <a:gd name="connsiteX2" fmla="*/ 3191072 w 3191072"/>
              <a:gd name="connsiteY2" fmla="*/ 4124444 h 4124444"/>
              <a:gd name="connsiteX3" fmla="*/ 3121226 w 3191072"/>
              <a:gd name="connsiteY3" fmla="*/ 4062468 h 4124444"/>
              <a:gd name="connsiteX4" fmla="*/ 1848416 w 3191072"/>
              <a:gd name="connsiteY4" fmla="*/ 3570561 h 4124444"/>
              <a:gd name="connsiteX5" fmla="*/ 544863 w 3191072"/>
              <a:gd name="connsiteY5" fmla="*/ 597255 h 4124444"/>
              <a:gd name="connsiteX6" fmla="*/ 1711775 w 3191072"/>
              <a:gd name="connsiteY6" fmla="*/ 1012643 h 4124444"/>
              <a:gd name="connsiteX7" fmla="*/ 2130580 w 3191072"/>
              <a:gd name="connsiteY7" fmla="*/ 205437 h 4124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91072" h="4124444">
                <a:moveTo>
                  <a:pt x="2181962" y="0"/>
                </a:moveTo>
                <a:lnTo>
                  <a:pt x="3191072" y="0"/>
                </a:lnTo>
                <a:lnTo>
                  <a:pt x="3191072" y="4124444"/>
                </a:lnTo>
                <a:lnTo>
                  <a:pt x="3121226" y="4062468"/>
                </a:lnTo>
                <a:cubicBezTo>
                  <a:pt x="2800803" y="3770740"/>
                  <a:pt x="2466033" y="3438019"/>
                  <a:pt x="1848416" y="3570561"/>
                </a:cubicBezTo>
                <a:cubicBezTo>
                  <a:pt x="200528" y="3923093"/>
                  <a:pt x="-616586" y="1356978"/>
                  <a:pt x="544863" y="597255"/>
                </a:cubicBezTo>
                <a:cubicBezTo>
                  <a:pt x="1091427" y="239255"/>
                  <a:pt x="1476753" y="1105559"/>
                  <a:pt x="1711775" y="1012643"/>
                </a:cubicBezTo>
                <a:cubicBezTo>
                  <a:pt x="1933134" y="929292"/>
                  <a:pt x="2040397" y="564461"/>
                  <a:pt x="2130580" y="205437"/>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Freeform: Shape 13">
            <a:extLst>
              <a:ext uri="{FF2B5EF4-FFF2-40B4-BE49-F238E27FC236}">
                <a16:creationId xmlns:a16="http://schemas.microsoft.com/office/drawing/2014/main" id="{4530EAF1-97B1-4C80-91D9-30DC29AE69D6}"/>
              </a:ext>
            </a:extLst>
          </p:cNvPr>
          <p:cNvSpPr/>
          <p:nvPr userDrawn="1"/>
        </p:nvSpPr>
        <p:spPr>
          <a:xfrm>
            <a:off x="10184375" y="2234633"/>
            <a:ext cx="1878558" cy="1878558"/>
          </a:xfrm>
          <a:custGeom>
            <a:avLst/>
            <a:gdLst>
              <a:gd name="connsiteX0" fmla="*/ 741045 w 733425"/>
              <a:gd name="connsiteY0" fmla="*/ 370523 h 733425"/>
              <a:gd name="connsiteX1" fmla="*/ 370522 w 733425"/>
              <a:gd name="connsiteY1" fmla="*/ 741045 h 733425"/>
              <a:gd name="connsiteX2" fmla="*/ 0 w 733425"/>
              <a:gd name="connsiteY2" fmla="*/ 370523 h 733425"/>
              <a:gd name="connsiteX3" fmla="*/ 370522 w 733425"/>
              <a:gd name="connsiteY3" fmla="*/ 0 h 733425"/>
              <a:gd name="connsiteX4" fmla="*/ 741045 w 733425"/>
              <a:gd name="connsiteY4" fmla="*/ 370523 h 7334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3425" h="733425">
                <a:moveTo>
                  <a:pt x="741045" y="370523"/>
                </a:moveTo>
                <a:cubicBezTo>
                  <a:pt x="741045" y="575156"/>
                  <a:pt x="575156" y="741045"/>
                  <a:pt x="370522" y="741045"/>
                </a:cubicBezTo>
                <a:cubicBezTo>
                  <a:pt x="165889" y="741045"/>
                  <a:pt x="0" y="575156"/>
                  <a:pt x="0" y="370523"/>
                </a:cubicBezTo>
                <a:cubicBezTo>
                  <a:pt x="0" y="165889"/>
                  <a:pt x="165889" y="0"/>
                  <a:pt x="370522" y="0"/>
                </a:cubicBezTo>
                <a:cubicBezTo>
                  <a:pt x="575156" y="0"/>
                  <a:pt x="741045" y="165889"/>
                  <a:pt x="741045" y="370523"/>
                </a:cubicBezTo>
                <a:close/>
              </a:path>
            </a:pathLst>
          </a:custGeom>
          <a:solidFill>
            <a:schemeClr val="accent6">
              <a:lumMod val="60000"/>
              <a:lumOff val="40000"/>
            </a:schemeClr>
          </a:solidFill>
          <a:ln w="9525" cap="flat">
            <a:noFill/>
            <a:prstDash val="solid"/>
            <a:miter/>
          </a:ln>
        </p:spPr>
        <p:txBody>
          <a:bodyPr rtlCol="0" anchor="ctr"/>
          <a:lstStyle/>
          <a:p>
            <a:endParaRPr lang="en-GB"/>
          </a:p>
        </p:txBody>
      </p:sp>
      <p:pic>
        <p:nvPicPr>
          <p:cNvPr id="2" name="Picture 1">
            <a:extLst>
              <a:ext uri="{FF2B5EF4-FFF2-40B4-BE49-F238E27FC236}">
                <a16:creationId xmlns:a16="http://schemas.microsoft.com/office/drawing/2014/main" id="{6D110326-BC90-440A-B3E0-6610ABEACD6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20700000">
            <a:off x="1275606" y="775684"/>
            <a:ext cx="2284971" cy="4458425"/>
          </a:xfrm>
          <a:prstGeom prst="rect">
            <a:avLst/>
          </a:prstGeom>
          <a:effectLst>
            <a:outerShdw blurRad="711200" dist="38100" sx="95000" sy="95000" algn="l" rotWithShape="0">
              <a:prstClr val="black">
                <a:alpha val="15000"/>
              </a:prstClr>
            </a:outerShdw>
          </a:effectLst>
        </p:spPr>
      </p:pic>
      <p:pic>
        <p:nvPicPr>
          <p:cNvPr id="4" name="Picture 3">
            <a:extLst>
              <a:ext uri="{FF2B5EF4-FFF2-40B4-BE49-F238E27FC236}">
                <a16:creationId xmlns:a16="http://schemas.microsoft.com/office/drawing/2014/main" id="{3287A13B-01B9-4FFE-9029-710700E8CAE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20700000">
            <a:off x="5509460" y="3099417"/>
            <a:ext cx="2284971" cy="4458425"/>
          </a:xfrm>
          <a:prstGeom prst="rect">
            <a:avLst/>
          </a:prstGeom>
          <a:effectLst>
            <a:outerShdw blurRad="711200" dist="38100" sx="95000" sy="95000" algn="l" rotWithShape="0">
              <a:prstClr val="black">
                <a:alpha val="15000"/>
              </a:prstClr>
            </a:outerShdw>
          </a:effectLst>
        </p:spPr>
      </p:pic>
      <p:pic>
        <p:nvPicPr>
          <p:cNvPr id="6" name="Picture 5">
            <a:extLst>
              <a:ext uri="{FF2B5EF4-FFF2-40B4-BE49-F238E27FC236}">
                <a16:creationId xmlns:a16="http://schemas.microsoft.com/office/drawing/2014/main" id="{3FB66561-02D3-4ABD-8A81-7F65A3D877E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20700000">
            <a:off x="8977318" y="985222"/>
            <a:ext cx="2284971" cy="4458425"/>
          </a:xfrm>
          <a:prstGeom prst="rect">
            <a:avLst/>
          </a:prstGeom>
          <a:effectLst>
            <a:outerShdw blurRad="711200" dist="38100" sx="95000" sy="95000" algn="l" rotWithShape="0">
              <a:prstClr val="black">
                <a:alpha val="15000"/>
              </a:prstClr>
            </a:outerShdw>
          </a:effectLst>
        </p:spPr>
      </p:pic>
      <p:sp>
        <p:nvSpPr>
          <p:cNvPr id="11" name="Picture Placeholder 10">
            <a:extLst>
              <a:ext uri="{FF2B5EF4-FFF2-40B4-BE49-F238E27FC236}">
                <a16:creationId xmlns:a16="http://schemas.microsoft.com/office/drawing/2014/main" id="{3901E88D-5546-4563-9180-355FD3BDADE2}"/>
              </a:ext>
            </a:extLst>
          </p:cNvPr>
          <p:cNvSpPr>
            <a:spLocks noGrp="1"/>
          </p:cNvSpPr>
          <p:nvPr>
            <p:ph type="pic" sz="quarter" idx="11" hasCustomPrompt="1"/>
          </p:nvPr>
        </p:nvSpPr>
        <p:spPr>
          <a:xfrm rot="20700000">
            <a:off x="5701089" y="3635033"/>
            <a:ext cx="1886591" cy="3330752"/>
          </a:xfrm>
          <a:custGeom>
            <a:avLst/>
            <a:gdLst>
              <a:gd name="connsiteX0" fmla="*/ 0 w 1886591"/>
              <a:gd name="connsiteY0" fmla="*/ 0 h 3330752"/>
              <a:gd name="connsiteX1" fmla="*/ 1886591 w 1886591"/>
              <a:gd name="connsiteY1" fmla="*/ 0 h 3330752"/>
              <a:gd name="connsiteX2" fmla="*/ 1886591 w 1886591"/>
              <a:gd name="connsiteY2" fmla="*/ 3330752 h 3330752"/>
              <a:gd name="connsiteX3" fmla="*/ 0 w 1886591"/>
              <a:gd name="connsiteY3" fmla="*/ 3330752 h 3330752"/>
            </a:gdLst>
            <a:ahLst/>
            <a:cxnLst>
              <a:cxn ang="0">
                <a:pos x="connsiteX0" y="connsiteY0"/>
              </a:cxn>
              <a:cxn ang="0">
                <a:pos x="connsiteX1" y="connsiteY1"/>
              </a:cxn>
              <a:cxn ang="0">
                <a:pos x="connsiteX2" y="connsiteY2"/>
              </a:cxn>
              <a:cxn ang="0">
                <a:pos x="connsiteX3" y="connsiteY3"/>
              </a:cxn>
            </a:cxnLst>
            <a:rect l="l" t="t" r="r" b="b"/>
            <a:pathLst>
              <a:path w="1886591" h="3330752">
                <a:moveTo>
                  <a:pt x="0" y="0"/>
                </a:moveTo>
                <a:lnTo>
                  <a:pt x="1886591" y="0"/>
                </a:lnTo>
                <a:lnTo>
                  <a:pt x="1886591" y="3330752"/>
                </a:lnTo>
                <a:lnTo>
                  <a:pt x="0" y="3330752"/>
                </a:lnTo>
                <a:close/>
              </a:path>
            </a:pathLst>
          </a:custGeom>
          <a:solidFill>
            <a:schemeClr val="bg1">
              <a:lumMod val="85000"/>
            </a:schemeClr>
          </a:solidFill>
          <a:effectLst>
            <a:innerShdw blurRad="127000">
              <a:prstClr val="black">
                <a:alpha val="20000"/>
              </a:prstClr>
            </a:inn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2" name="Picture Placeholder 11">
            <a:extLst>
              <a:ext uri="{FF2B5EF4-FFF2-40B4-BE49-F238E27FC236}">
                <a16:creationId xmlns:a16="http://schemas.microsoft.com/office/drawing/2014/main" id="{733BC4A5-42DA-4CEE-961B-F6C6DF21A10E}"/>
              </a:ext>
            </a:extLst>
          </p:cNvPr>
          <p:cNvSpPr>
            <a:spLocks noGrp="1"/>
          </p:cNvSpPr>
          <p:nvPr>
            <p:ph type="pic" sz="quarter" idx="12" hasCustomPrompt="1"/>
          </p:nvPr>
        </p:nvSpPr>
        <p:spPr>
          <a:xfrm rot="20700000">
            <a:off x="9168947" y="1520838"/>
            <a:ext cx="1886591" cy="3330752"/>
          </a:xfrm>
          <a:custGeom>
            <a:avLst/>
            <a:gdLst>
              <a:gd name="connsiteX0" fmla="*/ 0 w 1886591"/>
              <a:gd name="connsiteY0" fmla="*/ 0 h 3330752"/>
              <a:gd name="connsiteX1" fmla="*/ 1886591 w 1886591"/>
              <a:gd name="connsiteY1" fmla="*/ 0 h 3330752"/>
              <a:gd name="connsiteX2" fmla="*/ 1886591 w 1886591"/>
              <a:gd name="connsiteY2" fmla="*/ 3330752 h 3330752"/>
              <a:gd name="connsiteX3" fmla="*/ 0 w 1886591"/>
              <a:gd name="connsiteY3" fmla="*/ 3330752 h 3330752"/>
            </a:gdLst>
            <a:ahLst/>
            <a:cxnLst>
              <a:cxn ang="0">
                <a:pos x="connsiteX0" y="connsiteY0"/>
              </a:cxn>
              <a:cxn ang="0">
                <a:pos x="connsiteX1" y="connsiteY1"/>
              </a:cxn>
              <a:cxn ang="0">
                <a:pos x="connsiteX2" y="connsiteY2"/>
              </a:cxn>
              <a:cxn ang="0">
                <a:pos x="connsiteX3" y="connsiteY3"/>
              </a:cxn>
            </a:cxnLst>
            <a:rect l="l" t="t" r="r" b="b"/>
            <a:pathLst>
              <a:path w="1886591" h="3330752">
                <a:moveTo>
                  <a:pt x="0" y="0"/>
                </a:moveTo>
                <a:lnTo>
                  <a:pt x="1886591" y="0"/>
                </a:lnTo>
                <a:lnTo>
                  <a:pt x="1886591" y="3330752"/>
                </a:lnTo>
                <a:lnTo>
                  <a:pt x="0" y="3330752"/>
                </a:lnTo>
                <a:close/>
              </a:path>
            </a:pathLst>
          </a:custGeom>
          <a:solidFill>
            <a:schemeClr val="bg1">
              <a:lumMod val="85000"/>
            </a:schemeClr>
          </a:solidFill>
          <a:effectLst>
            <a:innerShdw blurRad="127000">
              <a:prstClr val="black">
                <a:alpha val="20000"/>
              </a:prstClr>
            </a:inn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0" name="Picture Placeholder 9">
            <a:extLst>
              <a:ext uri="{FF2B5EF4-FFF2-40B4-BE49-F238E27FC236}">
                <a16:creationId xmlns:a16="http://schemas.microsoft.com/office/drawing/2014/main" id="{E2084B53-D8F7-4E6E-97EF-C1340870D4B2}"/>
              </a:ext>
            </a:extLst>
          </p:cNvPr>
          <p:cNvSpPr>
            <a:spLocks noGrp="1"/>
          </p:cNvSpPr>
          <p:nvPr>
            <p:ph type="pic" sz="quarter" idx="10" hasCustomPrompt="1"/>
          </p:nvPr>
        </p:nvSpPr>
        <p:spPr>
          <a:xfrm rot="20700000">
            <a:off x="1467236" y="1311300"/>
            <a:ext cx="1886591" cy="3330752"/>
          </a:xfrm>
          <a:custGeom>
            <a:avLst/>
            <a:gdLst>
              <a:gd name="connsiteX0" fmla="*/ 0 w 1886591"/>
              <a:gd name="connsiteY0" fmla="*/ 0 h 3330752"/>
              <a:gd name="connsiteX1" fmla="*/ 1886591 w 1886591"/>
              <a:gd name="connsiteY1" fmla="*/ 0 h 3330752"/>
              <a:gd name="connsiteX2" fmla="*/ 1886591 w 1886591"/>
              <a:gd name="connsiteY2" fmla="*/ 3330752 h 3330752"/>
              <a:gd name="connsiteX3" fmla="*/ 0 w 1886591"/>
              <a:gd name="connsiteY3" fmla="*/ 3330752 h 3330752"/>
            </a:gdLst>
            <a:ahLst/>
            <a:cxnLst>
              <a:cxn ang="0">
                <a:pos x="connsiteX0" y="connsiteY0"/>
              </a:cxn>
              <a:cxn ang="0">
                <a:pos x="connsiteX1" y="connsiteY1"/>
              </a:cxn>
              <a:cxn ang="0">
                <a:pos x="connsiteX2" y="connsiteY2"/>
              </a:cxn>
              <a:cxn ang="0">
                <a:pos x="connsiteX3" y="connsiteY3"/>
              </a:cxn>
            </a:cxnLst>
            <a:rect l="l" t="t" r="r" b="b"/>
            <a:pathLst>
              <a:path w="1886591" h="3330752">
                <a:moveTo>
                  <a:pt x="0" y="0"/>
                </a:moveTo>
                <a:lnTo>
                  <a:pt x="1886591" y="0"/>
                </a:lnTo>
                <a:lnTo>
                  <a:pt x="1886591" y="3330752"/>
                </a:lnTo>
                <a:lnTo>
                  <a:pt x="0" y="3330752"/>
                </a:lnTo>
                <a:close/>
              </a:path>
            </a:pathLst>
          </a:custGeom>
          <a:solidFill>
            <a:schemeClr val="bg1">
              <a:lumMod val="85000"/>
            </a:schemeClr>
          </a:solidFill>
          <a:effectLst>
            <a:innerShdw blurRad="127000">
              <a:prstClr val="black">
                <a:alpha val="20000"/>
              </a:prstClr>
            </a:inn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pic>
        <p:nvPicPr>
          <p:cNvPr id="3" name="Imagen 2" descr="Logotipo&#10;&#10;El contenido generado por IA puede ser incorrecto.">
            <a:extLst>
              <a:ext uri="{FF2B5EF4-FFF2-40B4-BE49-F238E27FC236}">
                <a16:creationId xmlns:a16="http://schemas.microsoft.com/office/drawing/2014/main" id="{2C30ACEE-87E3-0B97-CA08-44B6323EC22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91707" y="6182190"/>
            <a:ext cx="1399441" cy="291970"/>
          </a:xfrm>
          <a:prstGeom prst="rect">
            <a:avLst/>
          </a:prstGeom>
        </p:spPr>
      </p:pic>
    </p:spTree>
    <p:extLst>
      <p:ext uri="{BB962C8B-B14F-4D97-AF65-F5344CB8AC3E}">
        <p14:creationId xmlns:p14="http://schemas.microsoft.com/office/powerpoint/2010/main" val="2027703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6" presetClass="emph" presetSubtype="0" decel="100000" fill="hold" grpId="1" nodeType="withEffect">
                                  <p:stCondLst>
                                    <p:cond delay="0"/>
                                  </p:stCondLst>
                                  <p:childTnLst>
                                    <p:animScale>
                                      <p:cBhvr>
                                        <p:cTn id="9" dur="3000" fill="hold"/>
                                        <p:tgtEl>
                                          <p:spTgt spid="19"/>
                                        </p:tgtEl>
                                      </p:cBhvr>
                                      <p:by x="108000" y="108000"/>
                                    </p:animScale>
                                  </p:childTnLst>
                                </p:cTn>
                              </p:par>
                              <p:par>
                                <p:cTn id="10" presetID="10" presetClass="entr" presetSubtype="0" fill="hold" grpId="0" nodeType="withEffect">
                                  <p:stCondLst>
                                    <p:cond delay="25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par>
                                <p:cTn id="13" presetID="6" presetClass="emph" presetSubtype="0" decel="100000" fill="hold" grpId="1" nodeType="withEffect">
                                  <p:stCondLst>
                                    <p:cond delay="250"/>
                                  </p:stCondLst>
                                  <p:childTnLst>
                                    <p:animScale>
                                      <p:cBhvr>
                                        <p:cTn id="14" dur="3000" fill="hold"/>
                                        <p:tgtEl>
                                          <p:spTgt spid="22"/>
                                        </p:tgtEl>
                                      </p:cBhvr>
                                      <p:by x="108000" y="108000"/>
                                    </p:animScale>
                                  </p:childTnLst>
                                </p:cTn>
                              </p:par>
                              <p:par>
                                <p:cTn id="15" presetID="10" presetClass="entr" presetSubtype="0" fill="hold" grpId="0" nodeType="withEffect">
                                  <p:stCondLst>
                                    <p:cond delay="50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par>
                                <p:cTn id="18" presetID="6" presetClass="emph" presetSubtype="0" decel="100000" fill="hold" grpId="1" nodeType="withEffect">
                                  <p:stCondLst>
                                    <p:cond delay="500"/>
                                  </p:stCondLst>
                                  <p:childTnLst>
                                    <p:animScale>
                                      <p:cBhvr>
                                        <p:cTn id="19" dur="3000" fill="hold"/>
                                        <p:tgtEl>
                                          <p:spTgt spid="17"/>
                                        </p:tgtEl>
                                      </p:cBhvr>
                                      <p:by x="108000" y="108000"/>
                                    </p:animScale>
                                  </p:childTnLst>
                                </p:cTn>
                              </p:par>
                              <p:par>
                                <p:cTn id="20" presetID="10" presetClass="entr" presetSubtype="0" fill="hold" grpId="0" nodeType="withEffect">
                                  <p:stCondLst>
                                    <p:cond delay="50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par>
                                <p:cTn id="23" presetID="6" presetClass="emph" presetSubtype="0" decel="100000" fill="hold" grpId="1" nodeType="withEffect">
                                  <p:stCondLst>
                                    <p:cond delay="500"/>
                                  </p:stCondLst>
                                  <p:childTnLst>
                                    <p:animScale>
                                      <p:cBhvr>
                                        <p:cTn id="24" dur="3000" fill="hold"/>
                                        <p:tgtEl>
                                          <p:spTgt spid="14"/>
                                        </p:tgtEl>
                                      </p:cBhvr>
                                      <p:by x="108000" y="108000"/>
                                    </p:animScale>
                                  </p:childTnLst>
                                </p:cTn>
                              </p:par>
                              <p:par>
                                <p:cTn id="25" presetID="2" presetClass="entr" presetSubtype="4" decel="100000" fill="hold" nodeType="with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additive="base">
                                        <p:cTn id="27" dur="1000" fill="hold"/>
                                        <p:tgtEl>
                                          <p:spTgt spid="2"/>
                                        </p:tgtEl>
                                        <p:attrNameLst>
                                          <p:attrName>ppt_x</p:attrName>
                                        </p:attrNameLst>
                                      </p:cBhvr>
                                      <p:tavLst>
                                        <p:tav tm="0">
                                          <p:val>
                                            <p:strVal val="#ppt_x"/>
                                          </p:val>
                                        </p:tav>
                                        <p:tav tm="100000">
                                          <p:val>
                                            <p:strVal val="#ppt_x"/>
                                          </p:val>
                                        </p:tav>
                                      </p:tavLst>
                                    </p:anim>
                                    <p:anim calcmode="lin" valueType="num">
                                      <p:cBhvr additive="base">
                                        <p:cTn id="28" dur="1000" fill="hold"/>
                                        <p:tgtEl>
                                          <p:spTgt spid="2"/>
                                        </p:tgtEl>
                                        <p:attrNameLst>
                                          <p:attrName>ppt_y</p:attrName>
                                        </p:attrNameLst>
                                      </p:cBhvr>
                                      <p:tavLst>
                                        <p:tav tm="0">
                                          <p:val>
                                            <p:strVal val="1+#ppt_h/2"/>
                                          </p:val>
                                        </p:tav>
                                        <p:tav tm="100000">
                                          <p:val>
                                            <p:strVal val="#ppt_y"/>
                                          </p:val>
                                        </p:tav>
                                      </p:tavLst>
                                    </p:anim>
                                  </p:childTnLst>
                                </p:cTn>
                              </p:par>
                              <p:par>
                                <p:cTn id="29" presetID="2" presetClass="entr" presetSubtype="4" decel="100000" fill="hold" nodeType="withEffect">
                                  <p:stCondLst>
                                    <p:cond delay="25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1000" fill="hold"/>
                                        <p:tgtEl>
                                          <p:spTgt spid="4"/>
                                        </p:tgtEl>
                                        <p:attrNameLst>
                                          <p:attrName>ppt_x</p:attrName>
                                        </p:attrNameLst>
                                      </p:cBhvr>
                                      <p:tavLst>
                                        <p:tav tm="0">
                                          <p:val>
                                            <p:strVal val="#ppt_x"/>
                                          </p:val>
                                        </p:tav>
                                        <p:tav tm="100000">
                                          <p:val>
                                            <p:strVal val="#ppt_x"/>
                                          </p:val>
                                        </p:tav>
                                      </p:tavLst>
                                    </p:anim>
                                    <p:anim calcmode="lin" valueType="num">
                                      <p:cBhvr additive="base">
                                        <p:cTn id="32" dur="1000" fill="hold"/>
                                        <p:tgtEl>
                                          <p:spTgt spid="4"/>
                                        </p:tgtEl>
                                        <p:attrNameLst>
                                          <p:attrName>ppt_y</p:attrName>
                                        </p:attrNameLst>
                                      </p:cBhvr>
                                      <p:tavLst>
                                        <p:tav tm="0">
                                          <p:val>
                                            <p:strVal val="1+#ppt_h/2"/>
                                          </p:val>
                                        </p:tav>
                                        <p:tav tm="100000">
                                          <p:val>
                                            <p:strVal val="#ppt_y"/>
                                          </p:val>
                                        </p:tav>
                                      </p:tavLst>
                                    </p:anim>
                                  </p:childTnLst>
                                </p:cTn>
                              </p:par>
                              <p:par>
                                <p:cTn id="33" presetID="2" presetClass="entr" presetSubtype="4" decel="100000" fill="hold" nodeType="withEffect">
                                  <p:stCondLst>
                                    <p:cond delay="500"/>
                                  </p:stCondLst>
                                  <p:childTnLst>
                                    <p:set>
                                      <p:cBhvr>
                                        <p:cTn id="34" dur="1" fill="hold">
                                          <p:stCondLst>
                                            <p:cond delay="0"/>
                                          </p:stCondLst>
                                        </p:cTn>
                                        <p:tgtEl>
                                          <p:spTgt spid="6"/>
                                        </p:tgtEl>
                                        <p:attrNameLst>
                                          <p:attrName>style.visibility</p:attrName>
                                        </p:attrNameLst>
                                      </p:cBhvr>
                                      <p:to>
                                        <p:strVal val="visible"/>
                                      </p:to>
                                    </p:set>
                                    <p:anim calcmode="lin" valueType="num">
                                      <p:cBhvr additive="base">
                                        <p:cTn id="35" dur="1000" fill="hold"/>
                                        <p:tgtEl>
                                          <p:spTgt spid="6"/>
                                        </p:tgtEl>
                                        <p:attrNameLst>
                                          <p:attrName>ppt_x</p:attrName>
                                        </p:attrNameLst>
                                      </p:cBhvr>
                                      <p:tavLst>
                                        <p:tav tm="0">
                                          <p:val>
                                            <p:strVal val="#ppt_x"/>
                                          </p:val>
                                        </p:tav>
                                        <p:tav tm="100000">
                                          <p:val>
                                            <p:strVal val="#ppt_x"/>
                                          </p:val>
                                        </p:tav>
                                      </p:tavLst>
                                    </p:anim>
                                    <p:anim calcmode="lin" valueType="num">
                                      <p:cBhvr additive="base">
                                        <p:cTn id="36" dur="1000" fill="hold"/>
                                        <p:tgtEl>
                                          <p:spTgt spid="6"/>
                                        </p:tgtEl>
                                        <p:attrNameLst>
                                          <p:attrName>ppt_y</p:attrName>
                                        </p:attrNameLst>
                                      </p:cBhvr>
                                      <p:tavLst>
                                        <p:tav tm="0">
                                          <p:val>
                                            <p:strVal val="1+#ppt_h/2"/>
                                          </p:val>
                                        </p:tav>
                                        <p:tav tm="100000">
                                          <p:val>
                                            <p:strVal val="#ppt_y"/>
                                          </p:val>
                                        </p:tav>
                                      </p:tavLst>
                                    </p:anim>
                                  </p:childTnLst>
                                </p:cTn>
                              </p:par>
                              <p:par>
                                <p:cTn id="37" presetID="10" presetClass="entr" presetSubtype="0" fill="hold" grpId="0" nodeType="withEffect">
                                  <p:stCondLst>
                                    <p:cond delay="75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childTnLst>
                                </p:cTn>
                              </p:par>
                              <p:par>
                                <p:cTn id="40" presetID="10" presetClass="entr" presetSubtype="0" fill="hold" grpId="0" nodeType="withEffect">
                                  <p:stCondLst>
                                    <p:cond delay="100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par>
                                <p:cTn id="43" presetID="10" presetClass="entr" presetSubtype="0" fill="hold" grpId="0" nodeType="withEffect">
                                  <p:stCondLst>
                                    <p:cond delay="125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2" grpId="1" animBg="1"/>
      <p:bldP spid="19" grpId="0" animBg="1"/>
      <p:bldP spid="19" grpId="1" animBg="1"/>
      <p:bldP spid="17" grpId="0" animBg="1"/>
      <p:bldP spid="17" grpId="1" animBg="1"/>
      <p:bldP spid="14" grpId="0" animBg="1"/>
      <p:bldP spid="14" grpId="1" animBg="1"/>
      <p:bldP spid="11" grpId="0" animBg="1"/>
      <p:bldP spid="12" grpId="0" animBg="1"/>
      <p:bldP spid="10" grpId="0" animBg="1"/>
    </p:bld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8_Title and Conten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53B68F8E-EB0B-4AED-BC9E-DA58B7CCCD16}"/>
              </a:ext>
            </a:extLst>
          </p:cNvPr>
          <p:cNvSpPr>
            <a:spLocks noGrp="1"/>
          </p:cNvSpPr>
          <p:nvPr>
            <p:ph type="pic" sz="quarter" idx="11" hasCustomPrompt="1"/>
          </p:nvPr>
        </p:nvSpPr>
        <p:spPr>
          <a:xfrm>
            <a:off x="7712588" y="2620297"/>
            <a:ext cx="1617406" cy="1617406"/>
          </a:xfrm>
          <a:custGeom>
            <a:avLst/>
            <a:gdLst>
              <a:gd name="connsiteX0" fmla="*/ 269573 w 1617406"/>
              <a:gd name="connsiteY0" fmla="*/ 0 h 1617406"/>
              <a:gd name="connsiteX1" fmla="*/ 1347833 w 1617406"/>
              <a:gd name="connsiteY1" fmla="*/ 0 h 1617406"/>
              <a:gd name="connsiteX2" fmla="*/ 1617406 w 1617406"/>
              <a:gd name="connsiteY2" fmla="*/ 269573 h 1617406"/>
              <a:gd name="connsiteX3" fmla="*/ 1617406 w 1617406"/>
              <a:gd name="connsiteY3" fmla="*/ 1347833 h 1617406"/>
              <a:gd name="connsiteX4" fmla="*/ 1347833 w 1617406"/>
              <a:gd name="connsiteY4" fmla="*/ 1617406 h 1617406"/>
              <a:gd name="connsiteX5" fmla="*/ 269573 w 1617406"/>
              <a:gd name="connsiteY5" fmla="*/ 1617406 h 1617406"/>
              <a:gd name="connsiteX6" fmla="*/ 0 w 1617406"/>
              <a:gd name="connsiteY6" fmla="*/ 1347833 h 1617406"/>
              <a:gd name="connsiteX7" fmla="*/ 0 w 1617406"/>
              <a:gd name="connsiteY7" fmla="*/ 269573 h 1617406"/>
              <a:gd name="connsiteX8" fmla="*/ 269573 w 1617406"/>
              <a:gd name="connsiteY8" fmla="*/ 0 h 1617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7406" h="1617406">
                <a:moveTo>
                  <a:pt x="269573" y="0"/>
                </a:moveTo>
                <a:lnTo>
                  <a:pt x="1347833" y="0"/>
                </a:lnTo>
                <a:cubicBezTo>
                  <a:pt x="1496714" y="0"/>
                  <a:pt x="1617406" y="120692"/>
                  <a:pt x="1617406" y="269573"/>
                </a:cubicBezTo>
                <a:lnTo>
                  <a:pt x="1617406" y="1347833"/>
                </a:lnTo>
                <a:cubicBezTo>
                  <a:pt x="1617406" y="1496714"/>
                  <a:pt x="1496714" y="1617406"/>
                  <a:pt x="1347833" y="1617406"/>
                </a:cubicBezTo>
                <a:lnTo>
                  <a:pt x="269573" y="1617406"/>
                </a:lnTo>
                <a:cubicBezTo>
                  <a:pt x="120692" y="1617406"/>
                  <a:pt x="0" y="1496714"/>
                  <a:pt x="0" y="1347833"/>
                </a:cubicBezTo>
                <a:lnTo>
                  <a:pt x="0" y="269573"/>
                </a:lnTo>
                <a:cubicBezTo>
                  <a:pt x="0" y="120692"/>
                  <a:pt x="120692" y="0"/>
                  <a:pt x="269573" y="0"/>
                </a:cubicBezTo>
                <a:close/>
              </a:path>
            </a:pathLst>
          </a:custGeom>
          <a:solidFill>
            <a:schemeClr val="bg1">
              <a:lumMod val="95000"/>
              <a:alpha val="25000"/>
            </a:schemeClr>
          </a:solidFill>
          <a:effectLst>
            <a:outerShdw blurRad="723900" dist="368300" dir="5400000" sx="88000" sy="88000" algn="t" rotWithShape="0">
              <a:prstClr val="black">
                <a:alpha val="18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9" name="Picture Placeholder 8">
            <a:extLst>
              <a:ext uri="{FF2B5EF4-FFF2-40B4-BE49-F238E27FC236}">
                <a16:creationId xmlns:a16="http://schemas.microsoft.com/office/drawing/2014/main" id="{2C9E8DC7-CBF0-407B-9B4D-00DE8FA74374}"/>
              </a:ext>
            </a:extLst>
          </p:cNvPr>
          <p:cNvSpPr>
            <a:spLocks noGrp="1"/>
          </p:cNvSpPr>
          <p:nvPr>
            <p:ph type="pic" sz="quarter" idx="12" hasCustomPrompt="1"/>
          </p:nvPr>
        </p:nvSpPr>
        <p:spPr>
          <a:xfrm>
            <a:off x="9482394" y="2620297"/>
            <a:ext cx="1617406" cy="1617406"/>
          </a:xfrm>
          <a:custGeom>
            <a:avLst/>
            <a:gdLst>
              <a:gd name="connsiteX0" fmla="*/ 269573 w 1617406"/>
              <a:gd name="connsiteY0" fmla="*/ 0 h 1617406"/>
              <a:gd name="connsiteX1" fmla="*/ 1347833 w 1617406"/>
              <a:gd name="connsiteY1" fmla="*/ 0 h 1617406"/>
              <a:gd name="connsiteX2" fmla="*/ 1617406 w 1617406"/>
              <a:gd name="connsiteY2" fmla="*/ 269573 h 1617406"/>
              <a:gd name="connsiteX3" fmla="*/ 1617406 w 1617406"/>
              <a:gd name="connsiteY3" fmla="*/ 1347833 h 1617406"/>
              <a:gd name="connsiteX4" fmla="*/ 1347833 w 1617406"/>
              <a:gd name="connsiteY4" fmla="*/ 1617406 h 1617406"/>
              <a:gd name="connsiteX5" fmla="*/ 269573 w 1617406"/>
              <a:gd name="connsiteY5" fmla="*/ 1617406 h 1617406"/>
              <a:gd name="connsiteX6" fmla="*/ 0 w 1617406"/>
              <a:gd name="connsiteY6" fmla="*/ 1347833 h 1617406"/>
              <a:gd name="connsiteX7" fmla="*/ 0 w 1617406"/>
              <a:gd name="connsiteY7" fmla="*/ 269573 h 1617406"/>
              <a:gd name="connsiteX8" fmla="*/ 269573 w 1617406"/>
              <a:gd name="connsiteY8" fmla="*/ 0 h 1617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7406" h="1617406">
                <a:moveTo>
                  <a:pt x="269573" y="0"/>
                </a:moveTo>
                <a:lnTo>
                  <a:pt x="1347833" y="0"/>
                </a:lnTo>
                <a:cubicBezTo>
                  <a:pt x="1496714" y="0"/>
                  <a:pt x="1617406" y="120692"/>
                  <a:pt x="1617406" y="269573"/>
                </a:cubicBezTo>
                <a:lnTo>
                  <a:pt x="1617406" y="1347833"/>
                </a:lnTo>
                <a:cubicBezTo>
                  <a:pt x="1617406" y="1496714"/>
                  <a:pt x="1496714" y="1617406"/>
                  <a:pt x="1347833" y="1617406"/>
                </a:cubicBezTo>
                <a:lnTo>
                  <a:pt x="269573" y="1617406"/>
                </a:lnTo>
                <a:cubicBezTo>
                  <a:pt x="120692" y="1617406"/>
                  <a:pt x="0" y="1496714"/>
                  <a:pt x="0" y="1347833"/>
                </a:cubicBezTo>
                <a:lnTo>
                  <a:pt x="0" y="269573"/>
                </a:lnTo>
                <a:cubicBezTo>
                  <a:pt x="0" y="120692"/>
                  <a:pt x="120692" y="0"/>
                  <a:pt x="269573" y="0"/>
                </a:cubicBezTo>
                <a:close/>
              </a:path>
            </a:pathLst>
          </a:custGeom>
          <a:solidFill>
            <a:schemeClr val="bg1">
              <a:lumMod val="95000"/>
              <a:alpha val="25000"/>
            </a:schemeClr>
          </a:solidFill>
          <a:effectLst>
            <a:outerShdw blurRad="723900" dist="368300" dir="5400000" sx="88000" sy="88000" algn="t" rotWithShape="0">
              <a:prstClr val="black">
                <a:alpha val="18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7" name="Picture Placeholder 6">
            <a:extLst>
              <a:ext uri="{FF2B5EF4-FFF2-40B4-BE49-F238E27FC236}">
                <a16:creationId xmlns:a16="http://schemas.microsoft.com/office/drawing/2014/main" id="{1A8938C3-A4BF-4003-B598-F8D4C3141D23}"/>
              </a:ext>
            </a:extLst>
          </p:cNvPr>
          <p:cNvSpPr>
            <a:spLocks noGrp="1"/>
          </p:cNvSpPr>
          <p:nvPr>
            <p:ph type="pic" sz="quarter" idx="10" hasCustomPrompt="1"/>
          </p:nvPr>
        </p:nvSpPr>
        <p:spPr>
          <a:xfrm>
            <a:off x="5942782" y="2620297"/>
            <a:ext cx="1617406" cy="1617406"/>
          </a:xfrm>
          <a:custGeom>
            <a:avLst/>
            <a:gdLst>
              <a:gd name="connsiteX0" fmla="*/ 269573 w 1617406"/>
              <a:gd name="connsiteY0" fmla="*/ 0 h 1617406"/>
              <a:gd name="connsiteX1" fmla="*/ 1347833 w 1617406"/>
              <a:gd name="connsiteY1" fmla="*/ 0 h 1617406"/>
              <a:gd name="connsiteX2" fmla="*/ 1617406 w 1617406"/>
              <a:gd name="connsiteY2" fmla="*/ 269573 h 1617406"/>
              <a:gd name="connsiteX3" fmla="*/ 1617406 w 1617406"/>
              <a:gd name="connsiteY3" fmla="*/ 1347833 h 1617406"/>
              <a:gd name="connsiteX4" fmla="*/ 1347833 w 1617406"/>
              <a:gd name="connsiteY4" fmla="*/ 1617406 h 1617406"/>
              <a:gd name="connsiteX5" fmla="*/ 269573 w 1617406"/>
              <a:gd name="connsiteY5" fmla="*/ 1617406 h 1617406"/>
              <a:gd name="connsiteX6" fmla="*/ 0 w 1617406"/>
              <a:gd name="connsiteY6" fmla="*/ 1347833 h 1617406"/>
              <a:gd name="connsiteX7" fmla="*/ 0 w 1617406"/>
              <a:gd name="connsiteY7" fmla="*/ 269573 h 1617406"/>
              <a:gd name="connsiteX8" fmla="*/ 269573 w 1617406"/>
              <a:gd name="connsiteY8" fmla="*/ 0 h 1617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7406" h="1617406">
                <a:moveTo>
                  <a:pt x="269573" y="0"/>
                </a:moveTo>
                <a:lnTo>
                  <a:pt x="1347833" y="0"/>
                </a:lnTo>
                <a:cubicBezTo>
                  <a:pt x="1496714" y="0"/>
                  <a:pt x="1617406" y="120692"/>
                  <a:pt x="1617406" y="269573"/>
                </a:cubicBezTo>
                <a:lnTo>
                  <a:pt x="1617406" y="1347833"/>
                </a:lnTo>
                <a:cubicBezTo>
                  <a:pt x="1617406" y="1496714"/>
                  <a:pt x="1496714" y="1617406"/>
                  <a:pt x="1347833" y="1617406"/>
                </a:cubicBezTo>
                <a:lnTo>
                  <a:pt x="269573" y="1617406"/>
                </a:lnTo>
                <a:cubicBezTo>
                  <a:pt x="120692" y="1617406"/>
                  <a:pt x="0" y="1496714"/>
                  <a:pt x="0" y="1347833"/>
                </a:cubicBezTo>
                <a:lnTo>
                  <a:pt x="0" y="269573"/>
                </a:lnTo>
                <a:cubicBezTo>
                  <a:pt x="0" y="120692"/>
                  <a:pt x="120692" y="0"/>
                  <a:pt x="269573" y="0"/>
                </a:cubicBezTo>
                <a:close/>
              </a:path>
            </a:pathLst>
          </a:custGeom>
          <a:solidFill>
            <a:schemeClr val="bg1">
              <a:lumMod val="95000"/>
              <a:alpha val="25000"/>
            </a:schemeClr>
          </a:solidFill>
          <a:effectLst>
            <a:outerShdw blurRad="723900" dist="368300" dir="5400000" sx="88000" sy="88000" algn="t" rotWithShape="0">
              <a:prstClr val="black">
                <a:alpha val="18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850024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26" presetClass="emph" presetSubtype="0" fill="hold" grpId="1" nodeType="withEffect">
                                  <p:stCondLst>
                                    <p:cond delay="500"/>
                                  </p:stCondLst>
                                  <p:childTnLst>
                                    <p:animEffect transition="out" filter="fade">
                                      <p:cBhvr>
                                        <p:cTn id="9" dur="500" tmFilter="0, 0; .2, .5; .8, .5; 1, 0"/>
                                        <p:tgtEl>
                                          <p:spTgt spid="7"/>
                                        </p:tgtEl>
                                      </p:cBhvr>
                                    </p:animEffect>
                                    <p:animScale>
                                      <p:cBhvr>
                                        <p:cTn id="10" dur="250" autoRev="1" fill="hold"/>
                                        <p:tgtEl>
                                          <p:spTgt spid="7"/>
                                        </p:tgtEl>
                                      </p:cBhvr>
                                      <p:by x="105000" y="105000"/>
                                    </p:animScale>
                                  </p:childTnLst>
                                </p:cTn>
                              </p:par>
                              <p:par>
                                <p:cTn id="11" presetID="10" presetClass="entr" presetSubtype="0" fill="hold" grpId="0" nodeType="withEffect">
                                  <p:stCondLst>
                                    <p:cond delay="75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26" presetClass="emph" presetSubtype="0" fill="hold" grpId="1" nodeType="withEffect">
                                  <p:stCondLst>
                                    <p:cond delay="750"/>
                                  </p:stCondLst>
                                  <p:childTnLst>
                                    <p:animEffect transition="out" filter="fade">
                                      <p:cBhvr>
                                        <p:cTn id="15" dur="500" tmFilter="0, 0; .2, .5; .8, .5; 1, 0"/>
                                        <p:tgtEl>
                                          <p:spTgt spid="8"/>
                                        </p:tgtEl>
                                      </p:cBhvr>
                                    </p:animEffect>
                                    <p:animScale>
                                      <p:cBhvr>
                                        <p:cTn id="16" dur="250" autoRev="1" fill="hold"/>
                                        <p:tgtEl>
                                          <p:spTgt spid="8"/>
                                        </p:tgtEl>
                                      </p:cBhvr>
                                      <p:by x="105000" y="105000"/>
                                    </p:animScale>
                                  </p:childTnLst>
                                </p:cTn>
                              </p:par>
                              <p:par>
                                <p:cTn id="17" presetID="10" presetClass="entr" presetSubtype="0" fill="hold" grpId="0" nodeType="withEffect">
                                  <p:stCondLst>
                                    <p:cond delay="100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26" presetClass="emph" presetSubtype="0" fill="hold" grpId="1" nodeType="withEffect">
                                  <p:stCondLst>
                                    <p:cond delay="1000"/>
                                  </p:stCondLst>
                                  <p:childTnLst>
                                    <p:animEffect transition="out" filter="fade">
                                      <p:cBhvr>
                                        <p:cTn id="21" dur="500" tmFilter="0, 0; .2, .5; .8, .5; 1, 0"/>
                                        <p:tgtEl>
                                          <p:spTgt spid="9"/>
                                        </p:tgtEl>
                                      </p:cBhvr>
                                    </p:animEffect>
                                    <p:animScale>
                                      <p:cBhvr>
                                        <p:cTn id="22" dur="250" autoRev="1" fill="hold"/>
                                        <p:tgtEl>
                                          <p:spTgt spid="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9" grpId="0" animBg="1"/>
      <p:bldP spid="9" grpId="1" animBg="1"/>
      <p:bldP spid="7" grpId="0" animBg="1"/>
      <p:bldP spid="7" grpId="1" animBg="1"/>
    </p:bld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9_Title and Content">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347339EE-B305-4489-AE63-2432C137AA60}"/>
              </a:ext>
            </a:extLst>
          </p:cNvPr>
          <p:cNvSpPr>
            <a:spLocks noGrp="1"/>
          </p:cNvSpPr>
          <p:nvPr>
            <p:ph type="pic" sz="quarter" idx="10" hasCustomPrompt="1"/>
          </p:nvPr>
        </p:nvSpPr>
        <p:spPr>
          <a:xfrm>
            <a:off x="0" y="4315366"/>
            <a:ext cx="4832233" cy="2542635"/>
          </a:xfrm>
          <a:custGeom>
            <a:avLst/>
            <a:gdLst>
              <a:gd name="connsiteX0" fmla="*/ 0 w 4832233"/>
              <a:gd name="connsiteY0" fmla="*/ 0 h 2542635"/>
              <a:gd name="connsiteX1" fmla="*/ 4496936 w 4832233"/>
              <a:gd name="connsiteY1" fmla="*/ 0 h 2542635"/>
              <a:gd name="connsiteX2" fmla="*/ 4832233 w 4832233"/>
              <a:gd name="connsiteY2" fmla="*/ 335297 h 2542635"/>
              <a:gd name="connsiteX3" fmla="*/ 4832233 w 4832233"/>
              <a:gd name="connsiteY3" fmla="*/ 2542635 h 2542635"/>
              <a:gd name="connsiteX4" fmla="*/ 0 w 4832233"/>
              <a:gd name="connsiteY4" fmla="*/ 2542635 h 2542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32233" h="2542635">
                <a:moveTo>
                  <a:pt x="0" y="0"/>
                </a:moveTo>
                <a:lnTo>
                  <a:pt x="4496936" y="0"/>
                </a:lnTo>
                <a:cubicBezTo>
                  <a:pt x="4682115" y="0"/>
                  <a:pt x="4832233" y="150118"/>
                  <a:pt x="4832233" y="335297"/>
                </a:cubicBezTo>
                <a:lnTo>
                  <a:pt x="4832233" y="2542635"/>
                </a:lnTo>
                <a:lnTo>
                  <a:pt x="0" y="2542635"/>
                </a:ln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6" name="Rectangle: Single Corner Rounded 5">
            <a:extLst>
              <a:ext uri="{FF2B5EF4-FFF2-40B4-BE49-F238E27FC236}">
                <a16:creationId xmlns:a16="http://schemas.microsoft.com/office/drawing/2014/main" id="{5D2DD106-7971-469B-A743-7679AA92B24B}"/>
              </a:ext>
            </a:extLst>
          </p:cNvPr>
          <p:cNvSpPr/>
          <p:nvPr userDrawn="1"/>
        </p:nvSpPr>
        <p:spPr>
          <a:xfrm flipH="1" flipV="1">
            <a:off x="4832233" y="-3"/>
            <a:ext cx="7359767" cy="4093779"/>
          </a:xfrm>
          <a:prstGeom prst="round1Rect">
            <a:avLst>
              <a:gd name="adj" fmla="val 10182"/>
            </a:avLst>
          </a:prstGeom>
          <a:solidFill>
            <a:srgbClr val="F5F6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583625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000" fill="hold"/>
                                        <p:tgtEl>
                                          <p:spTgt spid="6"/>
                                        </p:tgtEl>
                                        <p:attrNameLst>
                                          <p:attrName>ppt_x</p:attrName>
                                        </p:attrNameLst>
                                      </p:cBhvr>
                                      <p:tavLst>
                                        <p:tav tm="0">
                                          <p:val>
                                            <p:strVal val="#ppt_x"/>
                                          </p:val>
                                        </p:tav>
                                        <p:tav tm="100000">
                                          <p:val>
                                            <p:strVal val="#ppt_x"/>
                                          </p:val>
                                        </p:tav>
                                      </p:tavLst>
                                    </p:anim>
                                    <p:anim calcmode="lin" valueType="num">
                                      <p:cBhvr additive="base">
                                        <p:cTn id="8" dur="1000" fill="hold"/>
                                        <p:tgtEl>
                                          <p:spTgt spid="6"/>
                                        </p:tgtEl>
                                        <p:attrNameLst>
                                          <p:attrName>ppt_y</p:attrName>
                                        </p:attrNameLst>
                                      </p:cBhvr>
                                      <p:tavLst>
                                        <p:tav tm="0">
                                          <p:val>
                                            <p:strVal val="0-#ppt_h/2"/>
                                          </p:val>
                                        </p:tav>
                                        <p:tav tm="100000">
                                          <p:val>
                                            <p:strVal val="#ppt_y"/>
                                          </p:val>
                                        </p:tav>
                                      </p:tavLst>
                                    </p:anim>
                                  </p:childTnLst>
                                </p:cTn>
                              </p:par>
                              <p:par>
                                <p:cTn id="9" presetID="2" presetClass="entr" presetSubtype="4" decel="10000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750" fill="hold"/>
                                        <p:tgtEl>
                                          <p:spTgt spid="10"/>
                                        </p:tgtEl>
                                        <p:attrNameLst>
                                          <p:attrName>ppt_x</p:attrName>
                                        </p:attrNameLst>
                                      </p:cBhvr>
                                      <p:tavLst>
                                        <p:tav tm="0">
                                          <p:val>
                                            <p:strVal val="#ppt_x"/>
                                          </p:val>
                                        </p:tav>
                                        <p:tav tm="100000">
                                          <p:val>
                                            <p:strVal val="#ppt_x"/>
                                          </p:val>
                                        </p:tav>
                                      </p:tavLst>
                                    </p:anim>
                                    <p:anim calcmode="lin" valueType="num">
                                      <p:cBhvr additive="base">
                                        <p:cTn id="12" dur="75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6" grpId="0" animBg="1"/>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30_Title and Content">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6725744-A33A-42F7-9088-02DBFCE609EF}"/>
              </a:ext>
            </a:extLst>
          </p:cNvPr>
          <p:cNvSpPr>
            <a:spLocks noGrp="1"/>
          </p:cNvSpPr>
          <p:nvPr>
            <p:ph type="pic" sz="quarter" idx="10" hasCustomPrompt="1"/>
          </p:nvPr>
        </p:nvSpPr>
        <p:spPr>
          <a:xfrm>
            <a:off x="-1" y="0"/>
            <a:ext cx="12192000" cy="3850012"/>
          </a:xfrm>
          <a:custGeom>
            <a:avLst/>
            <a:gdLst>
              <a:gd name="connsiteX0" fmla="*/ 8397881 w 12192000"/>
              <a:gd name="connsiteY0" fmla="*/ 3438408 h 3850012"/>
              <a:gd name="connsiteX1" fmla="*/ 8397951 w 12192000"/>
              <a:gd name="connsiteY1" fmla="*/ 3438722 h 3850012"/>
              <a:gd name="connsiteX2" fmla="*/ 8398480 w 12192000"/>
              <a:gd name="connsiteY2" fmla="*/ 3438408 h 3850012"/>
              <a:gd name="connsiteX3" fmla="*/ 3793520 w 12192000"/>
              <a:gd name="connsiteY3" fmla="*/ 3438408 h 3850012"/>
              <a:gd name="connsiteX4" fmla="*/ 3794049 w 12192000"/>
              <a:gd name="connsiteY4" fmla="*/ 3438722 h 3850012"/>
              <a:gd name="connsiteX5" fmla="*/ 3794120 w 12192000"/>
              <a:gd name="connsiteY5" fmla="*/ 3438408 h 3850012"/>
              <a:gd name="connsiteX6" fmla="*/ 0 w 12192000"/>
              <a:gd name="connsiteY6" fmla="*/ 0 h 3850012"/>
              <a:gd name="connsiteX7" fmla="*/ 12192000 w 12192000"/>
              <a:gd name="connsiteY7" fmla="*/ 0 h 3850012"/>
              <a:gd name="connsiteX8" fmla="*/ 12192000 w 12192000"/>
              <a:gd name="connsiteY8" fmla="*/ 1638205 h 3850012"/>
              <a:gd name="connsiteX9" fmla="*/ 12192000 w 12192000"/>
              <a:gd name="connsiteY9" fmla="*/ 2316406 h 3850012"/>
              <a:gd name="connsiteX10" fmla="*/ 12192000 w 12192000"/>
              <a:gd name="connsiteY10" fmla="*/ 2450440 h 3850012"/>
              <a:gd name="connsiteX11" fmla="*/ 12192000 w 12192000"/>
              <a:gd name="connsiteY11" fmla="*/ 3396029 h 3850012"/>
              <a:gd name="connsiteX12" fmla="*/ 12192000 w 12192000"/>
              <a:gd name="connsiteY12" fmla="*/ 3497742 h 3850012"/>
              <a:gd name="connsiteX13" fmla="*/ 12165341 w 12192000"/>
              <a:gd name="connsiteY13" fmla="*/ 3499553 h 3850012"/>
              <a:gd name="connsiteX14" fmla="*/ 11967973 w 12192000"/>
              <a:gd name="connsiteY14" fmla="*/ 3572710 h 3850012"/>
              <a:gd name="connsiteX15" fmla="*/ 11944992 w 12192000"/>
              <a:gd name="connsiteY15" fmla="*/ 3591983 h 3850012"/>
              <a:gd name="connsiteX16" fmla="*/ 11942396 w 12192000"/>
              <a:gd name="connsiteY16" fmla="*/ 3595502 h 3850012"/>
              <a:gd name="connsiteX17" fmla="*/ 11911532 w 12192000"/>
              <a:gd name="connsiteY17" fmla="*/ 3619435 h 3850012"/>
              <a:gd name="connsiteX18" fmla="*/ 11808711 w 12192000"/>
              <a:gd name="connsiteY18" fmla="*/ 3701232 h 3850012"/>
              <a:gd name="connsiteX19" fmla="*/ 11291279 w 12192000"/>
              <a:gd name="connsiteY19" fmla="*/ 3849374 h 3850012"/>
              <a:gd name="connsiteX20" fmla="*/ 10847202 w 12192000"/>
              <a:gd name="connsiteY20" fmla="*/ 3657838 h 3850012"/>
              <a:gd name="connsiteX21" fmla="*/ 10424269 w 12192000"/>
              <a:gd name="connsiteY21" fmla="*/ 3469846 h 3850012"/>
              <a:gd name="connsiteX22" fmla="*/ 10128215 w 12192000"/>
              <a:gd name="connsiteY22" fmla="*/ 3618819 h 3850012"/>
              <a:gd name="connsiteX23" fmla="*/ 9564304 w 12192000"/>
              <a:gd name="connsiteY23" fmla="*/ 3838731 h 3850012"/>
              <a:gd name="connsiteX24" fmla="*/ 9096430 w 12192000"/>
              <a:gd name="connsiteY24" fmla="*/ 3690092 h 3850012"/>
              <a:gd name="connsiteX25" fmla="*/ 9033902 w 12192000"/>
              <a:gd name="connsiteY25" fmla="*/ 3632538 h 3850012"/>
              <a:gd name="connsiteX26" fmla="*/ 8988988 w 12192000"/>
              <a:gd name="connsiteY26" fmla="*/ 3595502 h 3850012"/>
              <a:gd name="connsiteX27" fmla="*/ 8979560 w 12192000"/>
              <a:gd name="connsiteY27" fmla="*/ 3581907 h 3850012"/>
              <a:gd name="connsiteX28" fmla="*/ 8949396 w 12192000"/>
              <a:gd name="connsiteY28" fmla="*/ 3553478 h 3850012"/>
              <a:gd name="connsiteX29" fmla="*/ 8718436 w 12192000"/>
              <a:gd name="connsiteY29" fmla="*/ 3459207 h 3850012"/>
              <a:gd name="connsiteX30" fmla="*/ 8429428 w 12192000"/>
              <a:gd name="connsiteY30" fmla="*/ 3608180 h 3850012"/>
              <a:gd name="connsiteX31" fmla="*/ 7752735 w 12192000"/>
              <a:gd name="connsiteY31" fmla="*/ 3842280 h 3850012"/>
              <a:gd name="connsiteX32" fmla="*/ 7195876 w 12192000"/>
              <a:gd name="connsiteY32" fmla="*/ 3601086 h 3850012"/>
              <a:gd name="connsiteX33" fmla="*/ 6956214 w 12192000"/>
              <a:gd name="connsiteY33" fmla="*/ 3469846 h 3850012"/>
              <a:gd name="connsiteX34" fmla="*/ 6674259 w 12192000"/>
              <a:gd name="connsiteY34" fmla="*/ 3604631 h 3850012"/>
              <a:gd name="connsiteX35" fmla="*/ 6578767 w 12192000"/>
              <a:gd name="connsiteY35" fmla="*/ 3687543 h 3850012"/>
              <a:gd name="connsiteX36" fmla="*/ 6558853 w 12192000"/>
              <a:gd name="connsiteY36" fmla="*/ 3700122 h 3850012"/>
              <a:gd name="connsiteX37" fmla="*/ 6545011 w 12192000"/>
              <a:gd name="connsiteY37" fmla="*/ 3713480 h 3850012"/>
              <a:gd name="connsiteX38" fmla="*/ 6109851 w 12192000"/>
              <a:gd name="connsiteY38" fmla="*/ 3835186 h 3850012"/>
              <a:gd name="connsiteX39" fmla="*/ 6096001 w 12192000"/>
              <a:gd name="connsiteY39" fmla="*/ 3834671 h 3850012"/>
              <a:gd name="connsiteX40" fmla="*/ 6082151 w 12192000"/>
              <a:gd name="connsiteY40" fmla="*/ 3835186 h 3850012"/>
              <a:gd name="connsiteX41" fmla="*/ 5646993 w 12192000"/>
              <a:gd name="connsiteY41" fmla="*/ 3713480 h 3850012"/>
              <a:gd name="connsiteX42" fmla="*/ 5633151 w 12192000"/>
              <a:gd name="connsiteY42" fmla="*/ 3700121 h 3850012"/>
              <a:gd name="connsiteX43" fmla="*/ 5613237 w 12192000"/>
              <a:gd name="connsiteY43" fmla="*/ 3687543 h 3850012"/>
              <a:gd name="connsiteX44" fmla="*/ 5517746 w 12192000"/>
              <a:gd name="connsiteY44" fmla="*/ 3604631 h 3850012"/>
              <a:gd name="connsiteX45" fmla="*/ 5235788 w 12192000"/>
              <a:gd name="connsiteY45" fmla="*/ 3469846 h 3850012"/>
              <a:gd name="connsiteX46" fmla="*/ 4996126 w 12192000"/>
              <a:gd name="connsiteY46" fmla="*/ 3601086 h 3850012"/>
              <a:gd name="connsiteX47" fmla="*/ 4439270 w 12192000"/>
              <a:gd name="connsiteY47" fmla="*/ 3842280 h 3850012"/>
              <a:gd name="connsiteX48" fmla="*/ 3762572 w 12192000"/>
              <a:gd name="connsiteY48" fmla="*/ 3608180 h 3850012"/>
              <a:gd name="connsiteX49" fmla="*/ 3473564 w 12192000"/>
              <a:gd name="connsiteY49" fmla="*/ 3459207 h 3850012"/>
              <a:gd name="connsiteX50" fmla="*/ 3242604 w 12192000"/>
              <a:gd name="connsiteY50" fmla="*/ 3553478 h 3850012"/>
              <a:gd name="connsiteX51" fmla="*/ 3212441 w 12192000"/>
              <a:gd name="connsiteY51" fmla="*/ 3581907 h 3850012"/>
              <a:gd name="connsiteX52" fmla="*/ 3203012 w 12192000"/>
              <a:gd name="connsiteY52" fmla="*/ 3595502 h 3850012"/>
              <a:gd name="connsiteX53" fmla="*/ 3158099 w 12192000"/>
              <a:gd name="connsiteY53" fmla="*/ 3632538 h 3850012"/>
              <a:gd name="connsiteX54" fmla="*/ 3095570 w 12192000"/>
              <a:gd name="connsiteY54" fmla="*/ 3690092 h 3850012"/>
              <a:gd name="connsiteX55" fmla="*/ 2627698 w 12192000"/>
              <a:gd name="connsiteY55" fmla="*/ 3838731 h 3850012"/>
              <a:gd name="connsiteX56" fmla="*/ 2063785 w 12192000"/>
              <a:gd name="connsiteY56" fmla="*/ 3618819 h 3850012"/>
              <a:gd name="connsiteX57" fmla="*/ 1767732 w 12192000"/>
              <a:gd name="connsiteY57" fmla="*/ 3469846 h 3850012"/>
              <a:gd name="connsiteX58" fmla="*/ 1344798 w 12192000"/>
              <a:gd name="connsiteY58" fmla="*/ 3657838 h 3850012"/>
              <a:gd name="connsiteX59" fmla="*/ 900721 w 12192000"/>
              <a:gd name="connsiteY59" fmla="*/ 3849374 h 3850012"/>
              <a:gd name="connsiteX60" fmla="*/ 383289 w 12192000"/>
              <a:gd name="connsiteY60" fmla="*/ 3701232 h 3850012"/>
              <a:gd name="connsiteX61" fmla="*/ 280468 w 12192000"/>
              <a:gd name="connsiteY61" fmla="*/ 3619435 h 3850012"/>
              <a:gd name="connsiteX62" fmla="*/ 249604 w 12192000"/>
              <a:gd name="connsiteY62" fmla="*/ 3595502 h 3850012"/>
              <a:gd name="connsiteX63" fmla="*/ 247008 w 12192000"/>
              <a:gd name="connsiteY63" fmla="*/ 3591983 h 3850012"/>
              <a:gd name="connsiteX64" fmla="*/ 224027 w 12192000"/>
              <a:gd name="connsiteY64" fmla="*/ 3572710 h 3850012"/>
              <a:gd name="connsiteX65" fmla="*/ 26659 w 12192000"/>
              <a:gd name="connsiteY65" fmla="*/ 3499553 h 3850012"/>
              <a:gd name="connsiteX66" fmla="*/ 0 w 12192000"/>
              <a:gd name="connsiteY66" fmla="*/ 3497742 h 3850012"/>
              <a:gd name="connsiteX67" fmla="*/ 0 w 12192000"/>
              <a:gd name="connsiteY67" fmla="*/ 3396029 h 3850012"/>
              <a:gd name="connsiteX68" fmla="*/ 0 w 12192000"/>
              <a:gd name="connsiteY68" fmla="*/ 2450440 h 3850012"/>
              <a:gd name="connsiteX69" fmla="*/ 0 w 12192000"/>
              <a:gd name="connsiteY69" fmla="*/ 2316406 h 3850012"/>
              <a:gd name="connsiteX70" fmla="*/ 0 w 12192000"/>
              <a:gd name="connsiteY70" fmla="*/ 1638205 h 3850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2192000" h="3850012">
                <a:moveTo>
                  <a:pt x="8397881" y="3438408"/>
                </a:moveTo>
                <a:cubicBezTo>
                  <a:pt x="8397905" y="3438513"/>
                  <a:pt x="8397928" y="3438618"/>
                  <a:pt x="8397951" y="3438722"/>
                </a:cubicBezTo>
                <a:lnTo>
                  <a:pt x="8398480" y="3438408"/>
                </a:lnTo>
                <a:close/>
                <a:moveTo>
                  <a:pt x="3793520" y="3438408"/>
                </a:moveTo>
                <a:lnTo>
                  <a:pt x="3794049" y="3438722"/>
                </a:lnTo>
                <a:cubicBezTo>
                  <a:pt x="3794073" y="3438618"/>
                  <a:pt x="3794095" y="3438513"/>
                  <a:pt x="3794120" y="3438408"/>
                </a:cubicBezTo>
                <a:close/>
                <a:moveTo>
                  <a:pt x="0" y="0"/>
                </a:moveTo>
                <a:lnTo>
                  <a:pt x="12192000" y="0"/>
                </a:lnTo>
                <a:lnTo>
                  <a:pt x="12192000" y="1638205"/>
                </a:lnTo>
                <a:lnTo>
                  <a:pt x="12192000" y="2316406"/>
                </a:lnTo>
                <a:lnTo>
                  <a:pt x="12192000" y="2450440"/>
                </a:lnTo>
                <a:lnTo>
                  <a:pt x="12192000" y="3396029"/>
                </a:lnTo>
                <a:lnTo>
                  <a:pt x="12192000" y="3497742"/>
                </a:lnTo>
                <a:lnTo>
                  <a:pt x="12165341" y="3499553"/>
                </a:lnTo>
                <a:cubicBezTo>
                  <a:pt x="12101901" y="3506203"/>
                  <a:pt x="12024364" y="3524825"/>
                  <a:pt x="11967973" y="3572710"/>
                </a:cubicBezTo>
                <a:lnTo>
                  <a:pt x="11944992" y="3591983"/>
                </a:lnTo>
                <a:lnTo>
                  <a:pt x="11942396" y="3595502"/>
                </a:lnTo>
                <a:lnTo>
                  <a:pt x="11911532" y="3619435"/>
                </a:lnTo>
                <a:lnTo>
                  <a:pt x="11808711" y="3701232"/>
                </a:lnTo>
                <a:cubicBezTo>
                  <a:pt x="11687779" y="3789518"/>
                  <a:pt x="11545039" y="3857353"/>
                  <a:pt x="11291279" y="3849374"/>
                </a:cubicBezTo>
                <a:cubicBezTo>
                  <a:pt x="11100963" y="3845825"/>
                  <a:pt x="10974082" y="3753604"/>
                  <a:pt x="10847202" y="3657838"/>
                </a:cubicBezTo>
                <a:cubicBezTo>
                  <a:pt x="10727367" y="3565616"/>
                  <a:pt x="10593442" y="3469846"/>
                  <a:pt x="10424269" y="3469846"/>
                </a:cubicBezTo>
                <a:cubicBezTo>
                  <a:pt x="10290336" y="3469846"/>
                  <a:pt x="10212801" y="3540786"/>
                  <a:pt x="10128215" y="3618819"/>
                </a:cubicBezTo>
                <a:cubicBezTo>
                  <a:pt x="10008379" y="3728777"/>
                  <a:pt x="9881500" y="3842280"/>
                  <a:pt x="9564304" y="3838731"/>
                </a:cubicBezTo>
                <a:cubicBezTo>
                  <a:pt x="9321117" y="3836073"/>
                  <a:pt x="9192914" y="3769566"/>
                  <a:pt x="9096430" y="3690092"/>
                </a:cubicBezTo>
                <a:lnTo>
                  <a:pt x="9033902" y="3632538"/>
                </a:lnTo>
                <a:lnTo>
                  <a:pt x="8988988" y="3595502"/>
                </a:lnTo>
                <a:lnTo>
                  <a:pt x="8979560" y="3581907"/>
                </a:lnTo>
                <a:lnTo>
                  <a:pt x="8949396" y="3553478"/>
                </a:lnTo>
                <a:cubicBezTo>
                  <a:pt x="8890254" y="3501105"/>
                  <a:pt x="8824169" y="3459207"/>
                  <a:pt x="8718436" y="3459207"/>
                </a:cubicBezTo>
                <a:cubicBezTo>
                  <a:pt x="8598603" y="3455658"/>
                  <a:pt x="8514015" y="3530147"/>
                  <a:pt x="8429428" y="3608180"/>
                </a:cubicBezTo>
                <a:cubicBezTo>
                  <a:pt x="8288451" y="3732322"/>
                  <a:pt x="8140427" y="3870656"/>
                  <a:pt x="7752735" y="3842280"/>
                </a:cubicBezTo>
                <a:cubicBezTo>
                  <a:pt x="7386193" y="3817449"/>
                  <a:pt x="7287509" y="3703946"/>
                  <a:pt x="7195876" y="3601086"/>
                </a:cubicBezTo>
                <a:cubicBezTo>
                  <a:pt x="7139485" y="3537241"/>
                  <a:pt x="7090139" y="3476940"/>
                  <a:pt x="6956214" y="3469846"/>
                </a:cubicBezTo>
                <a:cubicBezTo>
                  <a:pt x="6829334" y="3459207"/>
                  <a:pt x="6758845" y="3530147"/>
                  <a:pt x="6674259" y="3604631"/>
                </a:cubicBezTo>
                <a:cubicBezTo>
                  <a:pt x="6644300" y="3632121"/>
                  <a:pt x="6613461" y="3660497"/>
                  <a:pt x="6578767" y="3687543"/>
                </a:cubicBezTo>
                <a:lnTo>
                  <a:pt x="6558853" y="3700122"/>
                </a:lnTo>
                <a:lnTo>
                  <a:pt x="6545011" y="3713480"/>
                </a:lnTo>
                <a:cubicBezTo>
                  <a:pt x="6465381" y="3779985"/>
                  <a:pt x="6353036" y="3832525"/>
                  <a:pt x="6109851" y="3835186"/>
                </a:cubicBezTo>
                <a:lnTo>
                  <a:pt x="6096001" y="3834671"/>
                </a:lnTo>
                <a:lnTo>
                  <a:pt x="6082151" y="3835186"/>
                </a:lnTo>
                <a:cubicBezTo>
                  <a:pt x="5838966" y="3832525"/>
                  <a:pt x="5726622" y="3779985"/>
                  <a:pt x="5646993" y="3713480"/>
                </a:cubicBezTo>
                <a:lnTo>
                  <a:pt x="5633151" y="3700121"/>
                </a:lnTo>
                <a:lnTo>
                  <a:pt x="5613237" y="3687543"/>
                </a:lnTo>
                <a:cubicBezTo>
                  <a:pt x="5578541" y="3660497"/>
                  <a:pt x="5547705" y="3632121"/>
                  <a:pt x="5517746" y="3604631"/>
                </a:cubicBezTo>
                <a:cubicBezTo>
                  <a:pt x="5433157" y="3530147"/>
                  <a:pt x="5362669" y="3459207"/>
                  <a:pt x="5235788" y="3469846"/>
                </a:cubicBezTo>
                <a:cubicBezTo>
                  <a:pt x="5101862" y="3476940"/>
                  <a:pt x="5052517" y="3537241"/>
                  <a:pt x="4996126" y="3601086"/>
                </a:cubicBezTo>
                <a:cubicBezTo>
                  <a:pt x="4904493" y="3703946"/>
                  <a:pt x="4805812" y="3817449"/>
                  <a:pt x="4439270" y="3842280"/>
                </a:cubicBezTo>
                <a:cubicBezTo>
                  <a:pt x="4051573" y="3870656"/>
                  <a:pt x="3903550" y="3732322"/>
                  <a:pt x="3762572" y="3608180"/>
                </a:cubicBezTo>
                <a:cubicBezTo>
                  <a:pt x="3677986" y="3530147"/>
                  <a:pt x="3593399" y="3455658"/>
                  <a:pt x="3473564" y="3459207"/>
                </a:cubicBezTo>
                <a:cubicBezTo>
                  <a:pt x="3367831" y="3459207"/>
                  <a:pt x="3301747" y="3501105"/>
                  <a:pt x="3242604" y="3553478"/>
                </a:cubicBezTo>
                <a:lnTo>
                  <a:pt x="3212441" y="3581907"/>
                </a:lnTo>
                <a:lnTo>
                  <a:pt x="3203012" y="3595502"/>
                </a:lnTo>
                <a:lnTo>
                  <a:pt x="3158099" y="3632538"/>
                </a:lnTo>
                <a:lnTo>
                  <a:pt x="3095570" y="3690092"/>
                </a:lnTo>
                <a:cubicBezTo>
                  <a:pt x="2999088" y="3769566"/>
                  <a:pt x="2870885" y="3836073"/>
                  <a:pt x="2627698" y="3838731"/>
                </a:cubicBezTo>
                <a:cubicBezTo>
                  <a:pt x="2310501" y="3842280"/>
                  <a:pt x="2183621" y="3728777"/>
                  <a:pt x="2063785" y="3618819"/>
                </a:cubicBezTo>
                <a:cubicBezTo>
                  <a:pt x="1979199" y="3540786"/>
                  <a:pt x="1901665" y="3469846"/>
                  <a:pt x="1767732" y="3469846"/>
                </a:cubicBezTo>
                <a:cubicBezTo>
                  <a:pt x="1598560" y="3469846"/>
                  <a:pt x="1464634" y="3565616"/>
                  <a:pt x="1344798" y="3657838"/>
                </a:cubicBezTo>
                <a:cubicBezTo>
                  <a:pt x="1217918" y="3753604"/>
                  <a:pt x="1091038" y="3845825"/>
                  <a:pt x="900721" y="3849374"/>
                </a:cubicBezTo>
                <a:cubicBezTo>
                  <a:pt x="646961" y="3857353"/>
                  <a:pt x="504221" y="3789518"/>
                  <a:pt x="383289" y="3701232"/>
                </a:cubicBezTo>
                <a:lnTo>
                  <a:pt x="280468" y="3619435"/>
                </a:lnTo>
                <a:lnTo>
                  <a:pt x="249604" y="3595502"/>
                </a:lnTo>
                <a:lnTo>
                  <a:pt x="247008" y="3591983"/>
                </a:lnTo>
                <a:lnTo>
                  <a:pt x="224027" y="3572710"/>
                </a:lnTo>
                <a:cubicBezTo>
                  <a:pt x="167637" y="3524825"/>
                  <a:pt x="90099" y="3506203"/>
                  <a:pt x="26659" y="3499553"/>
                </a:cubicBezTo>
                <a:lnTo>
                  <a:pt x="0" y="3497742"/>
                </a:lnTo>
                <a:lnTo>
                  <a:pt x="0" y="3396029"/>
                </a:lnTo>
                <a:lnTo>
                  <a:pt x="0" y="2450440"/>
                </a:lnTo>
                <a:lnTo>
                  <a:pt x="0" y="2316406"/>
                </a:lnTo>
                <a:lnTo>
                  <a:pt x="0" y="1638205"/>
                </a:ln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4052287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1000" fill="hold"/>
                                        <p:tgtEl>
                                          <p:spTgt spid="11"/>
                                        </p:tgtEl>
                                        <p:attrNameLst>
                                          <p:attrName>ppt_x</p:attrName>
                                        </p:attrNameLst>
                                      </p:cBhvr>
                                      <p:tavLst>
                                        <p:tav tm="0">
                                          <p:val>
                                            <p:strVal val="#ppt_x"/>
                                          </p:val>
                                        </p:tav>
                                        <p:tav tm="100000">
                                          <p:val>
                                            <p:strVal val="#ppt_x"/>
                                          </p:val>
                                        </p:tav>
                                      </p:tavLst>
                                    </p:anim>
                                    <p:anim calcmode="lin" valueType="num">
                                      <p:cBhvr additive="base">
                                        <p:cTn id="8" dur="1000" fill="hold"/>
                                        <p:tgtEl>
                                          <p:spTgt spid="1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2_Title and Conten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9C3A124A-06D9-4D43-AA32-36ADF6C9118D}"/>
              </a:ext>
            </a:extLst>
          </p:cNvPr>
          <p:cNvSpPr>
            <a:spLocks noGrp="1"/>
          </p:cNvSpPr>
          <p:nvPr>
            <p:ph type="pic" sz="quarter" idx="10" hasCustomPrompt="1"/>
          </p:nvPr>
        </p:nvSpPr>
        <p:spPr>
          <a:xfrm>
            <a:off x="6933283" y="0"/>
            <a:ext cx="5258717" cy="6858000"/>
          </a:xfrm>
          <a:custGeom>
            <a:avLst/>
            <a:gdLst>
              <a:gd name="connsiteX0" fmla="*/ 876470 w 5258717"/>
              <a:gd name="connsiteY0" fmla="*/ 0 h 6858000"/>
              <a:gd name="connsiteX1" fmla="*/ 5258717 w 5258717"/>
              <a:gd name="connsiteY1" fmla="*/ 0 h 6858000"/>
              <a:gd name="connsiteX2" fmla="*/ 5258717 w 5258717"/>
              <a:gd name="connsiteY2" fmla="*/ 6858000 h 6858000"/>
              <a:gd name="connsiteX3" fmla="*/ 0 w 5258717"/>
              <a:gd name="connsiteY3" fmla="*/ 6858000 h 6858000"/>
              <a:gd name="connsiteX4" fmla="*/ 0 w 5258717"/>
              <a:gd name="connsiteY4" fmla="*/ 876470 h 6858000"/>
              <a:gd name="connsiteX5" fmla="*/ 876470 w 5258717"/>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58717" h="6858000">
                <a:moveTo>
                  <a:pt x="876470" y="0"/>
                </a:moveTo>
                <a:lnTo>
                  <a:pt x="5258717" y="0"/>
                </a:lnTo>
                <a:lnTo>
                  <a:pt x="5258717" y="6858000"/>
                </a:lnTo>
                <a:lnTo>
                  <a:pt x="0" y="6858000"/>
                </a:lnTo>
                <a:lnTo>
                  <a:pt x="0" y="876470"/>
                </a:lnTo>
                <a:cubicBezTo>
                  <a:pt x="0" y="392409"/>
                  <a:pt x="392409" y="0"/>
                  <a:pt x="876470" y="0"/>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1707069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1000" fill="hold"/>
                                        <p:tgtEl>
                                          <p:spTgt spid="8"/>
                                        </p:tgtEl>
                                        <p:attrNameLst>
                                          <p:attrName>ppt_x</p:attrName>
                                        </p:attrNameLst>
                                      </p:cBhvr>
                                      <p:tavLst>
                                        <p:tav tm="0">
                                          <p:val>
                                            <p:strVal val="1+#ppt_w/2"/>
                                          </p:val>
                                        </p:tav>
                                        <p:tav tm="100000">
                                          <p:val>
                                            <p:strVal val="#ppt_x"/>
                                          </p:val>
                                        </p:tav>
                                      </p:tavLst>
                                    </p:anim>
                                    <p:anim calcmode="lin" valueType="num">
                                      <p:cBhvr additive="base">
                                        <p:cTn id="8" dur="10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3_Title and Content">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8CAB682-8349-4BBE-BB81-DD54F1DFE219}"/>
              </a:ext>
            </a:extLst>
          </p:cNvPr>
          <p:cNvSpPr>
            <a:spLocks noGrp="1"/>
          </p:cNvSpPr>
          <p:nvPr>
            <p:ph type="pic" sz="quarter" idx="10" hasCustomPrompt="1"/>
          </p:nvPr>
        </p:nvSpPr>
        <p:spPr>
          <a:xfrm>
            <a:off x="7930640" y="1900656"/>
            <a:ext cx="3169160" cy="1482213"/>
          </a:xfrm>
          <a:custGeom>
            <a:avLst/>
            <a:gdLst>
              <a:gd name="connsiteX0" fmla="*/ 247040 w 3169160"/>
              <a:gd name="connsiteY0" fmla="*/ 0 h 1482213"/>
              <a:gd name="connsiteX1" fmla="*/ 2922120 w 3169160"/>
              <a:gd name="connsiteY1" fmla="*/ 0 h 1482213"/>
              <a:gd name="connsiteX2" fmla="*/ 3169160 w 3169160"/>
              <a:gd name="connsiteY2" fmla="*/ 247040 h 1482213"/>
              <a:gd name="connsiteX3" fmla="*/ 3169160 w 3169160"/>
              <a:gd name="connsiteY3" fmla="*/ 1235173 h 1482213"/>
              <a:gd name="connsiteX4" fmla="*/ 2922120 w 3169160"/>
              <a:gd name="connsiteY4" fmla="*/ 1482213 h 1482213"/>
              <a:gd name="connsiteX5" fmla="*/ 247040 w 3169160"/>
              <a:gd name="connsiteY5" fmla="*/ 1482213 h 1482213"/>
              <a:gd name="connsiteX6" fmla="*/ 0 w 3169160"/>
              <a:gd name="connsiteY6" fmla="*/ 1235173 h 1482213"/>
              <a:gd name="connsiteX7" fmla="*/ 0 w 3169160"/>
              <a:gd name="connsiteY7" fmla="*/ 247040 h 1482213"/>
              <a:gd name="connsiteX8" fmla="*/ 247040 w 3169160"/>
              <a:gd name="connsiteY8" fmla="*/ 0 h 1482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69160" h="1482213">
                <a:moveTo>
                  <a:pt x="247040" y="0"/>
                </a:moveTo>
                <a:lnTo>
                  <a:pt x="2922120" y="0"/>
                </a:lnTo>
                <a:cubicBezTo>
                  <a:pt x="3058556" y="0"/>
                  <a:pt x="3169160" y="110604"/>
                  <a:pt x="3169160" y="247040"/>
                </a:cubicBezTo>
                <a:lnTo>
                  <a:pt x="3169160" y="1235173"/>
                </a:lnTo>
                <a:cubicBezTo>
                  <a:pt x="3169160" y="1371609"/>
                  <a:pt x="3058556" y="1482213"/>
                  <a:pt x="2922120" y="1482213"/>
                </a:cubicBezTo>
                <a:lnTo>
                  <a:pt x="247040" y="1482213"/>
                </a:lnTo>
                <a:cubicBezTo>
                  <a:pt x="110604" y="1482213"/>
                  <a:pt x="0" y="1371609"/>
                  <a:pt x="0" y="1235173"/>
                </a:cubicBezTo>
                <a:lnTo>
                  <a:pt x="0" y="247040"/>
                </a:lnTo>
                <a:cubicBezTo>
                  <a:pt x="0" y="110604"/>
                  <a:pt x="110604" y="0"/>
                  <a:pt x="247040" y="0"/>
                </a:cubicBezTo>
                <a:close/>
              </a:path>
            </a:pathLst>
          </a:custGeom>
          <a:solidFill>
            <a:schemeClr val="bg1">
              <a:lumMod val="95000"/>
              <a:alpha val="25000"/>
            </a:schemeClr>
          </a:solidFill>
          <a:effectLst>
            <a:outerShdw blurRad="812800" dist="330200" dir="5400000" sx="90000" sy="90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2328629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26" presetClass="emph" presetSubtype="0" fill="hold" grpId="1" nodeType="withEffect">
                                  <p:stCondLst>
                                    <p:cond delay="1000"/>
                                  </p:stCondLst>
                                  <p:childTnLst>
                                    <p:animEffect transition="out" filter="fade">
                                      <p:cBhvr>
                                        <p:cTn id="9" dur="500" tmFilter="0, 0; .2, .5; .8, .5; 1, 0"/>
                                        <p:tgtEl>
                                          <p:spTgt spid="6"/>
                                        </p:tgtEl>
                                      </p:cBhvr>
                                    </p:animEffect>
                                    <p:animScale>
                                      <p:cBhvr>
                                        <p:cTn id="10"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4_Title and Content">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30CD9F22-77F1-4C4E-8772-94FB9D602845}"/>
              </a:ext>
            </a:extLst>
          </p:cNvPr>
          <p:cNvSpPr>
            <a:spLocks noGrp="1"/>
          </p:cNvSpPr>
          <p:nvPr>
            <p:ph type="pic" sz="quarter" idx="11" hasCustomPrompt="1"/>
          </p:nvPr>
        </p:nvSpPr>
        <p:spPr>
          <a:xfrm>
            <a:off x="1482874" y="620713"/>
            <a:ext cx="4216922" cy="6237287"/>
          </a:xfrm>
          <a:custGeom>
            <a:avLst/>
            <a:gdLst>
              <a:gd name="connsiteX0" fmla="*/ 0 w 3955884"/>
              <a:gd name="connsiteY0" fmla="*/ 0 h 5851183"/>
              <a:gd name="connsiteX1" fmla="*/ 3955884 w 3955884"/>
              <a:gd name="connsiteY1" fmla="*/ 0 h 5851183"/>
              <a:gd name="connsiteX2" fmla="*/ 3955884 w 3955884"/>
              <a:gd name="connsiteY2" fmla="*/ 5851183 h 5851183"/>
              <a:gd name="connsiteX3" fmla="*/ 0 w 3955884"/>
              <a:gd name="connsiteY3" fmla="*/ 5851183 h 5851183"/>
            </a:gdLst>
            <a:ahLst/>
            <a:cxnLst>
              <a:cxn ang="0">
                <a:pos x="connsiteX0" y="connsiteY0"/>
              </a:cxn>
              <a:cxn ang="0">
                <a:pos x="connsiteX1" y="connsiteY1"/>
              </a:cxn>
              <a:cxn ang="0">
                <a:pos x="connsiteX2" y="connsiteY2"/>
              </a:cxn>
              <a:cxn ang="0">
                <a:pos x="connsiteX3" y="connsiteY3"/>
              </a:cxn>
            </a:cxnLst>
            <a:rect l="l" t="t" r="r" b="b"/>
            <a:pathLst>
              <a:path w="3955884" h="5851183">
                <a:moveTo>
                  <a:pt x="0" y="0"/>
                </a:moveTo>
                <a:lnTo>
                  <a:pt x="3955884" y="0"/>
                </a:lnTo>
                <a:lnTo>
                  <a:pt x="3955884" y="5851183"/>
                </a:lnTo>
                <a:lnTo>
                  <a:pt x="0" y="5851183"/>
                </a:lnTo>
                <a:close/>
              </a:path>
            </a:pathLst>
          </a:custGeom>
          <a:noFill/>
          <a:effectLst>
            <a:outerShdw blurRad="939800" dist="698500" dir="5400000" sx="93000" sy="93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2" name="Picture Placeholder 1">
            <a:extLst>
              <a:ext uri="{FF2B5EF4-FFF2-40B4-BE49-F238E27FC236}">
                <a16:creationId xmlns:a16="http://schemas.microsoft.com/office/drawing/2014/main" id="{6001AC19-B235-498E-B3A2-DBDEA06231A4}"/>
              </a:ext>
            </a:extLst>
          </p:cNvPr>
          <p:cNvSpPr>
            <a:spLocks noGrp="1"/>
          </p:cNvSpPr>
          <p:nvPr>
            <p:ph type="pic" sz="quarter" idx="10" hasCustomPrompt="1"/>
          </p:nvPr>
        </p:nvSpPr>
        <p:spPr>
          <a:xfrm>
            <a:off x="7930640" y="1900656"/>
            <a:ext cx="3169160" cy="1482213"/>
          </a:xfrm>
          <a:custGeom>
            <a:avLst/>
            <a:gdLst>
              <a:gd name="connsiteX0" fmla="*/ 247040 w 3169160"/>
              <a:gd name="connsiteY0" fmla="*/ 0 h 1482213"/>
              <a:gd name="connsiteX1" fmla="*/ 2922120 w 3169160"/>
              <a:gd name="connsiteY1" fmla="*/ 0 h 1482213"/>
              <a:gd name="connsiteX2" fmla="*/ 3169160 w 3169160"/>
              <a:gd name="connsiteY2" fmla="*/ 247040 h 1482213"/>
              <a:gd name="connsiteX3" fmla="*/ 3169160 w 3169160"/>
              <a:gd name="connsiteY3" fmla="*/ 1235173 h 1482213"/>
              <a:gd name="connsiteX4" fmla="*/ 2922120 w 3169160"/>
              <a:gd name="connsiteY4" fmla="*/ 1482213 h 1482213"/>
              <a:gd name="connsiteX5" fmla="*/ 247040 w 3169160"/>
              <a:gd name="connsiteY5" fmla="*/ 1482213 h 1482213"/>
              <a:gd name="connsiteX6" fmla="*/ 0 w 3169160"/>
              <a:gd name="connsiteY6" fmla="*/ 1235173 h 1482213"/>
              <a:gd name="connsiteX7" fmla="*/ 0 w 3169160"/>
              <a:gd name="connsiteY7" fmla="*/ 247040 h 1482213"/>
              <a:gd name="connsiteX8" fmla="*/ 247040 w 3169160"/>
              <a:gd name="connsiteY8" fmla="*/ 0 h 1482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69160" h="1482213">
                <a:moveTo>
                  <a:pt x="247040" y="0"/>
                </a:moveTo>
                <a:lnTo>
                  <a:pt x="2922120" y="0"/>
                </a:lnTo>
                <a:cubicBezTo>
                  <a:pt x="3058556" y="0"/>
                  <a:pt x="3169160" y="110604"/>
                  <a:pt x="3169160" y="247040"/>
                </a:cubicBezTo>
                <a:lnTo>
                  <a:pt x="3169160" y="1235173"/>
                </a:lnTo>
                <a:cubicBezTo>
                  <a:pt x="3169160" y="1371609"/>
                  <a:pt x="3058556" y="1482213"/>
                  <a:pt x="2922120" y="1482213"/>
                </a:cubicBezTo>
                <a:lnTo>
                  <a:pt x="247040" y="1482213"/>
                </a:lnTo>
                <a:cubicBezTo>
                  <a:pt x="110604" y="1482213"/>
                  <a:pt x="0" y="1371609"/>
                  <a:pt x="0" y="1235173"/>
                </a:cubicBezTo>
                <a:lnTo>
                  <a:pt x="0" y="247040"/>
                </a:lnTo>
                <a:cubicBezTo>
                  <a:pt x="0" y="110604"/>
                  <a:pt x="110604" y="0"/>
                  <a:pt x="247040" y="0"/>
                </a:cubicBezTo>
                <a:close/>
              </a:path>
            </a:pathLst>
          </a:custGeom>
          <a:solidFill>
            <a:schemeClr val="bg1">
              <a:lumMod val="95000"/>
              <a:alpha val="25000"/>
            </a:schemeClr>
          </a:solidFill>
          <a:effectLst>
            <a:outerShdw blurRad="812800" dist="330200" dir="5400000" sx="90000" sy="90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2337166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000" fill="hold"/>
                                        <p:tgtEl>
                                          <p:spTgt spid="6"/>
                                        </p:tgtEl>
                                        <p:attrNameLst>
                                          <p:attrName>ppt_x</p:attrName>
                                        </p:attrNameLst>
                                      </p:cBhvr>
                                      <p:tavLst>
                                        <p:tav tm="0">
                                          <p:val>
                                            <p:strVal val="#ppt_x"/>
                                          </p:val>
                                        </p:tav>
                                        <p:tav tm="100000">
                                          <p:val>
                                            <p:strVal val="#ppt_x"/>
                                          </p:val>
                                        </p:tav>
                                      </p:tavLst>
                                    </p:anim>
                                    <p:anim calcmode="lin" valueType="num">
                                      <p:cBhvr additive="base">
                                        <p:cTn id="8" dur="1000" fill="hold"/>
                                        <p:tgtEl>
                                          <p:spTgt spid="6"/>
                                        </p:tgtEl>
                                        <p:attrNameLst>
                                          <p:attrName>ppt_y</p:attrName>
                                        </p:attrNameLst>
                                      </p:cBhvr>
                                      <p:tavLst>
                                        <p:tav tm="0">
                                          <p:val>
                                            <p:strVal val="1+#ppt_h/2"/>
                                          </p:val>
                                        </p:tav>
                                        <p:tav tm="100000">
                                          <p:val>
                                            <p:strVal val="#ppt_y"/>
                                          </p:val>
                                        </p:tav>
                                      </p:tavLst>
                                    </p:anim>
                                  </p:childTnLst>
                                </p:cTn>
                              </p:par>
                              <p:par>
                                <p:cTn id="9" presetID="10" presetClass="entr" presetSubtype="0" fill="hold" grpId="0" nodeType="withEffect">
                                  <p:stCondLst>
                                    <p:cond delay="100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par>
                                <p:cTn id="12" presetID="26" presetClass="emph" presetSubtype="0" fill="hold" grpId="1" nodeType="withEffect">
                                  <p:stCondLst>
                                    <p:cond delay="1000"/>
                                  </p:stCondLst>
                                  <p:childTnLst>
                                    <p:animEffect transition="out" filter="fade">
                                      <p:cBhvr>
                                        <p:cTn id="13" dur="500" tmFilter="0, 0; .2, .5; .8, .5; 1, 0"/>
                                        <p:tgtEl>
                                          <p:spTgt spid="2"/>
                                        </p:tgtEl>
                                      </p:cBhvr>
                                    </p:animEffect>
                                    <p:animScale>
                                      <p:cBhvr>
                                        <p:cTn id="14" dur="250" autoRev="1" fill="hold"/>
                                        <p:tgtEl>
                                          <p:spTgt spid="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animBg="1"/>
      <p:bldP spid="2" grpId="1" animBg="1"/>
    </p:bld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6_Title and Conten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765DB5A5-D2BA-491B-9365-48E0DAFA7AA5}"/>
              </a:ext>
            </a:extLst>
          </p:cNvPr>
          <p:cNvSpPr>
            <a:spLocks noGrp="1"/>
          </p:cNvSpPr>
          <p:nvPr>
            <p:ph type="pic" sz="quarter" idx="11" hasCustomPrompt="1"/>
          </p:nvPr>
        </p:nvSpPr>
        <p:spPr>
          <a:xfrm>
            <a:off x="1991032" y="1782801"/>
            <a:ext cx="2979174" cy="3292400"/>
          </a:xfrm>
          <a:custGeom>
            <a:avLst/>
            <a:gdLst>
              <a:gd name="connsiteX0" fmla="*/ 496539 w 2979174"/>
              <a:gd name="connsiteY0" fmla="*/ 0 h 3292400"/>
              <a:gd name="connsiteX1" fmla="*/ 2482635 w 2979174"/>
              <a:gd name="connsiteY1" fmla="*/ 0 h 3292400"/>
              <a:gd name="connsiteX2" fmla="*/ 2979174 w 2979174"/>
              <a:gd name="connsiteY2" fmla="*/ 496539 h 3292400"/>
              <a:gd name="connsiteX3" fmla="*/ 2979174 w 2979174"/>
              <a:gd name="connsiteY3" fmla="*/ 2795861 h 3292400"/>
              <a:gd name="connsiteX4" fmla="*/ 2482635 w 2979174"/>
              <a:gd name="connsiteY4" fmla="*/ 3292400 h 3292400"/>
              <a:gd name="connsiteX5" fmla="*/ 496539 w 2979174"/>
              <a:gd name="connsiteY5" fmla="*/ 3292400 h 3292400"/>
              <a:gd name="connsiteX6" fmla="*/ 0 w 2979174"/>
              <a:gd name="connsiteY6" fmla="*/ 2795861 h 3292400"/>
              <a:gd name="connsiteX7" fmla="*/ 0 w 2979174"/>
              <a:gd name="connsiteY7" fmla="*/ 496539 h 3292400"/>
              <a:gd name="connsiteX8" fmla="*/ 496539 w 2979174"/>
              <a:gd name="connsiteY8" fmla="*/ 0 h 329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79174" h="3292400">
                <a:moveTo>
                  <a:pt x="496539" y="0"/>
                </a:moveTo>
                <a:lnTo>
                  <a:pt x="2482635" y="0"/>
                </a:lnTo>
                <a:cubicBezTo>
                  <a:pt x="2756866" y="0"/>
                  <a:pt x="2979174" y="222308"/>
                  <a:pt x="2979174" y="496539"/>
                </a:cubicBezTo>
                <a:lnTo>
                  <a:pt x="2979174" y="2795861"/>
                </a:lnTo>
                <a:cubicBezTo>
                  <a:pt x="2979174" y="3070092"/>
                  <a:pt x="2756866" y="3292400"/>
                  <a:pt x="2482635" y="3292400"/>
                </a:cubicBezTo>
                <a:lnTo>
                  <a:pt x="496539" y="3292400"/>
                </a:lnTo>
                <a:cubicBezTo>
                  <a:pt x="222308" y="3292400"/>
                  <a:pt x="0" y="3070092"/>
                  <a:pt x="0" y="2795861"/>
                </a:cubicBezTo>
                <a:lnTo>
                  <a:pt x="0" y="496539"/>
                </a:lnTo>
                <a:cubicBezTo>
                  <a:pt x="0" y="222308"/>
                  <a:pt x="222308" y="0"/>
                  <a:pt x="496539" y="0"/>
                </a:cubicBezTo>
                <a:close/>
              </a:path>
            </a:pathLst>
          </a:custGeom>
          <a:solidFill>
            <a:schemeClr val="bg1">
              <a:lumMod val="95000"/>
              <a:alpha val="25000"/>
            </a:schemeClr>
          </a:solidFill>
          <a:ln w="114300">
            <a:solidFill>
              <a:schemeClr val="bg1"/>
            </a:solidFill>
          </a:ln>
          <a:effectLst>
            <a:outerShdw blurRad="1016000" dist="685800" dir="5400000" sx="88000" sy="88000" algn="t" rotWithShape="0">
              <a:prstClr val="black">
                <a:alpha val="19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2" name="Rectángulo 1">
            <a:extLst>
              <a:ext uri="{FF2B5EF4-FFF2-40B4-BE49-F238E27FC236}">
                <a16:creationId xmlns:a16="http://schemas.microsoft.com/office/drawing/2014/main" id="{D4A2A002-2E9E-2488-046D-284EE42EA9BE}"/>
              </a:ext>
            </a:extLst>
          </p:cNvPr>
          <p:cNvSpPr/>
          <p:nvPr userDrawn="1"/>
        </p:nvSpPr>
        <p:spPr>
          <a:xfrm>
            <a:off x="77821" y="5817140"/>
            <a:ext cx="11537005" cy="7879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TextBox 9">
            <a:extLst>
              <a:ext uri="{FF2B5EF4-FFF2-40B4-BE49-F238E27FC236}">
                <a16:creationId xmlns:a16="http://schemas.microsoft.com/office/drawing/2014/main" id="{02B74960-0579-2D29-BAA4-4C66EB7D0AEE}"/>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bg1"/>
                </a:solidFill>
                <a:latin typeface="+mj-lt"/>
                <a:ea typeface="Roboto Condensed" panose="02000000000000000000" pitchFamily="2" charset="0"/>
                <a:cs typeface="Segoe UI" panose="020B0502040204020203" pitchFamily="34" charset="0"/>
              </a:rPr>
              <a:pPr algn="ctr"/>
              <a:t>‹#›</a:t>
            </a:fld>
            <a:endParaRPr lang="id-ID" sz="4400" i="0">
              <a:solidFill>
                <a:schemeClr val="bg1"/>
              </a:solidFill>
              <a:latin typeface="+mj-lt"/>
              <a:ea typeface="Roboto Condensed" panose="02000000000000000000" pitchFamily="2" charset="0"/>
              <a:cs typeface="Segoe UI" panose="020B0502040204020203" pitchFamily="34" charset="0"/>
            </a:endParaRPr>
          </a:p>
        </p:txBody>
      </p:sp>
      <p:pic>
        <p:nvPicPr>
          <p:cNvPr id="5" name="Imagen 4" descr="Logotipo&#10;&#10;El contenido generado por IA puede ser incorrecto.">
            <a:extLst>
              <a:ext uri="{FF2B5EF4-FFF2-40B4-BE49-F238E27FC236}">
                <a16:creationId xmlns:a16="http://schemas.microsoft.com/office/drawing/2014/main" id="{DD50A981-1F44-7841-9A57-2136C99C581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1707" y="6182190"/>
            <a:ext cx="1399441" cy="291970"/>
          </a:xfrm>
          <a:prstGeom prst="rect">
            <a:avLst/>
          </a:prstGeom>
        </p:spPr>
      </p:pic>
      <p:sp>
        <p:nvSpPr>
          <p:cNvPr id="6" name="TextBox 7">
            <a:extLst>
              <a:ext uri="{FF2B5EF4-FFF2-40B4-BE49-F238E27FC236}">
                <a16:creationId xmlns:a16="http://schemas.microsoft.com/office/drawing/2014/main" id="{44AE0D6E-E41E-FC8D-31E3-F7E61868B815}"/>
              </a:ext>
            </a:extLst>
          </p:cNvPr>
          <p:cNvSpPr txBox="1"/>
          <p:nvPr userDrawn="1"/>
        </p:nvSpPr>
        <p:spPr>
          <a:xfrm>
            <a:off x="10294951" y="6335935"/>
            <a:ext cx="1355580" cy="261610"/>
          </a:xfrm>
          <a:prstGeom prst="rect">
            <a:avLst/>
          </a:prstGeom>
          <a:noFill/>
        </p:spPr>
        <p:txBody>
          <a:bodyPr wrap="square" rtlCol="0">
            <a:spAutoFit/>
          </a:bodyPr>
          <a:lstStyle/>
          <a:p>
            <a:r>
              <a:rPr lang="en-US" sz="1100" b="0">
                <a:solidFill>
                  <a:schemeClr val="bg1"/>
                </a:solidFill>
                <a:latin typeface="Segoe UI" panose="020B0502040204020203" pitchFamily="34" charset="0"/>
                <a:cs typeface="Segoe UI" panose="020B0502040204020203" pitchFamily="34" charset="0"/>
              </a:rPr>
              <a:t>#BizzSummit2026</a:t>
            </a:r>
            <a:endParaRPr lang="en-GB" sz="1100" b="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460464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25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1000" fill="hold"/>
                                        <p:tgtEl>
                                          <p:spTgt spid="7"/>
                                        </p:tgtEl>
                                        <p:attrNameLst>
                                          <p:attrName>ppt_x</p:attrName>
                                        </p:attrNameLst>
                                      </p:cBhvr>
                                      <p:tavLst>
                                        <p:tav tm="0">
                                          <p:val>
                                            <p:strVal val="#ppt_x"/>
                                          </p:val>
                                        </p:tav>
                                        <p:tav tm="100000">
                                          <p:val>
                                            <p:strVal val="#ppt_x"/>
                                          </p:val>
                                        </p:tav>
                                      </p:tavLst>
                                    </p:anim>
                                    <p:anim calcmode="lin" valueType="num">
                                      <p:cBhvr additive="base">
                                        <p:cTn id="8" dur="10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7_Title and Content">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29FFCC15-C88A-4C22-BCB5-A5A5FF520111}"/>
              </a:ext>
            </a:extLst>
          </p:cNvPr>
          <p:cNvSpPr>
            <a:spLocks noGrp="1"/>
          </p:cNvSpPr>
          <p:nvPr>
            <p:ph type="pic" sz="quarter" idx="13" hasCustomPrompt="1"/>
          </p:nvPr>
        </p:nvSpPr>
        <p:spPr>
          <a:xfrm>
            <a:off x="4800602" y="2189311"/>
            <a:ext cx="2590799" cy="2782066"/>
          </a:xfrm>
          <a:prstGeom prst="roundRect">
            <a:avLst>
              <a:gd name="adj" fmla="val 11543"/>
            </a:avLst>
          </a:prstGeom>
          <a:noFill/>
          <a:effectLst>
            <a:outerShdw blurRad="863600" dist="520700" dir="5400000" sx="88000" sy="88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1" name="Picture Placeholder 10">
            <a:extLst>
              <a:ext uri="{FF2B5EF4-FFF2-40B4-BE49-F238E27FC236}">
                <a16:creationId xmlns:a16="http://schemas.microsoft.com/office/drawing/2014/main" id="{408CC1F1-D016-483F-937F-FE33BCB6BFF3}"/>
              </a:ext>
            </a:extLst>
          </p:cNvPr>
          <p:cNvSpPr>
            <a:spLocks noGrp="1"/>
          </p:cNvSpPr>
          <p:nvPr>
            <p:ph type="pic" sz="quarter" idx="14" hasCustomPrompt="1"/>
          </p:nvPr>
        </p:nvSpPr>
        <p:spPr>
          <a:xfrm>
            <a:off x="8079657" y="2189311"/>
            <a:ext cx="2590799" cy="2782066"/>
          </a:xfrm>
          <a:prstGeom prst="roundRect">
            <a:avLst>
              <a:gd name="adj" fmla="val 11543"/>
            </a:avLst>
          </a:prstGeom>
          <a:noFill/>
          <a:effectLst>
            <a:outerShdw blurRad="863600" dist="520700" dir="5400000" sx="88000" sy="88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7" name="Picture Placeholder 6">
            <a:extLst>
              <a:ext uri="{FF2B5EF4-FFF2-40B4-BE49-F238E27FC236}">
                <a16:creationId xmlns:a16="http://schemas.microsoft.com/office/drawing/2014/main" id="{103EDA27-4D59-4A54-B45A-2451E41A9726}"/>
              </a:ext>
            </a:extLst>
          </p:cNvPr>
          <p:cNvSpPr>
            <a:spLocks noGrp="1"/>
          </p:cNvSpPr>
          <p:nvPr>
            <p:ph type="pic" sz="quarter" idx="10" hasCustomPrompt="1"/>
          </p:nvPr>
        </p:nvSpPr>
        <p:spPr>
          <a:xfrm>
            <a:off x="1521543" y="2189311"/>
            <a:ext cx="2590799" cy="2782066"/>
          </a:xfrm>
          <a:prstGeom prst="roundRect">
            <a:avLst>
              <a:gd name="adj" fmla="val 11543"/>
            </a:avLst>
          </a:prstGeom>
          <a:noFill/>
          <a:effectLst>
            <a:outerShdw blurRad="863600" dist="520700" dir="5400000" sx="88000" sy="88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688046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750"/>
                                        <p:tgtEl>
                                          <p:spTgt spid="7"/>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750"/>
                                        <p:tgtEl>
                                          <p:spTgt spid="10"/>
                                        </p:tgtEl>
                                      </p:cBhvr>
                                    </p:animEffect>
                                  </p:childTnLst>
                                </p:cTn>
                              </p:par>
                              <p:par>
                                <p:cTn id="11" presetID="10" presetClass="entr" presetSubtype="0" fill="hold" grpId="0" nodeType="withEffect">
                                  <p:stCondLst>
                                    <p:cond delay="75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7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7" grpId="0"/>
    </p:bld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8_Title and Conten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7173ED80-B374-4419-8404-CD8A0778B5E9}"/>
              </a:ext>
            </a:extLst>
          </p:cNvPr>
          <p:cNvSpPr>
            <a:spLocks noGrp="1"/>
          </p:cNvSpPr>
          <p:nvPr>
            <p:ph type="pic" sz="quarter" idx="11" hasCustomPrompt="1"/>
          </p:nvPr>
        </p:nvSpPr>
        <p:spPr>
          <a:xfrm>
            <a:off x="4089673" y="2777021"/>
            <a:ext cx="1532542" cy="1532542"/>
          </a:xfrm>
          <a:custGeom>
            <a:avLst/>
            <a:gdLst>
              <a:gd name="connsiteX0" fmla="*/ 766271 w 1532542"/>
              <a:gd name="connsiteY0" fmla="*/ 0 h 1532542"/>
              <a:gd name="connsiteX1" fmla="*/ 1532542 w 1532542"/>
              <a:gd name="connsiteY1" fmla="*/ 766271 h 1532542"/>
              <a:gd name="connsiteX2" fmla="*/ 766271 w 1532542"/>
              <a:gd name="connsiteY2" fmla="*/ 1532542 h 1532542"/>
              <a:gd name="connsiteX3" fmla="*/ 0 w 1532542"/>
              <a:gd name="connsiteY3" fmla="*/ 766271 h 1532542"/>
              <a:gd name="connsiteX4" fmla="*/ 766271 w 1532542"/>
              <a:gd name="connsiteY4" fmla="*/ 0 h 15325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2542" h="1532542">
                <a:moveTo>
                  <a:pt x="766271" y="0"/>
                </a:moveTo>
                <a:cubicBezTo>
                  <a:pt x="1189471" y="0"/>
                  <a:pt x="1532542" y="343071"/>
                  <a:pt x="1532542" y="766271"/>
                </a:cubicBezTo>
                <a:cubicBezTo>
                  <a:pt x="1532542" y="1189471"/>
                  <a:pt x="1189471" y="1532542"/>
                  <a:pt x="766271" y="1532542"/>
                </a:cubicBezTo>
                <a:cubicBezTo>
                  <a:pt x="343071" y="1532542"/>
                  <a:pt x="0" y="1189471"/>
                  <a:pt x="0" y="766271"/>
                </a:cubicBezTo>
                <a:cubicBezTo>
                  <a:pt x="0" y="343071"/>
                  <a:pt x="343071" y="0"/>
                  <a:pt x="766271" y="0"/>
                </a:cubicBezTo>
                <a:close/>
              </a:path>
            </a:pathLst>
          </a:custGeom>
          <a:solidFill>
            <a:schemeClr val="bg1">
              <a:lumMod val="95000"/>
              <a:alpha val="25000"/>
            </a:schemeClr>
          </a:solidFill>
          <a:effectLst>
            <a:outerShdw blurRad="660400" dist="228600" dir="5400000" sx="90000" sy="90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0" name="Picture Placeholder 9">
            <a:extLst>
              <a:ext uri="{FF2B5EF4-FFF2-40B4-BE49-F238E27FC236}">
                <a16:creationId xmlns:a16="http://schemas.microsoft.com/office/drawing/2014/main" id="{C3DC9800-5BAC-4E22-9DBE-6456DDB46E0D}"/>
              </a:ext>
            </a:extLst>
          </p:cNvPr>
          <p:cNvSpPr>
            <a:spLocks noGrp="1"/>
          </p:cNvSpPr>
          <p:nvPr>
            <p:ph type="pic" sz="quarter" idx="12" hasCustomPrompt="1"/>
          </p:nvPr>
        </p:nvSpPr>
        <p:spPr>
          <a:xfrm>
            <a:off x="6569789" y="2777021"/>
            <a:ext cx="1532542" cy="1532542"/>
          </a:xfrm>
          <a:custGeom>
            <a:avLst/>
            <a:gdLst>
              <a:gd name="connsiteX0" fmla="*/ 766271 w 1532542"/>
              <a:gd name="connsiteY0" fmla="*/ 0 h 1532542"/>
              <a:gd name="connsiteX1" fmla="*/ 1532542 w 1532542"/>
              <a:gd name="connsiteY1" fmla="*/ 766271 h 1532542"/>
              <a:gd name="connsiteX2" fmla="*/ 766271 w 1532542"/>
              <a:gd name="connsiteY2" fmla="*/ 1532542 h 1532542"/>
              <a:gd name="connsiteX3" fmla="*/ 0 w 1532542"/>
              <a:gd name="connsiteY3" fmla="*/ 766271 h 1532542"/>
              <a:gd name="connsiteX4" fmla="*/ 766271 w 1532542"/>
              <a:gd name="connsiteY4" fmla="*/ 0 h 15325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2542" h="1532542">
                <a:moveTo>
                  <a:pt x="766271" y="0"/>
                </a:moveTo>
                <a:cubicBezTo>
                  <a:pt x="1189471" y="0"/>
                  <a:pt x="1532542" y="343071"/>
                  <a:pt x="1532542" y="766271"/>
                </a:cubicBezTo>
                <a:cubicBezTo>
                  <a:pt x="1532542" y="1189471"/>
                  <a:pt x="1189471" y="1532542"/>
                  <a:pt x="766271" y="1532542"/>
                </a:cubicBezTo>
                <a:cubicBezTo>
                  <a:pt x="343071" y="1532542"/>
                  <a:pt x="0" y="1189471"/>
                  <a:pt x="0" y="766271"/>
                </a:cubicBezTo>
                <a:cubicBezTo>
                  <a:pt x="0" y="343071"/>
                  <a:pt x="343071" y="0"/>
                  <a:pt x="766271" y="0"/>
                </a:cubicBezTo>
                <a:close/>
              </a:path>
            </a:pathLst>
          </a:custGeom>
          <a:solidFill>
            <a:schemeClr val="bg1">
              <a:lumMod val="95000"/>
              <a:alpha val="25000"/>
            </a:schemeClr>
          </a:solidFill>
          <a:effectLst>
            <a:outerShdw blurRad="660400" dist="228600" dir="5400000" sx="90000" sy="90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1" name="Picture Placeholder 10">
            <a:extLst>
              <a:ext uri="{FF2B5EF4-FFF2-40B4-BE49-F238E27FC236}">
                <a16:creationId xmlns:a16="http://schemas.microsoft.com/office/drawing/2014/main" id="{88D0AB14-C688-439C-B831-BD201034C73C}"/>
              </a:ext>
            </a:extLst>
          </p:cNvPr>
          <p:cNvSpPr>
            <a:spLocks noGrp="1"/>
          </p:cNvSpPr>
          <p:nvPr>
            <p:ph type="pic" sz="quarter" idx="13" hasCustomPrompt="1"/>
          </p:nvPr>
        </p:nvSpPr>
        <p:spPr>
          <a:xfrm>
            <a:off x="9049904" y="2010750"/>
            <a:ext cx="1532542" cy="1532542"/>
          </a:xfrm>
          <a:custGeom>
            <a:avLst/>
            <a:gdLst>
              <a:gd name="connsiteX0" fmla="*/ 766271 w 1532542"/>
              <a:gd name="connsiteY0" fmla="*/ 0 h 1532542"/>
              <a:gd name="connsiteX1" fmla="*/ 1532542 w 1532542"/>
              <a:gd name="connsiteY1" fmla="*/ 766271 h 1532542"/>
              <a:gd name="connsiteX2" fmla="*/ 766271 w 1532542"/>
              <a:gd name="connsiteY2" fmla="*/ 1532542 h 1532542"/>
              <a:gd name="connsiteX3" fmla="*/ 0 w 1532542"/>
              <a:gd name="connsiteY3" fmla="*/ 766271 h 1532542"/>
              <a:gd name="connsiteX4" fmla="*/ 766271 w 1532542"/>
              <a:gd name="connsiteY4" fmla="*/ 0 h 15325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2542" h="1532542">
                <a:moveTo>
                  <a:pt x="766271" y="0"/>
                </a:moveTo>
                <a:cubicBezTo>
                  <a:pt x="1189471" y="0"/>
                  <a:pt x="1532542" y="343071"/>
                  <a:pt x="1532542" y="766271"/>
                </a:cubicBezTo>
                <a:cubicBezTo>
                  <a:pt x="1532542" y="1189471"/>
                  <a:pt x="1189471" y="1532542"/>
                  <a:pt x="766271" y="1532542"/>
                </a:cubicBezTo>
                <a:cubicBezTo>
                  <a:pt x="343071" y="1532542"/>
                  <a:pt x="0" y="1189471"/>
                  <a:pt x="0" y="766271"/>
                </a:cubicBezTo>
                <a:cubicBezTo>
                  <a:pt x="0" y="343071"/>
                  <a:pt x="343071" y="0"/>
                  <a:pt x="766271" y="0"/>
                </a:cubicBezTo>
                <a:close/>
              </a:path>
            </a:pathLst>
          </a:custGeom>
          <a:solidFill>
            <a:schemeClr val="bg1">
              <a:lumMod val="95000"/>
              <a:alpha val="25000"/>
            </a:schemeClr>
          </a:solidFill>
          <a:effectLst>
            <a:outerShdw blurRad="660400" dist="228600" dir="5400000" sx="90000" sy="90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8" name="Picture Placeholder 7">
            <a:extLst>
              <a:ext uri="{FF2B5EF4-FFF2-40B4-BE49-F238E27FC236}">
                <a16:creationId xmlns:a16="http://schemas.microsoft.com/office/drawing/2014/main" id="{29F9B94F-6A18-4B82-8197-85516EC89062}"/>
              </a:ext>
            </a:extLst>
          </p:cNvPr>
          <p:cNvSpPr>
            <a:spLocks noGrp="1"/>
          </p:cNvSpPr>
          <p:nvPr>
            <p:ph type="pic" sz="quarter" idx="10" hasCustomPrompt="1"/>
          </p:nvPr>
        </p:nvSpPr>
        <p:spPr>
          <a:xfrm>
            <a:off x="1609556" y="2010750"/>
            <a:ext cx="1532542" cy="1532542"/>
          </a:xfrm>
          <a:custGeom>
            <a:avLst/>
            <a:gdLst>
              <a:gd name="connsiteX0" fmla="*/ 766271 w 1532542"/>
              <a:gd name="connsiteY0" fmla="*/ 0 h 1532542"/>
              <a:gd name="connsiteX1" fmla="*/ 1532542 w 1532542"/>
              <a:gd name="connsiteY1" fmla="*/ 766271 h 1532542"/>
              <a:gd name="connsiteX2" fmla="*/ 766271 w 1532542"/>
              <a:gd name="connsiteY2" fmla="*/ 1532542 h 1532542"/>
              <a:gd name="connsiteX3" fmla="*/ 0 w 1532542"/>
              <a:gd name="connsiteY3" fmla="*/ 766271 h 1532542"/>
              <a:gd name="connsiteX4" fmla="*/ 766271 w 1532542"/>
              <a:gd name="connsiteY4" fmla="*/ 0 h 15325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2542" h="1532542">
                <a:moveTo>
                  <a:pt x="766271" y="0"/>
                </a:moveTo>
                <a:cubicBezTo>
                  <a:pt x="1189471" y="0"/>
                  <a:pt x="1532542" y="343071"/>
                  <a:pt x="1532542" y="766271"/>
                </a:cubicBezTo>
                <a:cubicBezTo>
                  <a:pt x="1532542" y="1189471"/>
                  <a:pt x="1189471" y="1532542"/>
                  <a:pt x="766271" y="1532542"/>
                </a:cubicBezTo>
                <a:cubicBezTo>
                  <a:pt x="343071" y="1532542"/>
                  <a:pt x="0" y="1189471"/>
                  <a:pt x="0" y="766271"/>
                </a:cubicBezTo>
                <a:cubicBezTo>
                  <a:pt x="0" y="343071"/>
                  <a:pt x="343071" y="0"/>
                  <a:pt x="766271" y="0"/>
                </a:cubicBezTo>
                <a:close/>
              </a:path>
            </a:pathLst>
          </a:custGeom>
          <a:solidFill>
            <a:schemeClr val="bg1">
              <a:lumMod val="95000"/>
              <a:alpha val="25000"/>
            </a:schemeClr>
          </a:solidFill>
          <a:effectLst>
            <a:outerShdw blurRad="660400" dist="228600" dir="5400000" sx="90000" sy="90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3980486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25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 calcmode="lin" valueType="num">
                                      <p:cBhvr>
                                        <p:cTn id="9" dur="500" fill="hold"/>
                                        <p:tgtEl>
                                          <p:spTgt spid="8"/>
                                        </p:tgtEl>
                                        <p:attrNameLst>
                                          <p:attrName>style.rotation</p:attrName>
                                        </p:attrNameLst>
                                      </p:cBhvr>
                                      <p:tavLst>
                                        <p:tav tm="0">
                                          <p:val>
                                            <p:fltVal val="360"/>
                                          </p:val>
                                        </p:tav>
                                        <p:tav tm="100000">
                                          <p:val>
                                            <p:fltVal val="0"/>
                                          </p:val>
                                        </p:tav>
                                      </p:tavLst>
                                    </p:anim>
                                    <p:animEffect transition="in" filter="fade">
                                      <p:cBhvr>
                                        <p:cTn id="10" dur="500"/>
                                        <p:tgtEl>
                                          <p:spTgt spid="8"/>
                                        </p:tgtEl>
                                      </p:cBhvr>
                                    </p:animEffect>
                                  </p:childTnLst>
                                </p:cTn>
                              </p:par>
                              <p:par>
                                <p:cTn id="11" presetID="49" presetClass="entr" presetSubtype="0" decel="100000" fill="hold" grpId="0" nodeType="withEffect">
                                  <p:stCondLst>
                                    <p:cond delay="500"/>
                                  </p:stCondLst>
                                  <p:childTnLst>
                                    <p:set>
                                      <p:cBhvr>
                                        <p:cTn id="12" dur="1" fill="hold">
                                          <p:stCondLst>
                                            <p:cond delay="0"/>
                                          </p:stCondLst>
                                        </p:cTn>
                                        <p:tgtEl>
                                          <p:spTgt spid="9"/>
                                        </p:tgtEl>
                                        <p:attrNameLst>
                                          <p:attrName>style.visibility</p:attrName>
                                        </p:attrNameLst>
                                      </p:cBhvr>
                                      <p:to>
                                        <p:strVal val="visible"/>
                                      </p:to>
                                    </p:set>
                                    <p:anim calcmode="lin" valueType="num">
                                      <p:cBhvr>
                                        <p:cTn id="13" dur="500" fill="hold"/>
                                        <p:tgtEl>
                                          <p:spTgt spid="9"/>
                                        </p:tgtEl>
                                        <p:attrNameLst>
                                          <p:attrName>ppt_w</p:attrName>
                                        </p:attrNameLst>
                                      </p:cBhvr>
                                      <p:tavLst>
                                        <p:tav tm="0">
                                          <p:val>
                                            <p:fltVal val="0"/>
                                          </p:val>
                                        </p:tav>
                                        <p:tav tm="100000">
                                          <p:val>
                                            <p:strVal val="#ppt_w"/>
                                          </p:val>
                                        </p:tav>
                                      </p:tavLst>
                                    </p:anim>
                                    <p:anim calcmode="lin" valueType="num">
                                      <p:cBhvr>
                                        <p:cTn id="14" dur="500" fill="hold"/>
                                        <p:tgtEl>
                                          <p:spTgt spid="9"/>
                                        </p:tgtEl>
                                        <p:attrNameLst>
                                          <p:attrName>ppt_h</p:attrName>
                                        </p:attrNameLst>
                                      </p:cBhvr>
                                      <p:tavLst>
                                        <p:tav tm="0">
                                          <p:val>
                                            <p:fltVal val="0"/>
                                          </p:val>
                                        </p:tav>
                                        <p:tav tm="100000">
                                          <p:val>
                                            <p:strVal val="#ppt_h"/>
                                          </p:val>
                                        </p:tav>
                                      </p:tavLst>
                                    </p:anim>
                                    <p:anim calcmode="lin" valueType="num">
                                      <p:cBhvr>
                                        <p:cTn id="15" dur="500" fill="hold"/>
                                        <p:tgtEl>
                                          <p:spTgt spid="9"/>
                                        </p:tgtEl>
                                        <p:attrNameLst>
                                          <p:attrName>style.rotation</p:attrName>
                                        </p:attrNameLst>
                                      </p:cBhvr>
                                      <p:tavLst>
                                        <p:tav tm="0">
                                          <p:val>
                                            <p:fltVal val="360"/>
                                          </p:val>
                                        </p:tav>
                                        <p:tav tm="100000">
                                          <p:val>
                                            <p:fltVal val="0"/>
                                          </p:val>
                                        </p:tav>
                                      </p:tavLst>
                                    </p:anim>
                                    <p:animEffect transition="in" filter="fade">
                                      <p:cBhvr>
                                        <p:cTn id="16" dur="500"/>
                                        <p:tgtEl>
                                          <p:spTgt spid="9"/>
                                        </p:tgtEl>
                                      </p:cBhvr>
                                    </p:animEffect>
                                  </p:childTnLst>
                                </p:cTn>
                              </p:par>
                              <p:par>
                                <p:cTn id="17" presetID="49" presetClass="entr" presetSubtype="0" decel="100000" fill="hold" grpId="0" nodeType="withEffect">
                                  <p:stCondLst>
                                    <p:cond delay="750"/>
                                  </p:stCondLst>
                                  <p:childTnLst>
                                    <p:set>
                                      <p:cBhvr>
                                        <p:cTn id="18" dur="1" fill="hold">
                                          <p:stCondLst>
                                            <p:cond delay="0"/>
                                          </p:stCondLst>
                                        </p:cTn>
                                        <p:tgtEl>
                                          <p:spTgt spid="10"/>
                                        </p:tgtEl>
                                        <p:attrNameLst>
                                          <p:attrName>style.visibility</p:attrName>
                                        </p:attrNameLst>
                                      </p:cBhvr>
                                      <p:to>
                                        <p:strVal val="visible"/>
                                      </p:to>
                                    </p:set>
                                    <p:anim calcmode="lin" valueType="num">
                                      <p:cBhvr>
                                        <p:cTn id="19" dur="500" fill="hold"/>
                                        <p:tgtEl>
                                          <p:spTgt spid="10"/>
                                        </p:tgtEl>
                                        <p:attrNameLst>
                                          <p:attrName>ppt_w</p:attrName>
                                        </p:attrNameLst>
                                      </p:cBhvr>
                                      <p:tavLst>
                                        <p:tav tm="0">
                                          <p:val>
                                            <p:fltVal val="0"/>
                                          </p:val>
                                        </p:tav>
                                        <p:tav tm="100000">
                                          <p:val>
                                            <p:strVal val="#ppt_w"/>
                                          </p:val>
                                        </p:tav>
                                      </p:tavLst>
                                    </p:anim>
                                    <p:anim calcmode="lin" valueType="num">
                                      <p:cBhvr>
                                        <p:cTn id="20" dur="500" fill="hold"/>
                                        <p:tgtEl>
                                          <p:spTgt spid="10"/>
                                        </p:tgtEl>
                                        <p:attrNameLst>
                                          <p:attrName>ppt_h</p:attrName>
                                        </p:attrNameLst>
                                      </p:cBhvr>
                                      <p:tavLst>
                                        <p:tav tm="0">
                                          <p:val>
                                            <p:fltVal val="0"/>
                                          </p:val>
                                        </p:tav>
                                        <p:tav tm="100000">
                                          <p:val>
                                            <p:strVal val="#ppt_h"/>
                                          </p:val>
                                        </p:tav>
                                      </p:tavLst>
                                    </p:anim>
                                    <p:anim calcmode="lin" valueType="num">
                                      <p:cBhvr>
                                        <p:cTn id="21" dur="500" fill="hold"/>
                                        <p:tgtEl>
                                          <p:spTgt spid="10"/>
                                        </p:tgtEl>
                                        <p:attrNameLst>
                                          <p:attrName>style.rotation</p:attrName>
                                        </p:attrNameLst>
                                      </p:cBhvr>
                                      <p:tavLst>
                                        <p:tav tm="0">
                                          <p:val>
                                            <p:fltVal val="360"/>
                                          </p:val>
                                        </p:tav>
                                        <p:tav tm="100000">
                                          <p:val>
                                            <p:fltVal val="0"/>
                                          </p:val>
                                        </p:tav>
                                      </p:tavLst>
                                    </p:anim>
                                    <p:animEffect transition="in" filter="fade">
                                      <p:cBhvr>
                                        <p:cTn id="22" dur="500"/>
                                        <p:tgtEl>
                                          <p:spTgt spid="10"/>
                                        </p:tgtEl>
                                      </p:cBhvr>
                                    </p:animEffect>
                                  </p:childTnLst>
                                </p:cTn>
                              </p:par>
                              <p:par>
                                <p:cTn id="23" presetID="49" presetClass="entr" presetSubtype="0" decel="100000" fill="hold" grpId="0" nodeType="withEffect">
                                  <p:stCondLst>
                                    <p:cond delay="1000"/>
                                  </p:stCondLst>
                                  <p:childTnLst>
                                    <p:set>
                                      <p:cBhvr>
                                        <p:cTn id="24" dur="1" fill="hold">
                                          <p:stCondLst>
                                            <p:cond delay="0"/>
                                          </p:stCondLst>
                                        </p:cTn>
                                        <p:tgtEl>
                                          <p:spTgt spid="11"/>
                                        </p:tgtEl>
                                        <p:attrNameLst>
                                          <p:attrName>style.visibility</p:attrName>
                                        </p:attrNameLst>
                                      </p:cBhvr>
                                      <p:to>
                                        <p:strVal val="visible"/>
                                      </p:to>
                                    </p:set>
                                    <p:anim calcmode="lin" valueType="num">
                                      <p:cBhvr>
                                        <p:cTn id="25" dur="500" fill="hold"/>
                                        <p:tgtEl>
                                          <p:spTgt spid="11"/>
                                        </p:tgtEl>
                                        <p:attrNameLst>
                                          <p:attrName>ppt_w</p:attrName>
                                        </p:attrNameLst>
                                      </p:cBhvr>
                                      <p:tavLst>
                                        <p:tav tm="0">
                                          <p:val>
                                            <p:fltVal val="0"/>
                                          </p:val>
                                        </p:tav>
                                        <p:tav tm="100000">
                                          <p:val>
                                            <p:strVal val="#ppt_w"/>
                                          </p:val>
                                        </p:tav>
                                      </p:tavLst>
                                    </p:anim>
                                    <p:anim calcmode="lin" valueType="num">
                                      <p:cBhvr>
                                        <p:cTn id="26" dur="500" fill="hold"/>
                                        <p:tgtEl>
                                          <p:spTgt spid="11"/>
                                        </p:tgtEl>
                                        <p:attrNameLst>
                                          <p:attrName>ppt_h</p:attrName>
                                        </p:attrNameLst>
                                      </p:cBhvr>
                                      <p:tavLst>
                                        <p:tav tm="0">
                                          <p:val>
                                            <p:fltVal val="0"/>
                                          </p:val>
                                        </p:tav>
                                        <p:tav tm="100000">
                                          <p:val>
                                            <p:strVal val="#ppt_h"/>
                                          </p:val>
                                        </p:tav>
                                      </p:tavLst>
                                    </p:anim>
                                    <p:anim calcmode="lin" valueType="num">
                                      <p:cBhvr>
                                        <p:cTn id="27" dur="500" fill="hold"/>
                                        <p:tgtEl>
                                          <p:spTgt spid="11"/>
                                        </p:tgtEl>
                                        <p:attrNameLst>
                                          <p:attrName>style.rotation</p:attrName>
                                        </p:attrNameLst>
                                      </p:cBhvr>
                                      <p:tavLst>
                                        <p:tav tm="0">
                                          <p:val>
                                            <p:fltVal val="360"/>
                                          </p:val>
                                        </p:tav>
                                        <p:tav tm="100000">
                                          <p:val>
                                            <p:fltVal val="0"/>
                                          </p:val>
                                        </p:tav>
                                      </p:tavLst>
                                    </p:anim>
                                    <p:animEffect transition="in" filter="fade">
                                      <p:cBhvr>
                                        <p:cTn id="2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8" grpId="0" animBg="1"/>
    </p:bld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9_Title and Conten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DC131B47-FF61-4D00-ADA3-3AD669CDA862}"/>
              </a:ext>
            </a:extLst>
          </p:cNvPr>
          <p:cNvSpPr>
            <a:spLocks noGrp="1"/>
          </p:cNvSpPr>
          <p:nvPr>
            <p:ph type="pic" sz="quarter" idx="10" hasCustomPrompt="1"/>
          </p:nvPr>
        </p:nvSpPr>
        <p:spPr>
          <a:xfrm>
            <a:off x="7093975" y="800477"/>
            <a:ext cx="3809780" cy="3809780"/>
          </a:xfrm>
          <a:custGeom>
            <a:avLst/>
            <a:gdLst>
              <a:gd name="connsiteX0" fmla="*/ 1904890 w 3809780"/>
              <a:gd name="connsiteY0" fmla="*/ 0 h 3809780"/>
              <a:gd name="connsiteX1" fmla="*/ 3809780 w 3809780"/>
              <a:gd name="connsiteY1" fmla="*/ 1904890 h 3809780"/>
              <a:gd name="connsiteX2" fmla="*/ 1904890 w 3809780"/>
              <a:gd name="connsiteY2" fmla="*/ 3809780 h 3809780"/>
              <a:gd name="connsiteX3" fmla="*/ 0 w 3809780"/>
              <a:gd name="connsiteY3" fmla="*/ 1904890 h 3809780"/>
              <a:gd name="connsiteX4" fmla="*/ 1904890 w 3809780"/>
              <a:gd name="connsiteY4" fmla="*/ 0 h 38097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9780" h="3809780">
                <a:moveTo>
                  <a:pt x="1904890" y="0"/>
                </a:moveTo>
                <a:cubicBezTo>
                  <a:pt x="2956932" y="0"/>
                  <a:pt x="3809780" y="852848"/>
                  <a:pt x="3809780" y="1904890"/>
                </a:cubicBezTo>
                <a:cubicBezTo>
                  <a:pt x="3809780" y="2956932"/>
                  <a:pt x="2956932" y="3809780"/>
                  <a:pt x="1904890" y="3809780"/>
                </a:cubicBezTo>
                <a:cubicBezTo>
                  <a:pt x="852848" y="3809780"/>
                  <a:pt x="0" y="2956932"/>
                  <a:pt x="0" y="1904890"/>
                </a:cubicBezTo>
                <a:cubicBezTo>
                  <a:pt x="0" y="852848"/>
                  <a:pt x="852848" y="0"/>
                  <a:pt x="1904890" y="0"/>
                </a:cubicBezTo>
                <a:close/>
              </a:path>
            </a:pathLst>
          </a:custGeom>
          <a:solidFill>
            <a:schemeClr val="bg1">
              <a:lumMod val="95000"/>
              <a:alpha val="25000"/>
            </a:schemeClr>
          </a:solidFill>
          <a:ln w="101600">
            <a:solidFill>
              <a:schemeClr val="bg1"/>
            </a:solidFill>
          </a:ln>
          <a:effectLst>
            <a:outerShdw blurRad="1270000" dist="495300" sx="92000" sy="92000" algn="l"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1" name="Picture Placeholder 10">
            <a:extLst>
              <a:ext uri="{FF2B5EF4-FFF2-40B4-BE49-F238E27FC236}">
                <a16:creationId xmlns:a16="http://schemas.microsoft.com/office/drawing/2014/main" id="{4B5F07A4-0776-45FA-A845-0E5A900A4D20}"/>
              </a:ext>
            </a:extLst>
          </p:cNvPr>
          <p:cNvSpPr>
            <a:spLocks noGrp="1"/>
          </p:cNvSpPr>
          <p:nvPr>
            <p:ph type="pic" sz="quarter" idx="11" hasCustomPrompt="1"/>
          </p:nvPr>
        </p:nvSpPr>
        <p:spPr>
          <a:xfrm>
            <a:off x="8008042" y="3331310"/>
            <a:ext cx="2726214" cy="2726214"/>
          </a:xfrm>
          <a:custGeom>
            <a:avLst/>
            <a:gdLst>
              <a:gd name="connsiteX0" fmla="*/ 1363107 w 2726214"/>
              <a:gd name="connsiteY0" fmla="*/ 0 h 2726214"/>
              <a:gd name="connsiteX1" fmla="*/ 2726214 w 2726214"/>
              <a:gd name="connsiteY1" fmla="*/ 1363107 h 2726214"/>
              <a:gd name="connsiteX2" fmla="*/ 1363107 w 2726214"/>
              <a:gd name="connsiteY2" fmla="*/ 2726214 h 2726214"/>
              <a:gd name="connsiteX3" fmla="*/ 0 w 2726214"/>
              <a:gd name="connsiteY3" fmla="*/ 1363107 h 2726214"/>
              <a:gd name="connsiteX4" fmla="*/ 1363107 w 2726214"/>
              <a:gd name="connsiteY4" fmla="*/ 0 h 27262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6214" h="2726214">
                <a:moveTo>
                  <a:pt x="1363107" y="0"/>
                </a:moveTo>
                <a:cubicBezTo>
                  <a:pt x="2115930" y="0"/>
                  <a:pt x="2726214" y="610284"/>
                  <a:pt x="2726214" y="1363107"/>
                </a:cubicBezTo>
                <a:cubicBezTo>
                  <a:pt x="2726214" y="2115930"/>
                  <a:pt x="2115930" y="2726214"/>
                  <a:pt x="1363107" y="2726214"/>
                </a:cubicBezTo>
                <a:cubicBezTo>
                  <a:pt x="610284" y="2726214"/>
                  <a:pt x="0" y="2115930"/>
                  <a:pt x="0" y="1363107"/>
                </a:cubicBezTo>
                <a:cubicBezTo>
                  <a:pt x="0" y="610284"/>
                  <a:pt x="610284" y="0"/>
                  <a:pt x="1363107" y="0"/>
                </a:cubicBezTo>
                <a:close/>
              </a:path>
            </a:pathLst>
          </a:custGeom>
          <a:solidFill>
            <a:schemeClr val="bg1">
              <a:lumMod val="95000"/>
              <a:alpha val="25000"/>
            </a:schemeClr>
          </a:solidFill>
          <a:ln w="101600">
            <a:solidFill>
              <a:schemeClr val="bg1"/>
            </a:solidFill>
          </a:ln>
          <a:effectLst>
            <a:outerShdw blurRad="1270000" dist="495300" sx="92000" sy="92000" algn="l"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4" name="Picture Placeholder 13">
            <a:extLst>
              <a:ext uri="{FF2B5EF4-FFF2-40B4-BE49-F238E27FC236}">
                <a16:creationId xmlns:a16="http://schemas.microsoft.com/office/drawing/2014/main" id="{7DAD8A09-4230-4688-8CA9-58CF4ED8E303}"/>
              </a:ext>
            </a:extLst>
          </p:cNvPr>
          <p:cNvSpPr>
            <a:spLocks noGrp="1"/>
          </p:cNvSpPr>
          <p:nvPr>
            <p:ph type="pic" sz="quarter" idx="12" hasCustomPrompt="1"/>
          </p:nvPr>
        </p:nvSpPr>
        <p:spPr>
          <a:xfrm>
            <a:off x="6377050" y="2927973"/>
            <a:ext cx="2011680" cy="2011680"/>
          </a:xfrm>
          <a:custGeom>
            <a:avLst/>
            <a:gdLst>
              <a:gd name="connsiteX0" fmla="*/ 1005840 w 2011680"/>
              <a:gd name="connsiteY0" fmla="*/ 0 h 2011680"/>
              <a:gd name="connsiteX1" fmla="*/ 2011680 w 2011680"/>
              <a:gd name="connsiteY1" fmla="*/ 1005840 h 2011680"/>
              <a:gd name="connsiteX2" fmla="*/ 1005840 w 2011680"/>
              <a:gd name="connsiteY2" fmla="*/ 2011680 h 2011680"/>
              <a:gd name="connsiteX3" fmla="*/ 0 w 2011680"/>
              <a:gd name="connsiteY3" fmla="*/ 1005840 h 2011680"/>
              <a:gd name="connsiteX4" fmla="*/ 1005840 w 2011680"/>
              <a:gd name="connsiteY4" fmla="*/ 0 h 2011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1680" h="2011680">
                <a:moveTo>
                  <a:pt x="1005840" y="0"/>
                </a:moveTo>
                <a:cubicBezTo>
                  <a:pt x="1561350" y="0"/>
                  <a:pt x="2011680" y="450330"/>
                  <a:pt x="2011680" y="1005840"/>
                </a:cubicBezTo>
                <a:cubicBezTo>
                  <a:pt x="2011680" y="1561350"/>
                  <a:pt x="1561350" y="2011680"/>
                  <a:pt x="1005840" y="2011680"/>
                </a:cubicBezTo>
                <a:cubicBezTo>
                  <a:pt x="450330" y="2011680"/>
                  <a:pt x="0" y="1561350"/>
                  <a:pt x="0" y="1005840"/>
                </a:cubicBezTo>
                <a:cubicBezTo>
                  <a:pt x="0" y="450330"/>
                  <a:pt x="450330" y="0"/>
                  <a:pt x="1005840" y="0"/>
                </a:cubicBezTo>
                <a:close/>
              </a:path>
            </a:pathLst>
          </a:custGeom>
          <a:solidFill>
            <a:schemeClr val="bg1">
              <a:lumMod val="95000"/>
              <a:alpha val="25000"/>
            </a:schemeClr>
          </a:solidFill>
          <a:ln w="101600">
            <a:solidFill>
              <a:schemeClr val="bg1"/>
            </a:solidFill>
          </a:ln>
          <a:effectLst>
            <a:outerShdw blurRad="1270000" dist="495300" sx="92000" sy="92000" algn="l"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7" name="Picture Placeholder 16">
            <a:extLst>
              <a:ext uri="{FF2B5EF4-FFF2-40B4-BE49-F238E27FC236}">
                <a16:creationId xmlns:a16="http://schemas.microsoft.com/office/drawing/2014/main" id="{796EFDEC-7C6F-49CC-8632-AA9A0C2AB9FC}"/>
              </a:ext>
            </a:extLst>
          </p:cNvPr>
          <p:cNvSpPr>
            <a:spLocks noGrp="1"/>
          </p:cNvSpPr>
          <p:nvPr>
            <p:ph type="pic" sz="quarter" idx="13" hasCustomPrompt="1"/>
          </p:nvPr>
        </p:nvSpPr>
        <p:spPr>
          <a:xfrm>
            <a:off x="5655620" y="3788670"/>
            <a:ext cx="1430446" cy="1430446"/>
          </a:xfrm>
          <a:custGeom>
            <a:avLst/>
            <a:gdLst>
              <a:gd name="connsiteX0" fmla="*/ 715223 w 1430446"/>
              <a:gd name="connsiteY0" fmla="*/ 0 h 1430446"/>
              <a:gd name="connsiteX1" fmla="*/ 1430446 w 1430446"/>
              <a:gd name="connsiteY1" fmla="*/ 715223 h 1430446"/>
              <a:gd name="connsiteX2" fmla="*/ 715223 w 1430446"/>
              <a:gd name="connsiteY2" fmla="*/ 1430446 h 1430446"/>
              <a:gd name="connsiteX3" fmla="*/ 0 w 1430446"/>
              <a:gd name="connsiteY3" fmla="*/ 715223 h 1430446"/>
              <a:gd name="connsiteX4" fmla="*/ 715223 w 1430446"/>
              <a:gd name="connsiteY4" fmla="*/ 0 h 14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0446" h="1430446">
                <a:moveTo>
                  <a:pt x="715223" y="0"/>
                </a:moveTo>
                <a:cubicBezTo>
                  <a:pt x="1110230" y="0"/>
                  <a:pt x="1430446" y="320216"/>
                  <a:pt x="1430446" y="715223"/>
                </a:cubicBezTo>
                <a:cubicBezTo>
                  <a:pt x="1430446" y="1110230"/>
                  <a:pt x="1110230" y="1430446"/>
                  <a:pt x="715223" y="1430446"/>
                </a:cubicBezTo>
                <a:cubicBezTo>
                  <a:pt x="320216" y="1430446"/>
                  <a:pt x="0" y="1110230"/>
                  <a:pt x="0" y="715223"/>
                </a:cubicBezTo>
                <a:cubicBezTo>
                  <a:pt x="0" y="320216"/>
                  <a:pt x="320216" y="0"/>
                  <a:pt x="715223" y="0"/>
                </a:cubicBezTo>
                <a:close/>
              </a:path>
            </a:pathLst>
          </a:custGeom>
          <a:solidFill>
            <a:schemeClr val="bg1">
              <a:lumMod val="95000"/>
              <a:alpha val="25000"/>
            </a:schemeClr>
          </a:solidFill>
          <a:ln w="101600">
            <a:solidFill>
              <a:schemeClr val="bg1"/>
            </a:solidFill>
          </a:ln>
          <a:effectLst>
            <a:outerShdw blurRad="1270000" dist="495300" sx="92000" sy="92000" algn="l"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1618493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750" fill="hold"/>
                                        <p:tgtEl>
                                          <p:spTgt spid="17"/>
                                        </p:tgtEl>
                                        <p:attrNameLst>
                                          <p:attrName>ppt_w</p:attrName>
                                        </p:attrNameLst>
                                      </p:cBhvr>
                                      <p:tavLst>
                                        <p:tav tm="0">
                                          <p:val>
                                            <p:fltVal val="0"/>
                                          </p:val>
                                        </p:tav>
                                        <p:tav tm="100000">
                                          <p:val>
                                            <p:strVal val="#ppt_w"/>
                                          </p:val>
                                        </p:tav>
                                      </p:tavLst>
                                    </p:anim>
                                    <p:anim calcmode="lin" valueType="num">
                                      <p:cBhvr>
                                        <p:cTn id="8" dur="750" fill="hold"/>
                                        <p:tgtEl>
                                          <p:spTgt spid="17"/>
                                        </p:tgtEl>
                                        <p:attrNameLst>
                                          <p:attrName>ppt_h</p:attrName>
                                        </p:attrNameLst>
                                      </p:cBhvr>
                                      <p:tavLst>
                                        <p:tav tm="0">
                                          <p:val>
                                            <p:fltVal val="0"/>
                                          </p:val>
                                        </p:tav>
                                        <p:tav tm="100000">
                                          <p:val>
                                            <p:strVal val="#ppt_h"/>
                                          </p:val>
                                        </p:tav>
                                      </p:tavLst>
                                    </p:anim>
                                    <p:anim calcmode="lin" valueType="num">
                                      <p:cBhvr>
                                        <p:cTn id="9" dur="750" fill="hold"/>
                                        <p:tgtEl>
                                          <p:spTgt spid="17"/>
                                        </p:tgtEl>
                                        <p:attrNameLst>
                                          <p:attrName>style.rotation</p:attrName>
                                        </p:attrNameLst>
                                      </p:cBhvr>
                                      <p:tavLst>
                                        <p:tav tm="0">
                                          <p:val>
                                            <p:fltVal val="360"/>
                                          </p:val>
                                        </p:tav>
                                        <p:tav tm="100000">
                                          <p:val>
                                            <p:fltVal val="0"/>
                                          </p:val>
                                        </p:tav>
                                      </p:tavLst>
                                    </p:anim>
                                    <p:animEffect transition="in" filter="fade">
                                      <p:cBhvr>
                                        <p:cTn id="10" dur="750"/>
                                        <p:tgtEl>
                                          <p:spTgt spid="17"/>
                                        </p:tgtEl>
                                      </p:cBhvr>
                                    </p:animEffect>
                                  </p:childTnLst>
                                </p:cTn>
                              </p:par>
                              <p:par>
                                <p:cTn id="11" presetID="49" presetClass="entr" presetSubtype="0" decel="100000" fill="hold" grpId="0" nodeType="withEffect">
                                  <p:stCondLst>
                                    <p:cond delay="250"/>
                                  </p:stCondLst>
                                  <p:childTnLst>
                                    <p:set>
                                      <p:cBhvr>
                                        <p:cTn id="12" dur="1" fill="hold">
                                          <p:stCondLst>
                                            <p:cond delay="0"/>
                                          </p:stCondLst>
                                        </p:cTn>
                                        <p:tgtEl>
                                          <p:spTgt spid="14"/>
                                        </p:tgtEl>
                                        <p:attrNameLst>
                                          <p:attrName>style.visibility</p:attrName>
                                        </p:attrNameLst>
                                      </p:cBhvr>
                                      <p:to>
                                        <p:strVal val="visible"/>
                                      </p:to>
                                    </p:set>
                                    <p:anim calcmode="lin" valueType="num">
                                      <p:cBhvr>
                                        <p:cTn id="13" dur="750" fill="hold"/>
                                        <p:tgtEl>
                                          <p:spTgt spid="14"/>
                                        </p:tgtEl>
                                        <p:attrNameLst>
                                          <p:attrName>ppt_w</p:attrName>
                                        </p:attrNameLst>
                                      </p:cBhvr>
                                      <p:tavLst>
                                        <p:tav tm="0">
                                          <p:val>
                                            <p:fltVal val="0"/>
                                          </p:val>
                                        </p:tav>
                                        <p:tav tm="100000">
                                          <p:val>
                                            <p:strVal val="#ppt_w"/>
                                          </p:val>
                                        </p:tav>
                                      </p:tavLst>
                                    </p:anim>
                                    <p:anim calcmode="lin" valueType="num">
                                      <p:cBhvr>
                                        <p:cTn id="14" dur="750" fill="hold"/>
                                        <p:tgtEl>
                                          <p:spTgt spid="14"/>
                                        </p:tgtEl>
                                        <p:attrNameLst>
                                          <p:attrName>ppt_h</p:attrName>
                                        </p:attrNameLst>
                                      </p:cBhvr>
                                      <p:tavLst>
                                        <p:tav tm="0">
                                          <p:val>
                                            <p:fltVal val="0"/>
                                          </p:val>
                                        </p:tav>
                                        <p:tav tm="100000">
                                          <p:val>
                                            <p:strVal val="#ppt_h"/>
                                          </p:val>
                                        </p:tav>
                                      </p:tavLst>
                                    </p:anim>
                                    <p:anim calcmode="lin" valueType="num">
                                      <p:cBhvr>
                                        <p:cTn id="15" dur="750" fill="hold"/>
                                        <p:tgtEl>
                                          <p:spTgt spid="14"/>
                                        </p:tgtEl>
                                        <p:attrNameLst>
                                          <p:attrName>style.rotation</p:attrName>
                                        </p:attrNameLst>
                                      </p:cBhvr>
                                      <p:tavLst>
                                        <p:tav tm="0">
                                          <p:val>
                                            <p:fltVal val="360"/>
                                          </p:val>
                                        </p:tav>
                                        <p:tav tm="100000">
                                          <p:val>
                                            <p:fltVal val="0"/>
                                          </p:val>
                                        </p:tav>
                                      </p:tavLst>
                                    </p:anim>
                                    <p:animEffect transition="in" filter="fade">
                                      <p:cBhvr>
                                        <p:cTn id="16" dur="750"/>
                                        <p:tgtEl>
                                          <p:spTgt spid="14"/>
                                        </p:tgtEl>
                                      </p:cBhvr>
                                    </p:animEffect>
                                  </p:childTnLst>
                                </p:cTn>
                              </p:par>
                              <p:par>
                                <p:cTn id="17" presetID="49" presetClass="entr" presetSubtype="0" decel="100000" fill="hold" grpId="0" nodeType="withEffect">
                                  <p:stCondLst>
                                    <p:cond delay="500"/>
                                  </p:stCondLst>
                                  <p:childTnLst>
                                    <p:set>
                                      <p:cBhvr>
                                        <p:cTn id="18" dur="1" fill="hold">
                                          <p:stCondLst>
                                            <p:cond delay="0"/>
                                          </p:stCondLst>
                                        </p:cTn>
                                        <p:tgtEl>
                                          <p:spTgt spid="11"/>
                                        </p:tgtEl>
                                        <p:attrNameLst>
                                          <p:attrName>style.visibility</p:attrName>
                                        </p:attrNameLst>
                                      </p:cBhvr>
                                      <p:to>
                                        <p:strVal val="visible"/>
                                      </p:to>
                                    </p:set>
                                    <p:anim calcmode="lin" valueType="num">
                                      <p:cBhvr>
                                        <p:cTn id="19" dur="750" fill="hold"/>
                                        <p:tgtEl>
                                          <p:spTgt spid="11"/>
                                        </p:tgtEl>
                                        <p:attrNameLst>
                                          <p:attrName>ppt_w</p:attrName>
                                        </p:attrNameLst>
                                      </p:cBhvr>
                                      <p:tavLst>
                                        <p:tav tm="0">
                                          <p:val>
                                            <p:fltVal val="0"/>
                                          </p:val>
                                        </p:tav>
                                        <p:tav tm="100000">
                                          <p:val>
                                            <p:strVal val="#ppt_w"/>
                                          </p:val>
                                        </p:tav>
                                      </p:tavLst>
                                    </p:anim>
                                    <p:anim calcmode="lin" valueType="num">
                                      <p:cBhvr>
                                        <p:cTn id="20" dur="750" fill="hold"/>
                                        <p:tgtEl>
                                          <p:spTgt spid="11"/>
                                        </p:tgtEl>
                                        <p:attrNameLst>
                                          <p:attrName>ppt_h</p:attrName>
                                        </p:attrNameLst>
                                      </p:cBhvr>
                                      <p:tavLst>
                                        <p:tav tm="0">
                                          <p:val>
                                            <p:fltVal val="0"/>
                                          </p:val>
                                        </p:tav>
                                        <p:tav tm="100000">
                                          <p:val>
                                            <p:strVal val="#ppt_h"/>
                                          </p:val>
                                        </p:tav>
                                      </p:tavLst>
                                    </p:anim>
                                    <p:anim calcmode="lin" valueType="num">
                                      <p:cBhvr>
                                        <p:cTn id="21" dur="750" fill="hold"/>
                                        <p:tgtEl>
                                          <p:spTgt spid="11"/>
                                        </p:tgtEl>
                                        <p:attrNameLst>
                                          <p:attrName>style.rotation</p:attrName>
                                        </p:attrNameLst>
                                      </p:cBhvr>
                                      <p:tavLst>
                                        <p:tav tm="0">
                                          <p:val>
                                            <p:fltVal val="360"/>
                                          </p:val>
                                        </p:tav>
                                        <p:tav tm="100000">
                                          <p:val>
                                            <p:fltVal val="0"/>
                                          </p:val>
                                        </p:tav>
                                      </p:tavLst>
                                    </p:anim>
                                    <p:animEffect transition="in" filter="fade">
                                      <p:cBhvr>
                                        <p:cTn id="22" dur="750"/>
                                        <p:tgtEl>
                                          <p:spTgt spid="11"/>
                                        </p:tgtEl>
                                      </p:cBhvr>
                                    </p:animEffect>
                                  </p:childTnLst>
                                </p:cTn>
                              </p:par>
                              <p:par>
                                <p:cTn id="23" presetID="49" presetClass="entr" presetSubtype="0" decel="100000" fill="hold" grpId="0" nodeType="withEffect">
                                  <p:stCondLst>
                                    <p:cond delay="500"/>
                                  </p:stCondLst>
                                  <p:childTnLst>
                                    <p:set>
                                      <p:cBhvr>
                                        <p:cTn id="24" dur="1" fill="hold">
                                          <p:stCondLst>
                                            <p:cond delay="0"/>
                                          </p:stCondLst>
                                        </p:cTn>
                                        <p:tgtEl>
                                          <p:spTgt spid="8"/>
                                        </p:tgtEl>
                                        <p:attrNameLst>
                                          <p:attrName>style.visibility</p:attrName>
                                        </p:attrNameLst>
                                      </p:cBhvr>
                                      <p:to>
                                        <p:strVal val="visible"/>
                                      </p:to>
                                    </p:set>
                                    <p:anim calcmode="lin" valueType="num">
                                      <p:cBhvr>
                                        <p:cTn id="25" dur="1000" fill="hold"/>
                                        <p:tgtEl>
                                          <p:spTgt spid="8"/>
                                        </p:tgtEl>
                                        <p:attrNameLst>
                                          <p:attrName>ppt_w</p:attrName>
                                        </p:attrNameLst>
                                      </p:cBhvr>
                                      <p:tavLst>
                                        <p:tav tm="0">
                                          <p:val>
                                            <p:fltVal val="0"/>
                                          </p:val>
                                        </p:tav>
                                        <p:tav tm="100000">
                                          <p:val>
                                            <p:strVal val="#ppt_w"/>
                                          </p:val>
                                        </p:tav>
                                      </p:tavLst>
                                    </p:anim>
                                    <p:anim calcmode="lin" valueType="num">
                                      <p:cBhvr>
                                        <p:cTn id="26" dur="1000" fill="hold"/>
                                        <p:tgtEl>
                                          <p:spTgt spid="8"/>
                                        </p:tgtEl>
                                        <p:attrNameLst>
                                          <p:attrName>ppt_h</p:attrName>
                                        </p:attrNameLst>
                                      </p:cBhvr>
                                      <p:tavLst>
                                        <p:tav tm="0">
                                          <p:val>
                                            <p:fltVal val="0"/>
                                          </p:val>
                                        </p:tav>
                                        <p:tav tm="100000">
                                          <p:val>
                                            <p:strVal val="#ppt_h"/>
                                          </p:val>
                                        </p:tav>
                                      </p:tavLst>
                                    </p:anim>
                                    <p:anim calcmode="lin" valueType="num">
                                      <p:cBhvr>
                                        <p:cTn id="27" dur="1000" fill="hold"/>
                                        <p:tgtEl>
                                          <p:spTgt spid="8"/>
                                        </p:tgtEl>
                                        <p:attrNameLst>
                                          <p:attrName>style.rotation</p:attrName>
                                        </p:attrNameLst>
                                      </p:cBhvr>
                                      <p:tavLst>
                                        <p:tav tm="0">
                                          <p:val>
                                            <p:fltVal val="360"/>
                                          </p:val>
                                        </p:tav>
                                        <p:tav tm="100000">
                                          <p:val>
                                            <p:fltVal val="0"/>
                                          </p:val>
                                        </p:tav>
                                      </p:tavLst>
                                    </p:anim>
                                    <p:animEffect transition="in" filter="fade">
                                      <p:cBhvr>
                                        <p:cTn id="28"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4" grpId="0" animBg="1"/>
      <p:bldP spid="17" grpId="0" animBg="1"/>
    </p:bld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40_Title and Content">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F598A733-FD9B-4714-9169-6B85CF599B9F}"/>
              </a:ext>
            </a:extLst>
          </p:cNvPr>
          <p:cNvSpPr>
            <a:spLocks noGrp="1"/>
          </p:cNvSpPr>
          <p:nvPr>
            <p:ph type="pic" sz="quarter" idx="11" hasCustomPrompt="1"/>
          </p:nvPr>
        </p:nvSpPr>
        <p:spPr>
          <a:xfrm>
            <a:off x="4357072" y="2222123"/>
            <a:ext cx="2512996" cy="1750380"/>
          </a:xfrm>
          <a:custGeom>
            <a:avLst/>
            <a:gdLst>
              <a:gd name="connsiteX0" fmla="*/ 339006 w 2920179"/>
              <a:gd name="connsiteY0" fmla="*/ 0 h 2033996"/>
              <a:gd name="connsiteX1" fmla="*/ 2581173 w 2920179"/>
              <a:gd name="connsiteY1" fmla="*/ 0 h 2033996"/>
              <a:gd name="connsiteX2" fmla="*/ 2920179 w 2920179"/>
              <a:gd name="connsiteY2" fmla="*/ 339006 h 2033996"/>
              <a:gd name="connsiteX3" fmla="*/ 2920179 w 2920179"/>
              <a:gd name="connsiteY3" fmla="*/ 1694990 h 2033996"/>
              <a:gd name="connsiteX4" fmla="*/ 2581173 w 2920179"/>
              <a:gd name="connsiteY4" fmla="*/ 2033996 h 2033996"/>
              <a:gd name="connsiteX5" fmla="*/ 339006 w 2920179"/>
              <a:gd name="connsiteY5" fmla="*/ 2033996 h 2033996"/>
              <a:gd name="connsiteX6" fmla="*/ 0 w 2920179"/>
              <a:gd name="connsiteY6" fmla="*/ 1694990 h 2033996"/>
              <a:gd name="connsiteX7" fmla="*/ 0 w 2920179"/>
              <a:gd name="connsiteY7" fmla="*/ 339006 h 2033996"/>
              <a:gd name="connsiteX8" fmla="*/ 339006 w 2920179"/>
              <a:gd name="connsiteY8" fmla="*/ 0 h 2033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20179" h="2033996">
                <a:moveTo>
                  <a:pt x="339006" y="0"/>
                </a:moveTo>
                <a:lnTo>
                  <a:pt x="2581173" y="0"/>
                </a:lnTo>
                <a:cubicBezTo>
                  <a:pt x="2768401" y="0"/>
                  <a:pt x="2920179" y="151778"/>
                  <a:pt x="2920179" y="339006"/>
                </a:cubicBezTo>
                <a:lnTo>
                  <a:pt x="2920179" y="1694990"/>
                </a:lnTo>
                <a:cubicBezTo>
                  <a:pt x="2920179" y="1882218"/>
                  <a:pt x="2768401" y="2033996"/>
                  <a:pt x="2581173" y="2033996"/>
                </a:cubicBezTo>
                <a:lnTo>
                  <a:pt x="339006" y="2033996"/>
                </a:lnTo>
                <a:cubicBezTo>
                  <a:pt x="151778" y="2033996"/>
                  <a:pt x="0" y="1882218"/>
                  <a:pt x="0" y="1694990"/>
                </a:cubicBezTo>
                <a:lnTo>
                  <a:pt x="0" y="339006"/>
                </a:lnTo>
                <a:cubicBezTo>
                  <a:pt x="0" y="151778"/>
                  <a:pt x="151778" y="0"/>
                  <a:pt x="339006" y="0"/>
                </a:cubicBezTo>
                <a:close/>
              </a:path>
            </a:pathLst>
          </a:custGeom>
          <a:solidFill>
            <a:schemeClr val="bg1">
              <a:lumMod val="95000"/>
              <a:alpha val="25000"/>
            </a:schemeClr>
          </a:solidFill>
          <a:effectLst>
            <a:outerShdw blurRad="368300" dist="203200" dir="5400000" sx="95000" sy="95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3" name="Picture Placeholder 12">
            <a:extLst>
              <a:ext uri="{FF2B5EF4-FFF2-40B4-BE49-F238E27FC236}">
                <a16:creationId xmlns:a16="http://schemas.microsoft.com/office/drawing/2014/main" id="{32FE5C27-34FF-4758-91B5-9A4F63C50CFE}"/>
              </a:ext>
            </a:extLst>
          </p:cNvPr>
          <p:cNvSpPr>
            <a:spLocks noGrp="1"/>
          </p:cNvSpPr>
          <p:nvPr>
            <p:ph type="pic" sz="quarter" idx="12" hasCustomPrompt="1"/>
          </p:nvPr>
        </p:nvSpPr>
        <p:spPr>
          <a:xfrm>
            <a:off x="7238004" y="2222123"/>
            <a:ext cx="2512996" cy="1750380"/>
          </a:xfrm>
          <a:custGeom>
            <a:avLst/>
            <a:gdLst>
              <a:gd name="connsiteX0" fmla="*/ 339006 w 2920179"/>
              <a:gd name="connsiteY0" fmla="*/ 0 h 2033996"/>
              <a:gd name="connsiteX1" fmla="*/ 2581173 w 2920179"/>
              <a:gd name="connsiteY1" fmla="*/ 0 h 2033996"/>
              <a:gd name="connsiteX2" fmla="*/ 2920179 w 2920179"/>
              <a:gd name="connsiteY2" fmla="*/ 339006 h 2033996"/>
              <a:gd name="connsiteX3" fmla="*/ 2920179 w 2920179"/>
              <a:gd name="connsiteY3" fmla="*/ 1694990 h 2033996"/>
              <a:gd name="connsiteX4" fmla="*/ 2581173 w 2920179"/>
              <a:gd name="connsiteY4" fmla="*/ 2033996 h 2033996"/>
              <a:gd name="connsiteX5" fmla="*/ 339006 w 2920179"/>
              <a:gd name="connsiteY5" fmla="*/ 2033996 h 2033996"/>
              <a:gd name="connsiteX6" fmla="*/ 0 w 2920179"/>
              <a:gd name="connsiteY6" fmla="*/ 1694990 h 2033996"/>
              <a:gd name="connsiteX7" fmla="*/ 0 w 2920179"/>
              <a:gd name="connsiteY7" fmla="*/ 339006 h 2033996"/>
              <a:gd name="connsiteX8" fmla="*/ 339006 w 2920179"/>
              <a:gd name="connsiteY8" fmla="*/ 0 h 2033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20179" h="2033996">
                <a:moveTo>
                  <a:pt x="339006" y="0"/>
                </a:moveTo>
                <a:lnTo>
                  <a:pt x="2581173" y="0"/>
                </a:lnTo>
                <a:cubicBezTo>
                  <a:pt x="2768401" y="0"/>
                  <a:pt x="2920179" y="151778"/>
                  <a:pt x="2920179" y="339006"/>
                </a:cubicBezTo>
                <a:lnTo>
                  <a:pt x="2920179" y="1694990"/>
                </a:lnTo>
                <a:cubicBezTo>
                  <a:pt x="2920179" y="1882218"/>
                  <a:pt x="2768401" y="2033996"/>
                  <a:pt x="2581173" y="2033996"/>
                </a:cubicBezTo>
                <a:lnTo>
                  <a:pt x="339006" y="2033996"/>
                </a:lnTo>
                <a:cubicBezTo>
                  <a:pt x="151778" y="2033996"/>
                  <a:pt x="0" y="1882218"/>
                  <a:pt x="0" y="1694990"/>
                </a:cubicBezTo>
                <a:lnTo>
                  <a:pt x="0" y="339006"/>
                </a:lnTo>
                <a:cubicBezTo>
                  <a:pt x="0" y="151778"/>
                  <a:pt x="151778" y="0"/>
                  <a:pt x="339006" y="0"/>
                </a:cubicBezTo>
                <a:close/>
              </a:path>
            </a:pathLst>
          </a:custGeom>
          <a:solidFill>
            <a:schemeClr val="bg1">
              <a:lumMod val="95000"/>
              <a:alpha val="25000"/>
            </a:schemeClr>
          </a:solidFill>
          <a:effectLst>
            <a:outerShdw blurRad="368300" dist="203200" dir="5400000" sx="95000" sy="95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4" name="Picture Placeholder 13">
            <a:extLst>
              <a:ext uri="{FF2B5EF4-FFF2-40B4-BE49-F238E27FC236}">
                <a16:creationId xmlns:a16="http://schemas.microsoft.com/office/drawing/2014/main" id="{9F3E7F81-C528-400C-BF99-A219419A9612}"/>
              </a:ext>
            </a:extLst>
          </p:cNvPr>
          <p:cNvSpPr>
            <a:spLocks noGrp="1"/>
          </p:cNvSpPr>
          <p:nvPr>
            <p:ph type="pic" sz="quarter" idx="13" hasCustomPrompt="1"/>
          </p:nvPr>
        </p:nvSpPr>
        <p:spPr>
          <a:xfrm>
            <a:off x="5173638" y="4292035"/>
            <a:ext cx="2512996" cy="1750380"/>
          </a:xfrm>
          <a:custGeom>
            <a:avLst/>
            <a:gdLst>
              <a:gd name="connsiteX0" fmla="*/ 339006 w 2920179"/>
              <a:gd name="connsiteY0" fmla="*/ 0 h 2033996"/>
              <a:gd name="connsiteX1" fmla="*/ 2581173 w 2920179"/>
              <a:gd name="connsiteY1" fmla="*/ 0 h 2033996"/>
              <a:gd name="connsiteX2" fmla="*/ 2920179 w 2920179"/>
              <a:gd name="connsiteY2" fmla="*/ 339006 h 2033996"/>
              <a:gd name="connsiteX3" fmla="*/ 2920179 w 2920179"/>
              <a:gd name="connsiteY3" fmla="*/ 1694990 h 2033996"/>
              <a:gd name="connsiteX4" fmla="*/ 2581173 w 2920179"/>
              <a:gd name="connsiteY4" fmla="*/ 2033996 h 2033996"/>
              <a:gd name="connsiteX5" fmla="*/ 339006 w 2920179"/>
              <a:gd name="connsiteY5" fmla="*/ 2033996 h 2033996"/>
              <a:gd name="connsiteX6" fmla="*/ 0 w 2920179"/>
              <a:gd name="connsiteY6" fmla="*/ 1694990 h 2033996"/>
              <a:gd name="connsiteX7" fmla="*/ 0 w 2920179"/>
              <a:gd name="connsiteY7" fmla="*/ 339006 h 2033996"/>
              <a:gd name="connsiteX8" fmla="*/ 339006 w 2920179"/>
              <a:gd name="connsiteY8" fmla="*/ 0 h 2033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20179" h="2033996">
                <a:moveTo>
                  <a:pt x="339006" y="0"/>
                </a:moveTo>
                <a:lnTo>
                  <a:pt x="2581173" y="0"/>
                </a:lnTo>
                <a:cubicBezTo>
                  <a:pt x="2768401" y="0"/>
                  <a:pt x="2920179" y="151778"/>
                  <a:pt x="2920179" y="339006"/>
                </a:cubicBezTo>
                <a:lnTo>
                  <a:pt x="2920179" y="1694990"/>
                </a:lnTo>
                <a:cubicBezTo>
                  <a:pt x="2920179" y="1882218"/>
                  <a:pt x="2768401" y="2033996"/>
                  <a:pt x="2581173" y="2033996"/>
                </a:cubicBezTo>
                <a:lnTo>
                  <a:pt x="339006" y="2033996"/>
                </a:lnTo>
                <a:cubicBezTo>
                  <a:pt x="151778" y="2033996"/>
                  <a:pt x="0" y="1882218"/>
                  <a:pt x="0" y="1694990"/>
                </a:cubicBezTo>
                <a:lnTo>
                  <a:pt x="0" y="339006"/>
                </a:lnTo>
                <a:cubicBezTo>
                  <a:pt x="0" y="151778"/>
                  <a:pt x="151778" y="0"/>
                  <a:pt x="339006" y="0"/>
                </a:cubicBezTo>
                <a:close/>
              </a:path>
            </a:pathLst>
          </a:custGeom>
          <a:solidFill>
            <a:schemeClr val="bg1">
              <a:lumMod val="95000"/>
              <a:alpha val="25000"/>
            </a:schemeClr>
          </a:solidFill>
          <a:effectLst>
            <a:outerShdw blurRad="368300" dist="203200" dir="5400000" sx="95000" sy="95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5" name="Picture Placeholder 14">
            <a:extLst>
              <a:ext uri="{FF2B5EF4-FFF2-40B4-BE49-F238E27FC236}">
                <a16:creationId xmlns:a16="http://schemas.microsoft.com/office/drawing/2014/main" id="{C5E0642B-57C5-40B1-B690-FEE96400ADE4}"/>
              </a:ext>
            </a:extLst>
          </p:cNvPr>
          <p:cNvSpPr>
            <a:spLocks noGrp="1"/>
          </p:cNvSpPr>
          <p:nvPr>
            <p:ph type="pic" sz="quarter" idx="14" hasCustomPrompt="1"/>
          </p:nvPr>
        </p:nvSpPr>
        <p:spPr>
          <a:xfrm>
            <a:off x="8054570" y="4292035"/>
            <a:ext cx="2512996" cy="1750380"/>
          </a:xfrm>
          <a:custGeom>
            <a:avLst/>
            <a:gdLst>
              <a:gd name="connsiteX0" fmla="*/ 339006 w 2920179"/>
              <a:gd name="connsiteY0" fmla="*/ 0 h 2033996"/>
              <a:gd name="connsiteX1" fmla="*/ 2581173 w 2920179"/>
              <a:gd name="connsiteY1" fmla="*/ 0 h 2033996"/>
              <a:gd name="connsiteX2" fmla="*/ 2920179 w 2920179"/>
              <a:gd name="connsiteY2" fmla="*/ 339006 h 2033996"/>
              <a:gd name="connsiteX3" fmla="*/ 2920179 w 2920179"/>
              <a:gd name="connsiteY3" fmla="*/ 1694990 h 2033996"/>
              <a:gd name="connsiteX4" fmla="*/ 2581173 w 2920179"/>
              <a:gd name="connsiteY4" fmla="*/ 2033996 h 2033996"/>
              <a:gd name="connsiteX5" fmla="*/ 339006 w 2920179"/>
              <a:gd name="connsiteY5" fmla="*/ 2033996 h 2033996"/>
              <a:gd name="connsiteX6" fmla="*/ 0 w 2920179"/>
              <a:gd name="connsiteY6" fmla="*/ 1694990 h 2033996"/>
              <a:gd name="connsiteX7" fmla="*/ 0 w 2920179"/>
              <a:gd name="connsiteY7" fmla="*/ 339006 h 2033996"/>
              <a:gd name="connsiteX8" fmla="*/ 339006 w 2920179"/>
              <a:gd name="connsiteY8" fmla="*/ 0 h 2033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20179" h="2033996">
                <a:moveTo>
                  <a:pt x="339006" y="0"/>
                </a:moveTo>
                <a:lnTo>
                  <a:pt x="2581173" y="0"/>
                </a:lnTo>
                <a:cubicBezTo>
                  <a:pt x="2768401" y="0"/>
                  <a:pt x="2920179" y="151778"/>
                  <a:pt x="2920179" y="339006"/>
                </a:cubicBezTo>
                <a:lnTo>
                  <a:pt x="2920179" y="1694990"/>
                </a:lnTo>
                <a:cubicBezTo>
                  <a:pt x="2920179" y="1882218"/>
                  <a:pt x="2768401" y="2033996"/>
                  <a:pt x="2581173" y="2033996"/>
                </a:cubicBezTo>
                <a:lnTo>
                  <a:pt x="339006" y="2033996"/>
                </a:lnTo>
                <a:cubicBezTo>
                  <a:pt x="151778" y="2033996"/>
                  <a:pt x="0" y="1882218"/>
                  <a:pt x="0" y="1694990"/>
                </a:cubicBezTo>
                <a:lnTo>
                  <a:pt x="0" y="339006"/>
                </a:lnTo>
                <a:cubicBezTo>
                  <a:pt x="0" y="151778"/>
                  <a:pt x="151778" y="0"/>
                  <a:pt x="339006" y="0"/>
                </a:cubicBezTo>
                <a:close/>
              </a:path>
            </a:pathLst>
          </a:custGeom>
          <a:solidFill>
            <a:schemeClr val="bg1">
              <a:lumMod val="95000"/>
              <a:alpha val="25000"/>
            </a:schemeClr>
          </a:solidFill>
          <a:effectLst>
            <a:outerShdw blurRad="368300" dist="203200" dir="5400000" sx="95000" sy="95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6" name="Picture Placeholder 15">
            <a:extLst>
              <a:ext uri="{FF2B5EF4-FFF2-40B4-BE49-F238E27FC236}">
                <a16:creationId xmlns:a16="http://schemas.microsoft.com/office/drawing/2014/main" id="{10308F0C-C637-4C1A-82ED-6C8B0997EC1C}"/>
              </a:ext>
            </a:extLst>
          </p:cNvPr>
          <p:cNvSpPr>
            <a:spLocks noGrp="1"/>
          </p:cNvSpPr>
          <p:nvPr>
            <p:ph type="pic" sz="quarter" idx="15" hasCustomPrompt="1"/>
          </p:nvPr>
        </p:nvSpPr>
        <p:spPr>
          <a:xfrm>
            <a:off x="10935502" y="4292035"/>
            <a:ext cx="2512996" cy="1750380"/>
          </a:xfrm>
          <a:custGeom>
            <a:avLst/>
            <a:gdLst>
              <a:gd name="connsiteX0" fmla="*/ 339006 w 2920179"/>
              <a:gd name="connsiteY0" fmla="*/ 0 h 2033996"/>
              <a:gd name="connsiteX1" fmla="*/ 2581173 w 2920179"/>
              <a:gd name="connsiteY1" fmla="*/ 0 h 2033996"/>
              <a:gd name="connsiteX2" fmla="*/ 2920179 w 2920179"/>
              <a:gd name="connsiteY2" fmla="*/ 339006 h 2033996"/>
              <a:gd name="connsiteX3" fmla="*/ 2920179 w 2920179"/>
              <a:gd name="connsiteY3" fmla="*/ 1694990 h 2033996"/>
              <a:gd name="connsiteX4" fmla="*/ 2581173 w 2920179"/>
              <a:gd name="connsiteY4" fmla="*/ 2033996 h 2033996"/>
              <a:gd name="connsiteX5" fmla="*/ 339006 w 2920179"/>
              <a:gd name="connsiteY5" fmla="*/ 2033996 h 2033996"/>
              <a:gd name="connsiteX6" fmla="*/ 0 w 2920179"/>
              <a:gd name="connsiteY6" fmla="*/ 1694990 h 2033996"/>
              <a:gd name="connsiteX7" fmla="*/ 0 w 2920179"/>
              <a:gd name="connsiteY7" fmla="*/ 339006 h 2033996"/>
              <a:gd name="connsiteX8" fmla="*/ 339006 w 2920179"/>
              <a:gd name="connsiteY8" fmla="*/ 0 h 2033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20179" h="2033996">
                <a:moveTo>
                  <a:pt x="339006" y="0"/>
                </a:moveTo>
                <a:lnTo>
                  <a:pt x="2581173" y="0"/>
                </a:lnTo>
                <a:cubicBezTo>
                  <a:pt x="2768401" y="0"/>
                  <a:pt x="2920179" y="151778"/>
                  <a:pt x="2920179" y="339006"/>
                </a:cubicBezTo>
                <a:lnTo>
                  <a:pt x="2920179" y="1694990"/>
                </a:lnTo>
                <a:cubicBezTo>
                  <a:pt x="2920179" y="1882218"/>
                  <a:pt x="2768401" y="2033996"/>
                  <a:pt x="2581173" y="2033996"/>
                </a:cubicBezTo>
                <a:lnTo>
                  <a:pt x="339006" y="2033996"/>
                </a:lnTo>
                <a:cubicBezTo>
                  <a:pt x="151778" y="2033996"/>
                  <a:pt x="0" y="1882218"/>
                  <a:pt x="0" y="1694990"/>
                </a:cubicBezTo>
                <a:lnTo>
                  <a:pt x="0" y="339006"/>
                </a:lnTo>
                <a:cubicBezTo>
                  <a:pt x="0" y="151778"/>
                  <a:pt x="151778" y="0"/>
                  <a:pt x="339006" y="0"/>
                </a:cubicBezTo>
                <a:close/>
              </a:path>
            </a:pathLst>
          </a:custGeom>
          <a:solidFill>
            <a:schemeClr val="bg1">
              <a:lumMod val="95000"/>
              <a:alpha val="25000"/>
            </a:schemeClr>
          </a:solidFill>
          <a:effectLst>
            <a:outerShdw blurRad="368300" dist="203200" dir="5400000" sx="95000" sy="95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1" name="Picture Placeholder 10">
            <a:extLst>
              <a:ext uri="{FF2B5EF4-FFF2-40B4-BE49-F238E27FC236}">
                <a16:creationId xmlns:a16="http://schemas.microsoft.com/office/drawing/2014/main" id="{7AD54F54-1E21-48FB-855F-3C1CBF97EB45}"/>
              </a:ext>
            </a:extLst>
          </p:cNvPr>
          <p:cNvSpPr>
            <a:spLocks noGrp="1"/>
          </p:cNvSpPr>
          <p:nvPr>
            <p:ph type="pic" sz="quarter" idx="10" hasCustomPrompt="1"/>
          </p:nvPr>
        </p:nvSpPr>
        <p:spPr>
          <a:xfrm>
            <a:off x="1092200" y="1954697"/>
            <a:ext cx="2896936" cy="2017806"/>
          </a:xfrm>
          <a:custGeom>
            <a:avLst/>
            <a:gdLst>
              <a:gd name="connsiteX0" fmla="*/ 339006 w 2920179"/>
              <a:gd name="connsiteY0" fmla="*/ 0 h 2033996"/>
              <a:gd name="connsiteX1" fmla="*/ 2581173 w 2920179"/>
              <a:gd name="connsiteY1" fmla="*/ 0 h 2033996"/>
              <a:gd name="connsiteX2" fmla="*/ 2920179 w 2920179"/>
              <a:gd name="connsiteY2" fmla="*/ 339006 h 2033996"/>
              <a:gd name="connsiteX3" fmla="*/ 2920179 w 2920179"/>
              <a:gd name="connsiteY3" fmla="*/ 1694990 h 2033996"/>
              <a:gd name="connsiteX4" fmla="*/ 2581173 w 2920179"/>
              <a:gd name="connsiteY4" fmla="*/ 2033996 h 2033996"/>
              <a:gd name="connsiteX5" fmla="*/ 339006 w 2920179"/>
              <a:gd name="connsiteY5" fmla="*/ 2033996 h 2033996"/>
              <a:gd name="connsiteX6" fmla="*/ 0 w 2920179"/>
              <a:gd name="connsiteY6" fmla="*/ 1694990 h 2033996"/>
              <a:gd name="connsiteX7" fmla="*/ 0 w 2920179"/>
              <a:gd name="connsiteY7" fmla="*/ 339006 h 2033996"/>
              <a:gd name="connsiteX8" fmla="*/ 339006 w 2920179"/>
              <a:gd name="connsiteY8" fmla="*/ 0 h 2033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20179" h="2033996">
                <a:moveTo>
                  <a:pt x="339006" y="0"/>
                </a:moveTo>
                <a:lnTo>
                  <a:pt x="2581173" y="0"/>
                </a:lnTo>
                <a:cubicBezTo>
                  <a:pt x="2768401" y="0"/>
                  <a:pt x="2920179" y="151778"/>
                  <a:pt x="2920179" y="339006"/>
                </a:cubicBezTo>
                <a:lnTo>
                  <a:pt x="2920179" y="1694990"/>
                </a:lnTo>
                <a:cubicBezTo>
                  <a:pt x="2920179" y="1882218"/>
                  <a:pt x="2768401" y="2033996"/>
                  <a:pt x="2581173" y="2033996"/>
                </a:cubicBezTo>
                <a:lnTo>
                  <a:pt x="339006" y="2033996"/>
                </a:lnTo>
                <a:cubicBezTo>
                  <a:pt x="151778" y="2033996"/>
                  <a:pt x="0" y="1882218"/>
                  <a:pt x="0" y="1694990"/>
                </a:cubicBezTo>
                <a:lnTo>
                  <a:pt x="0" y="339006"/>
                </a:lnTo>
                <a:cubicBezTo>
                  <a:pt x="0" y="151778"/>
                  <a:pt x="151778" y="0"/>
                  <a:pt x="339006" y="0"/>
                </a:cubicBezTo>
                <a:close/>
              </a:path>
            </a:pathLst>
          </a:custGeom>
          <a:solidFill>
            <a:schemeClr val="bg1">
              <a:lumMod val="95000"/>
              <a:alpha val="25000"/>
            </a:schemeClr>
          </a:solidFill>
          <a:effectLst>
            <a:outerShdw blurRad="1270000" dist="647700" dir="5400000" sx="93000" sy="93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1260202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1000" fill="hold"/>
                                        <p:tgtEl>
                                          <p:spTgt spid="11"/>
                                        </p:tgtEl>
                                        <p:attrNameLst>
                                          <p:attrName>ppt_x</p:attrName>
                                        </p:attrNameLst>
                                      </p:cBhvr>
                                      <p:tavLst>
                                        <p:tav tm="0">
                                          <p:val>
                                            <p:strVal val="1+#ppt_w/2"/>
                                          </p:val>
                                        </p:tav>
                                        <p:tav tm="100000">
                                          <p:val>
                                            <p:strVal val="#ppt_x"/>
                                          </p:val>
                                        </p:tav>
                                      </p:tavLst>
                                    </p:anim>
                                    <p:anim calcmode="lin" valueType="num">
                                      <p:cBhvr additive="base">
                                        <p:cTn id="8" dur="10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25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1000" fill="hold"/>
                                        <p:tgtEl>
                                          <p:spTgt spid="12"/>
                                        </p:tgtEl>
                                        <p:attrNameLst>
                                          <p:attrName>ppt_x</p:attrName>
                                        </p:attrNameLst>
                                      </p:cBhvr>
                                      <p:tavLst>
                                        <p:tav tm="0">
                                          <p:val>
                                            <p:strVal val="1+#ppt_w/2"/>
                                          </p:val>
                                        </p:tav>
                                        <p:tav tm="100000">
                                          <p:val>
                                            <p:strVal val="#ppt_x"/>
                                          </p:val>
                                        </p:tav>
                                      </p:tavLst>
                                    </p:anim>
                                    <p:anim calcmode="lin" valueType="num">
                                      <p:cBhvr additive="base">
                                        <p:cTn id="12" dur="1000" fill="hold"/>
                                        <p:tgtEl>
                                          <p:spTgt spid="12"/>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50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1000" fill="hold"/>
                                        <p:tgtEl>
                                          <p:spTgt spid="13"/>
                                        </p:tgtEl>
                                        <p:attrNameLst>
                                          <p:attrName>ppt_x</p:attrName>
                                        </p:attrNameLst>
                                      </p:cBhvr>
                                      <p:tavLst>
                                        <p:tav tm="0">
                                          <p:val>
                                            <p:strVal val="1+#ppt_w/2"/>
                                          </p:val>
                                        </p:tav>
                                        <p:tav tm="100000">
                                          <p:val>
                                            <p:strVal val="#ppt_x"/>
                                          </p:val>
                                        </p:tav>
                                      </p:tavLst>
                                    </p:anim>
                                    <p:anim calcmode="lin" valueType="num">
                                      <p:cBhvr additive="base">
                                        <p:cTn id="16" dur="1000" fill="hold"/>
                                        <p:tgtEl>
                                          <p:spTgt spid="13"/>
                                        </p:tgtEl>
                                        <p:attrNameLst>
                                          <p:attrName>ppt_y</p:attrName>
                                        </p:attrNameLst>
                                      </p:cBhvr>
                                      <p:tavLst>
                                        <p:tav tm="0">
                                          <p:val>
                                            <p:strVal val="#ppt_y"/>
                                          </p:val>
                                        </p:tav>
                                        <p:tav tm="100000">
                                          <p:val>
                                            <p:strVal val="#ppt_y"/>
                                          </p:val>
                                        </p:tav>
                                      </p:tavLst>
                                    </p:anim>
                                  </p:childTnLst>
                                </p:cTn>
                              </p:par>
                              <p:par>
                                <p:cTn id="17" presetID="2" presetClass="entr" presetSubtype="2" decel="100000" fill="hold" grpId="0" nodeType="withEffect">
                                  <p:stCondLst>
                                    <p:cond delay="75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1000" fill="hold"/>
                                        <p:tgtEl>
                                          <p:spTgt spid="14"/>
                                        </p:tgtEl>
                                        <p:attrNameLst>
                                          <p:attrName>ppt_x</p:attrName>
                                        </p:attrNameLst>
                                      </p:cBhvr>
                                      <p:tavLst>
                                        <p:tav tm="0">
                                          <p:val>
                                            <p:strVal val="1+#ppt_w/2"/>
                                          </p:val>
                                        </p:tav>
                                        <p:tav tm="100000">
                                          <p:val>
                                            <p:strVal val="#ppt_x"/>
                                          </p:val>
                                        </p:tav>
                                      </p:tavLst>
                                    </p:anim>
                                    <p:anim calcmode="lin" valueType="num">
                                      <p:cBhvr additive="base">
                                        <p:cTn id="20" dur="1000" fill="hold"/>
                                        <p:tgtEl>
                                          <p:spTgt spid="14"/>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100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1000" fill="hold"/>
                                        <p:tgtEl>
                                          <p:spTgt spid="15"/>
                                        </p:tgtEl>
                                        <p:attrNameLst>
                                          <p:attrName>ppt_x</p:attrName>
                                        </p:attrNameLst>
                                      </p:cBhvr>
                                      <p:tavLst>
                                        <p:tav tm="0">
                                          <p:val>
                                            <p:strVal val="1+#ppt_w/2"/>
                                          </p:val>
                                        </p:tav>
                                        <p:tav tm="100000">
                                          <p:val>
                                            <p:strVal val="#ppt_x"/>
                                          </p:val>
                                        </p:tav>
                                      </p:tavLst>
                                    </p:anim>
                                    <p:anim calcmode="lin" valueType="num">
                                      <p:cBhvr additive="base">
                                        <p:cTn id="24" dur="1000" fill="hold"/>
                                        <p:tgtEl>
                                          <p:spTgt spid="15"/>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p:stCondLst>
                                    <p:cond delay="1250"/>
                                  </p:stCondLst>
                                  <p:childTnLst>
                                    <p:set>
                                      <p:cBhvr>
                                        <p:cTn id="26" dur="1" fill="hold">
                                          <p:stCondLst>
                                            <p:cond delay="0"/>
                                          </p:stCondLst>
                                        </p:cTn>
                                        <p:tgtEl>
                                          <p:spTgt spid="16"/>
                                        </p:tgtEl>
                                        <p:attrNameLst>
                                          <p:attrName>style.visibility</p:attrName>
                                        </p:attrNameLst>
                                      </p:cBhvr>
                                      <p:to>
                                        <p:strVal val="visible"/>
                                      </p:to>
                                    </p:set>
                                    <p:anim calcmode="lin" valueType="num">
                                      <p:cBhvr additive="base">
                                        <p:cTn id="27" dur="1000" fill="hold"/>
                                        <p:tgtEl>
                                          <p:spTgt spid="16"/>
                                        </p:tgtEl>
                                        <p:attrNameLst>
                                          <p:attrName>ppt_x</p:attrName>
                                        </p:attrNameLst>
                                      </p:cBhvr>
                                      <p:tavLst>
                                        <p:tav tm="0">
                                          <p:val>
                                            <p:strVal val="1+#ppt_w/2"/>
                                          </p:val>
                                        </p:tav>
                                        <p:tav tm="100000">
                                          <p:val>
                                            <p:strVal val="#ppt_x"/>
                                          </p:val>
                                        </p:tav>
                                      </p:tavLst>
                                    </p:anim>
                                    <p:anim calcmode="lin" valueType="num">
                                      <p:cBhvr additive="base">
                                        <p:cTn id="28" dur="100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1" grpId="0" animBg="1"/>
    </p:bld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42_Title and Conten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500A3230-AFE8-42D2-94F1-6507B02F9790}"/>
              </a:ext>
            </a:extLst>
          </p:cNvPr>
          <p:cNvSpPr>
            <a:spLocks noGrp="1"/>
          </p:cNvSpPr>
          <p:nvPr>
            <p:ph type="pic" sz="quarter" idx="11" hasCustomPrompt="1"/>
          </p:nvPr>
        </p:nvSpPr>
        <p:spPr>
          <a:xfrm>
            <a:off x="2322860" y="3626821"/>
            <a:ext cx="1461740" cy="983151"/>
          </a:xfrm>
          <a:custGeom>
            <a:avLst/>
            <a:gdLst>
              <a:gd name="connsiteX0" fmla="*/ 163862 w 1461740"/>
              <a:gd name="connsiteY0" fmla="*/ 0 h 983151"/>
              <a:gd name="connsiteX1" fmla="*/ 1297878 w 1461740"/>
              <a:gd name="connsiteY1" fmla="*/ 0 h 983151"/>
              <a:gd name="connsiteX2" fmla="*/ 1461740 w 1461740"/>
              <a:gd name="connsiteY2" fmla="*/ 163862 h 983151"/>
              <a:gd name="connsiteX3" fmla="*/ 1461740 w 1461740"/>
              <a:gd name="connsiteY3" fmla="*/ 819289 h 983151"/>
              <a:gd name="connsiteX4" fmla="*/ 1297878 w 1461740"/>
              <a:gd name="connsiteY4" fmla="*/ 983151 h 983151"/>
              <a:gd name="connsiteX5" fmla="*/ 163862 w 1461740"/>
              <a:gd name="connsiteY5" fmla="*/ 983151 h 983151"/>
              <a:gd name="connsiteX6" fmla="*/ 0 w 1461740"/>
              <a:gd name="connsiteY6" fmla="*/ 819289 h 983151"/>
              <a:gd name="connsiteX7" fmla="*/ 0 w 1461740"/>
              <a:gd name="connsiteY7" fmla="*/ 163862 h 983151"/>
              <a:gd name="connsiteX8" fmla="*/ 163862 w 1461740"/>
              <a:gd name="connsiteY8" fmla="*/ 0 h 983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61740" h="983151">
                <a:moveTo>
                  <a:pt x="163862" y="0"/>
                </a:moveTo>
                <a:lnTo>
                  <a:pt x="1297878" y="0"/>
                </a:lnTo>
                <a:cubicBezTo>
                  <a:pt x="1388376" y="0"/>
                  <a:pt x="1461740" y="73364"/>
                  <a:pt x="1461740" y="163862"/>
                </a:cubicBezTo>
                <a:lnTo>
                  <a:pt x="1461740" y="819289"/>
                </a:lnTo>
                <a:cubicBezTo>
                  <a:pt x="1461740" y="909787"/>
                  <a:pt x="1388376" y="983151"/>
                  <a:pt x="1297878" y="983151"/>
                </a:cubicBezTo>
                <a:lnTo>
                  <a:pt x="163862" y="983151"/>
                </a:lnTo>
                <a:cubicBezTo>
                  <a:pt x="73364" y="983151"/>
                  <a:pt x="0" y="909787"/>
                  <a:pt x="0" y="819289"/>
                </a:cubicBezTo>
                <a:lnTo>
                  <a:pt x="0" y="163862"/>
                </a:lnTo>
                <a:cubicBezTo>
                  <a:pt x="0" y="73364"/>
                  <a:pt x="73364" y="0"/>
                  <a:pt x="163862" y="0"/>
                </a:cubicBezTo>
                <a:close/>
              </a:path>
            </a:pathLst>
          </a:custGeom>
          <a:solidFill>
            <a:schemeClr val="bg1">
              <a:lumMod val="95000"/>
              <a:alpha val="25000"/>
            </a:schemeClr>
          </a:solidFill>
          <a:effectLst>
            <a:outerShdw blurRad="444500" dist="215900" dir="5400000" sx="88000" sy="88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0" name="Picture Placeholder 9">
            <a:extLst>
              <a:ext uri="{FF2B5EF4-FFF2-40B4-BE49-F238E27FC236}">
                <a16:creationId xmlns:a16="http://schemas.microsoft.com/office/drawing/2014/main" id="{401FFF2C-5A6C-46B4-BC02-BB34895F1A45}"/>
              </a:ext>
            </a:extLst>
          </p:cNvPr>
          <p:cNvSpPr>
            <a:spLocks noGrp="1"/>
          </p:cNvSpPr>
          <p:nvPr>
            <p:ph type="pic" sz="quarter" idx="12" hasCustomPrompt="1"/>
          </p:nvPr>
        </p:nvSpPr>
        <p:spPr>
          <a:xfrm>
            <a:off x="2322860" y="5005614"/>
            <a:ext cx="1461740" cy="983151"/>
          </a:xfrm>
          <a:custGeom>
            <a:avLst/>
            <a:gdLst>
              <a:gd name="connsiteX0" fmla="*/ 163862 w 1461740"/>
              <a:gd name="connsiteY0" fmla="*/ 0 h 983151"/>
              <a:gd name="connsiteX1" fmla="*/ 1297878 w 1461740"/>
              <a:gd name="connsiteY1" fmla="*/ 0 h 983151"/>
              <a:gd name="connsiteX2" fmla="*/ 1461740 w 1461740"/>
              <a:gd name="connsiteY2" fmla="*/ 163862 h 983151"/>
              <a:gd name="connsiteX3" fmla="*/ 1461740 w 1461740"/>
              <a:gd name="connsiteY3" fmla="*/ 819289 h 983151"/>
              <a:gd name="connsiteX4" fmla="*/ 1297878 w 1461740"/>
              <a:gd name="connsiteY4" fmla="*/ 983151 h 983151"/>
              <a:gd name="connsiteX5" fmla="*/ 163862 w 1461740"/>
              <a:gd name="connsiteY5" fmla="*/ 983151 h 983151"/>
              <a:gd name="connsiteX6" fmla="*/ 0 w 1461740"/>
              <a:gd name="connsiteY6" fmla="*/ 819289 h 983151"/>
              <a:gd name="connsiteX7" fmla="*/ 0 w 1461740"/>
              <a:gd name="connsiteY7" fmla="*/ 163862 h 983151"/>
              <a:gd name="connsiteX8" fmla="*/ 163862 w 1461740"/>
              <a:gd name="connsiteY8" fmla="*/ 0 h 983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61740" h="983151">
                <a:moveTo>
                  <a:pt x="163862" y="0"/>
                </a:moveTo>
                <a:lnTo>
                  <a:pt x="1297878" y="0"/>
                </a:lnTo>
                <a:cubicBezTo>
                  <a:pt x="1388376" y="0"/>
                  <a:pt x="1461740" y="73364"/>
                  <a:pt x="1461740" y="163862"/>
                </a:cubicBezTo>
                <a:lnTo>
                  <a:pt x="1461740" y="819289"/>
                </a:lnTo>
                <a:cubicBezTo>
                  <a:pt x="1461740" y="909787"/>
                  <a:pt x="1388376" y="983151"/>
                  <a:pt x="1297878" y="983151"/>
                </a:cubicBezTo>
                <a:lnTo>
                  <a:pt x="163862" y="983151"/>
                </a:lnTo>
                <a:cubicBezTo>
                  <a:pt x="73364" y="983151"/>
                  <a:pt x="0" y="909787"/>
                  <a:pt x="0" y="819289"/>
                </a:cubicBezTo>
                <a:lnTo>
                  <a:pt x="0" y="163862"/>
                </a:lnTo>
                <a:cubicBezTo>
                  <a:pt x="0" y="73364"/>
                  <a:pt x="73364" y="0"/>
                  <a:pt x="163862" y="0"/>
                </a:cubicBezTo>
                <a:close/>
              </a:path>
            </a:pathLst>
          </a:custGeom>
          <a:solidFill>
            <a:schemeClr val="bg1">
              <a:lumMod val="95000"/>
              <a:alpha val="25000"/>
            </a:schemeClr>
          </a:solidFill>
          <a:effectLst>
            <a:outerShdw blurRad="444500" dist="215900" dir="5400000" sx="88000" sy="88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8" name="Picture Placeholder 7">
            <a:extLst>
              <a:ext uri="{FF2B5EF4-FFF2-40B4-BE49-F238E27FC236}">
                <a16:creationId xmlns:a16="http://schemas.microsoft.com/office/drawing/2014/main" id="{C235FA3E-BD9C-42B8-92A9-CE7DEE441DEC}"/>
              </a:ext>
            </a:extLst>
          </p:cNvPr>
          <p:cNvSpPr>
            <a:spLocks noGrp="1"/>
          </p:cNvSpPr>
          <p:nvPr>
            <p:ph type="pic" sz="quarter" idx="10" hasCustomPrompt="1"/>
          </p:nvPr>
        </p:nvSpPr>
        <p:spPr>
          <a:xfrm>
            <a:off x="2322860" y="2248029"/>
            <a:ext cx="1461740" cy="983151"/>
          </a:xfrm>
          <a:custGeom>
            <a:avLst/>
            <a:gdLst>
              <a:gd name="connsiteX0" fmla="*/ 163862 w 1461740"/>
              <a:gd name="connsiteY0" fmla="*/ 0 h 983151"/>
              <a:gd name="connsiteX1" fmla="*/ 1297878 w 1461740"/>
              <a:gd name="connsiteY1" fmla="*/ 0 h 983151"/>
              <a:gd name="connsiteX2" fmla="*/ 1461740 w 1461740"/>
              <a:gd name="connsiteY2" fmla="*/ 163862 h 983151"/>
              <a:gd name="connsiteX3" fmla="*/ 1461740 w 1461740"/>
              <a:gd name="connsiteY3" fmla="*/ 819289 h 983151"/>
              <a:gd name="connsiteX4" fmla="*/ 1297878 w 1461740"/>
              <a:gd name="connsiteY4" fmla="*/ 983151 h 983151"/>
              <a:gd name="connsiteX5" fmla="*/ 163862 w 1461740"/>
              <a:gd name="connsiteY5" fmla="*/ 983151 h 983151"/>
              <a:gd name="connsiteX6" fmla="*/ 0 w 1461740"/>
              <a:gd name="connsiteY6" fmla="*/ 819289 h 983151"/>
              <a:gd name="connsiteX7" fmla="*/ 0 w 1461740"/>
              <a:gd name="connsiteY7" fmla="*/ 163862 h 983151"/>
              <a:gd name="connsiteX8" fmla="*/ 163862 w 1461740"/>
              <a:gd name="connsiteY8" fmla="*/ 0 h 983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61740" h="983151">
                <a:moveTo>
                  <a:pt x="163862" y="0"/>
                </a:moveTo>
                <a:lnTo>
                  <a:pt x="1297878" y="0"/>
                </a:lnTo>
                <a:cubicBezTo>
                  <a:pt x="1388376" y="0"/>
                  <a:pt x="1461740" y="73364"/>
                  <a:pt x="1461740" y="163862"/>
                </a:cubicBezTo>
                <a:lnTo>
                  <a:pt x="1461740" y="819289"/>
                </a:lnTo>
                <a:cubicBezTo>
                  <a:pt x="1461740" y="909787"/>
                  <a:pt x="1388376" y="983151"/>
                  <a:pt x="1297878" y="983151"/>
                </a:cubicBezTo>
                <a:lnTo>
                  <a:pt x="163862" y="983151"/>
                </a:lnTo>
                <a:cubicBezTo>
                  <a:pt x="73364" y="983151"/>
                  <a:pt x="0" y="909787"/>
                  <a:pt x="0" y="819289"/>
                </a:cubicBezTo>
                <a:lnTo>
                  <a:pt x="0" y="163862"/>
                </a:lnTo>
                <a:cubicBezTo>
                  <a:pt x="0" y="73364"/>
                  <a:pt x="73364" y="0"/>
                  <a:pt x="163862" y="0"/>
                </a:cubicBezTo>
                <a:close/>
              </a:path>
            </a:pathLst>
          </a:custGeom>
          <a:solidFill>
            <a:schemeClr val="bg1">
              <a:lumMod val="95000"/>
              <a:alpha val="25000"/>
            </a:schemeClr>
          </a:solidFill>
          <a:effectLst>
            <a:outerShdw blurRad="444500" dist="215900" dir="5400000" sx="88000" sy="88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1103393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100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8" fill="hold" grpId="0" nodeType="withEffect">
                                  <p:stCondLst>
                                    <p:cond delay="1250"/>
                                  </p:stCondLst>
                                  <p:childTnLst>
                                    <p:set>
                                      <p:cBhvr>
                                        <p:cTn id="9" dur="1" fill="hold">
                                          <p:stCondLst>
                                            <p:cond delay="0"/>
                                          </p:stCondLst>
                                        </p:cTn>
                                        <p:tgtEl>
                                          <p:spTgt spid="9"/>
                                        </p:tgtEl>
                                        <p:attrNameLst>
                                          <p:attrName>style.visibility</p:attrName>
                                        </p:attrNameLst>
                                      </p:cBhvr>
                                      <p:to>
                                        <p:strVal val="visible"/>
                                      </p:to>
                                    </p:set>
                                    <p:animEffect transition="in" filter="wipe(left)">
                                      <p:cBhvr>
                                        <p:cTn id="10" dur="500"/>
                                        <p:tgtEl>
                                          <p:spTgt spid="9"/>
                                        </p:tgtEl>
                                      </p:cBhvr>
                                    </p:animEffect>
                                  </p:childTnLst>
                                </p:cTn>
                              </p:par>
                              <p:par>
                                <p:cTn id="11" presetID="22" presetClass="entr" presetSubtype="8" fill="hold" grpId="0" nodeType="withEffect">
                                  <p:stCondLst>
                                    <p:cond delay="1500"/>
                                  </p:stCondLst>
                                  <p:childTnLst>
                                    <p:set>
                                      <p:cBhvr>
                                        <p:cTn id="12" dur="1" fill="hold">
                                          <p:stCondLst>
                                            <p:cond delay="0"/>
                                          </p:stCondLst>
                                        </p:cTn>
                                        <p:tgtEl>
                                          <p:spTgt spid="10"/>
                                        </p:tgtEl>
                                        <p:attrNameLst>
                                          <p:attrName>style.visibility</p:attrName>
                                        </p:attrNameLst>
                                      </p:cBhvr>
                                      <p:to>
                                        <p:strVal val="visible"/>
                                      </p:to>
                                    </p:set>
                                    <p:animEffect transition="in" filter="wipe(left)">
                                      <p:cBhvr>
                                        <p:cTn id="1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8" grpId="0" animBg="1"/>
    </p:bld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44_Title and Conten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6A6611AC-C718-4783-AF01-EB5015685BF1}"/>
              </a:ext>
            </a:extLst>
          </p:cNvPr>
          <p:cNvSpPr>
            <a:spLocks noGrp="1"/>
          </p:cNvSpPr>
          <p:nvPr>
            <p:ph type="pic" sz="quarter" idx="10" hasCustomPrompt="1"/>
          </p:nvPr>
        </p:nvSpPr>
        <p:spPr>
          <a:xfrm>
            <a:off x="1092199" y="1278230"/>
            <a:ext cx="4826125" cy="4687532"/>
          </a:xfrm>
          <a:custGeom>
            <a:avLst/>
            <a:gdLst>
              <a:gd name="connsiteX0" fmla="*/ 2134521 w 4826125"/>
              <a:gd name="connsiteY0" fmla="*/ 505 h 4687532"/>
              <a:gd name="connsiteX1" fmla="*/ 3671495 w 4826125"/>
              <a:gd name="connsiteY1" fmla="*/ 412106 h 4687532"/>
              <a:gd name="connsiteX2" fmla="*/ 4518791 w 4826125"/>
              <a:gd name="connsiteY2" fmla="*/ 3941828 h 4687532"/>
              <a:gd name="connsiteX3" fmla="*/ 2800106 w 4826125"/>
              <a:gd name="connsiteY3" fmla="*/ 4391577 h 4687532"/>
              <a:gd name="connsiteX4" fmla="*/ 2189733 w 4826125"/>
              <a:gd name="connsiteY4" fmla="*/ 3082487 h 4687532"/>
              <a:gd name="connsiteX5" fmla="*/ 888680 w 4826125"/>
              <a:gd name="connsiteY5" fmla="*/ 2990130 h 4687532"/>
              <a:gd name="connsiteX6" fmla="*/ 9259 w 4826125"/>
              <a:gd name="connsiteY6" fmla="*/ 1809540 h 4687532"/>
              <a:gd name="connsiteX7" fmla="*/ 856551 w 4826125"/>
              <a:gd name="connsiteY7" fmla="*/ 311714 h 4687532"/>
              <a:gd name="connsiteX8" fmla="*/ 2134521 w 4826125"/>
              <a:gd name="connsiteY8" fmla="*/ 505 h 4687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26125" h="4687532">
                <a:moveTo>
                  <a:pt x="2134521" y="505"/>
                </a:moveTo>
                <a:cubicBezTo>
                  <a:pt x="2627438" y="-8530"/>
                  <a:pt x="3163522" y="102904"/>
                  <a:pt x="3671495" y="412106"/>
                </a:cubicBezTo>
                <a:cubicBezTo>
                  <a:pt x="5141209" y="1307586"/>
                  <a:pt x="4940428" y="3166817"/>
                  <a:pt x="4518791" y="3941828"/>
                </a:cubicBezTo>
                <a:cubicBezTo>
                  <a:pt x="4165413" y="4592357"/>
                  <a:pt x="3418514" y="4993919"/>
                  <a:pt x="2800106" y="4391577"/>
                </a:cubicBezTo>
                <a:cubicBezTo>
                  <a:pt x="2410594" y="4010095"/>
                  <a:pt x="2703736" y="3484048"/>
                  <a:pt x="2189733" y="3082487"/>
                </a:cubicBezTo>
                <a:cubicBezTo>
                  <a:pt x="1904627" y="2857612"/>
                  <a:pt x="1495035" y="3247129"/>
                  <a:pt x="888680" y="2990130"/>
                </a:cubicBezTo>
                <a:cubicBezTo>
                  <a:pt x="426883" y="2809425"/>
                  <a:pt x="73509" y="2363694"/>
                  <a:pt x="9259" y="1809540"/>
                </a:cubicBezTo>
                <a:cubicBezTo>
                  <a:pt x="-63022" y="1191135"/>
                  <a:pt x="294365" y="532575"/>
                  <a:pt x="856551" y="311714"/>
                </a:cubicBezTo>
                <a:cubicBezTo>
                  <a:pt x="1191855" y="139042"/>
                  <a:pt x="1641605" y="9539"/>
                  <a:pt x="2134521" y="505"/>
                </a:cubicBezTo>
                <a:close/>
              </a:path>
            </a:pathLst>
          </a:custGeom>
          <a:solidFill>
            <a:schemeClr val="bg1">
              <a:lumMod val="95000"/>
              <a:alpha val="25000"/>
            </a:schemeClr>
          </a:solidFill>
          <a:effectLst>
            <a:outerShdw blurRad="952500" dist="533400" dir="5400000" sx="87000" sy="87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3732641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6" presetClass="emph" presetSubtype="0" decel="100000" fill="hold" grpId="1" nodeType="withEffect">
                                  <p:stCondLst>
                                    <p:cond delay="0"/>
                                  </p:stCondLst>
                                  <p:childTnLst>
                                    <p:animScale>
                                      <p:cBhvr>
                                        <p:cTn id="9" dur="3000" fill="hold"/>
                                        <p:tgtEl>
                                          <p:spTgt spid="7"/>
                                        </p:tgtEl>
                                      </p:cBhvr>
                                      <p:by x="108000" y="108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49_Title and Conten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CE5C81D-FAFF-41FA-B506-4F9C2A3C4165}"/>
              </a:ext>
            </a:extLst>
          </p:cNvPr>
          <p:cNvSpPr>
            <a:spLocks noGrp="1"/>
          </p:cNvSpPr>
          <p:nvPr>
            <p:ph type="pic" sz="quarter" idx="10" hasCustomPrompt="1"/>
          </p:nvPr>
        </p:nvSpPr>
        <p:spPr>
          <a:xfrm>
            <a:off x="6096001" y="2406790"/>
            <a:ext cx="2283519" cy="1590542"/>
          </a:xfrm>
          <a:custGeom>
            <a:avLst/>
            <a:gdLst>
              <a:gd name="connsiteX0" fmla="*/ 265096 w 2283519"/>
              <a:gd name="connsiteY0" fmla="*/ 0 h 1590542"/>
              <a:gd name="connsiteX1" fmla="*/ 2018424 w 2283519"/>
              <a:gd name="connsiteY1" fmla="*/ 0 h 1590542"/>
              <a:gd name="connsiteX2" fmla="*/ 2283519 w 2283519"/>
              <a:gd name="connsiteY2" fmla="*/ 265096 h 1590542"/>
              <a:gd name="connsiteX3" fmla="*/ 2283519 w 2283519"/>
              <a:gd name="connsiteY3" fmla="*/ 1325447 h 1590542"/>
              <a:gd name="connsiteX4" fmla="*/ 2018424 w 2283519"/>
              <a:gd name="connsiteY4" fmla="*/ 1590542 h 1590542"/>
              <a:gd name="connsiteX5" fmla="*/ 265096 w 2283519"/>
              <a:gd name="connsiteY5" fmla="*/ 1590542 h 1590542"/>
              <a:gd name="connsiteX6" fmla="*/ 0 w 2283519"/>
              <a:gd name="connsiteY6" fmla="*/ 1325447 h 1590542"/>
              <a:gd name="connsiteX7" fmla="*/ 0 w 2283519"/>
              <a:gd name="connsiteY7" fmla="*/ 265096 h 1590542"/>
              <a:gd name="connsiteX8" fmla="*/ 265096 w 2283519"/>
              <a:gd name="connsiteY8" fmla="*/ 0 h 1590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83519" h="1590542">
                <a:moveTo>
                  <a:pt x="265096" y="0"/>
                </a:moveTo>
                <a:lnTo>
                  <a:pt x="2018424" y="0"/>
                </a:lnTo>
                <a:cubicBezTo>
                  <a:pt x="2164832" y="0"/>
                  <a:pt x="2283519" y="118687"/>
                  <a:pt x="2283519" y="265096"/>
                </a:cubicBezTo>
                <a:lnTo>
                  <a:pt x="2283519" y="1325447"/>
                </a:lnTo>
                <a:cubicBezTo>
                  <a:pt x="2283519" y="1471855"/>
                  <a:pt x="2164832" y="1590542"/>
                  <a:pt x="2018424" y="1590542"/>
                </a:cubicBezTo>
                <a:lnTo>
                  <a:pt x="265096" y="1590542"/>
                </a:lnTo>
                <a:cubicBezTo>
                  <a:pt x="118687" y="1590542"/>
                  <a:pt x="0" y="1471855"/>
                  <a:pt x="0" y="1325447"/>
                </a:cubicBezTo>
                <a:lnTo>
                  <a:pt x="0" y="265096"/>
                </a:lnTo>
                <a:cubicBezTo>
                  <a:pt x="0" y="118687"/>
                  <a:pt x="118687" y="0"/>
                  <a:pt x="265096" y="0"/>
                </a:cubicBezTo>
                <a:close/>
              </a:path>
            </a:pathLst>
          </a:custGeom>
          <a:solidFill>
            <a:schemeClr val="bg1">
              <a:lumMod val="95000"/>
              <a:alpha val="25000"/>
            </a:schemeClr>
          </a:solidFill>
          <a:ln w="76200">
            <a:solidFill>
              <a:schemeClr val="bg1"/>
            </a:solidFill>
          </a:ln>
          <a:effectLst>
            <a:outerShdw blurRad="863600" dist="419100" dir="5400000" sx="85000" sy="85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8" name="Picture Placeholder 7">
            <a:extLst>
              <a:ext uri="{FF2B5EF4-FFF2-40B4-BE49-F238E27FC236}">
                <a16:creationId xmlns:a16="http://schemas.microsoft.com/office/drawing/2014/main" id="{3C0FD129-1C86-4650-B08B-3F331CF67D61}"/>
              </a:ext>
            </a:extLst>
          </p:cNvPr>
          <p:cNvSpPr>
            <a:spLocks noGrp="1"/>
          </p:cNvSpPr>
          <p:nvPr>
            <p:ph type="pic" sz="quarter" idx="11" hasCustomPrompt="1"/>
          </p:nvPr>
        </p:nvSpPr>
        <p:spPr>
          <a:xfrm>
            <a:off x="7887085" y="2995175"/>
            <a:ext cx="2283519" cy="1590542"/>
          </a:xfrm>
          <a:custGeom>
            <a:avLst/>
            <a:gdLst>
              <a:gd name="connsiteX0" fmla="*/ 265096 w 2283519"/>
              <a:gd name="connsiteY0" fmla="*/ 0 h 1590542"/>
              <a:gd name="connsiteX1" fmla="*/ 2018424 w 2283519"/>
              <a:gd name="connsiteY1" fmla="*/ 0 h 1590542"/>
              <a:gd name="connsiteX2" fmla="*/ 2283519 w 2283519"/>
              <a:gd name="connsiteY2" fmla="*/ 265096 h 1590542"/>
              <a:gd name="connsiteX3" fmla="*/ 2283519 w 2283519"/>
              <a:gd name="connsiteY3" fmla="*/ 1325447 h 1590542"/>
              <a:gd name="connsiteX4" fmla="*/ 2018424 w 2283519"/>
              <a:gd name="connsiteY4" fmla="*/ 1590542 h 1590542"/>
              <a:gd name="connsiteX5" fmla="*/ 265096 w 2283519"/>
              <a:gd name="connsiteY5" fmla="*/ 1590542 h 1590542"/>
              <a:gd name="connsiteX6" fmla="*/ 0 w 2283519"/>
              <a:gd name="connsiteY6" fmla="*/ 1325447 h 1590542"/>
              <a:gd name="connsiteX7" fmla="*/ 0 w 2283519"/>
              <a:gd name="connsiteY7" fmla="*/ 265096 h 1590542"/>
              <a:gd name="connsiteX8" fmla="*/ 265096 w 2283519"/>
              <a:gd name="connsiteY8" fmla="*/ 0 h 1590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83519" h="1590542">
                <a:moveTo>
                  <a:pt x="265096" y="0"/>
                </a:moveTo>
                <a:lnTo>
                  <a:pt x="2018424" y="0"/>
                </a:lnTo>
                <a:cubicBezTo>
                  <a:pt x="2164832" y="0"/>
                  <a:pt x="2283519" y="118687"/>
                  <a:pt x="2283519" y="265096"/>
                </a:cubicBezTo>
                <a:lnTo>
                  <a:pt x="2283519" y="1325447"/>
                </a:lnTo>
                <a:cubicBezTo>
                  <a:pt x="2283519" y="1471855"/>
                  <a:pt x="2164832" y="1590542"/>
                  <a:pt x="2018424" y="1590542"/>
                </a:cubicBezTo>
                <a:lnTo>
                  <a:pt x="265096" y="1590542"/>
                </a:lnTo>
                <a:cubicBezTo>
                  <a:pt x="118687" y="1590542"/>
                  <a:pt x="0" y="1471855"/>
                  <a:pt x="0" y="1325447"/>
                </a:cubicBezTo>
                <a:lnTo>
                  <a:pt x="0" y="265096"/>
                </a:lnTo>
                <a:cubicBezTo>
                  <a:pt x="0" y="118687"/>
                  <a:pt x="118687" y="0"/>
                  <a:pt x="265096" y="0"/>
                </a:cubicBezTo>
                <a:close/>
              </a:path>
            </a:pathLst>
          </a:custGeom>
          <a:solidFill>
            <a:schemeClr val="bg1">
              <a:lumMod val="95000"/>
              <a:alpha val="25000"/>
            </a:schemeClr>
          </a:solidFill>
          <a:ln w="76200">
            <a:solidFill>
              <a:schemeClr val="bg1"/>
            </a:solidFill>
          </a:ln>
          <a:effectLst>
            <a:outerShdw blurRad="863600" dist="419100" dir="5400000" sx="85000" sy="85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9" name="Picture Placeholder 8">
            <a:extLst>
              <a:ext uri="{FF2B5EF4-FFF2-40B4-BE49-F238E27FC236}">
                <a16:creationId xmlns:a16="http://schemas.microsoft.com/office/drawing/2014/main" id="{C16B6177-1440-426A-93ED-4C29F9AACBD7}"/>
              </a:ext>
            </a:extLst>
          </p:cNvPr>
          <p:cNvSpPr>
            <a:spLocks noGrp="1"/>
          </p:cNvSpPr>
          <p:nvPr>
            <p:ph type="pic" sz="quarter" idx="12" hasCustomPrompt="1"/>
          </p:nvPr>
        </p:nvSpPr>
        <p:spPr>
          <a:xfrm>
            <a:off x="9176644" y="2024024"/>
            <a:ext cx="2283519" cy="1590542"/>
          </a:xfrm>
          <a:custGeom>
            <a:avLst/>
            <a:gdLst>
              <a:gd name="connsiteX0" fmla="*/ 265096 w 2283519"/>
              <a:gd name="connsiteY0" fmla="*/ 0 h 1590542"/>
              <a:gd name="connsiteX1" fmla="*/ 2018424 w 2283519"/>
              <a:gd name="connsiteY1" fmla="*/ 0 h 1590542"/>
              <a:gd name="connsiteX2" fmla="*/ 2283519 w 2283519"/>
              <a:gd name="connsiteY2" fmla="*/ 265096 h 1590542"/>
              <a:gd name="connsiteX3" fmla="*/ 2283519 w 2283519"/>
              <a:gd name="connsiteY3" fmla="*/ 1325447 h 1590542"/>
              <a:gd name="connsiteX4" fmla="*/ 2018424 w 2283519"/>
              <a:gd name="connsiteY4" fmla="*/ 1590542 h 1590542"/>
              <a:gd name="connsiteX5" fmla="*/ 265096 w 2283519"/>
              <a:gd name="connsiteY5" fmla="*/ 1590542 h 1590542"/>
              <a:gd name="connsiteX6" fmla="*/ 0 w 2283519"/>
              <a:gd name="connsiteY6" fmla="*/ 1325447 h 1590542"/>
              <a:gd name="connsiteX7" fmla="*/ 0 w 2283519"/>
              <a:gd name="connsiteY7" fmla="*/ 265096 h 1590542"/>
              <a:gd name="connsiteX8" fmla="*/ 265096 w 2283519"/>
              <a:gd name="connsiteY8" fmla="*/ 0 h 1590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83519" h="1590542">
                <a:moveTo>
                  <a:pt x="265096" y="0"/>
                </a:moveTo>
                <a:lnTo>
                  <a:pt x="2018424" y="0"/>
                </a:lnTo>
                <a:cubicBezTo>
                  <a:pt x="2164832" y="0"/>
                  <a:pt x="2283519" y="118687"/>
                  <a:pt x="2283519" y="265096"/>
                </a:cubicBezTo>
                <a:lnTo>
                  <a:pt x="2283519" y="1325447"/>
                </a:lnTo>
                <a:cubicBezTo>
                  <a:pt x="2283519" y="1471855"/>
                  <a:pt x="2164832" y="1590542"/>
                  <a:pt x="2018424" y="1590542"/>
                </a:cubicBezTo>
                <a:lnTo>
                  <a:pt x="265096" y="1590542"/>
                </a:lnTo>
                <a:cubicBezTo>
                  <a:pt x="118687" y="1590542"/>
                  <a:pt x="0" y="1471855"/>
                  <a:pt x="0" y="1325447"/>
                </a:cubicBezTo>
                <a:lnTo>
                  <a:pt x="0" y="265096"/>
                </a:lnTo>
                <a:cubicBezTo>
                  <a:pt x="0" y="118687"/>
                  <a:pt x="118687" y="0"/>
                  <a:pt x="265096" y="0"/>
                </a:cubicBezTo>
                <a:close/>
              </a:path>
            </a:pathLst>
          </a:custGeom>
          <a:solidFill>
            <a:schemeClr val="bg1">
              <a:lumMod val="95000"/>
              <a:alpha val="25000"/>
            </a:schemeClr>
          </a:solidFill>
          <a:ln w="76200">
            <a:solidFill>
              <a:schemeClr val="bg1"/>
            </a:solidFill>
          </a:ln>
          <a:effectLst>
            <a:outerShdw blurRad="863600" dist="419100" dir="5400000" sx="85000" sy="85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492374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5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750" fill="hold"/>
                                        <p:tgtEl>
                                          <p:spTgt spid="7"/>
                                        </p:tgtEl>
                                        <p:attrNameLst>
                                          <p:attrName>ppt_x</p:attrName>
                                        </p:attrNameLst>
                                      </p:cBhvr>
                                      <p:tavLst>
                                        <p:tav tm="0">
                                          <p:val>
                                            <p:strVal val="1+#ppt_w/2"/>
                                          </p:val>
                                        </p:tav>
                                        <p:tav tm="100000">
                                          <p:val>
                                            <p:strVal val="#ppt_x"/>
                                          </p:val>
                                        </p:tav>
                                      </p:tavLst>
                                    </p:anim>
                                    <p:anim calcmode="lin" valueType="num">
                                      <p:cBhvr additive="base">
                                        <p:cTn id="8" dur="750" fill="hold"/>
                                        <p:tgtEl>
                                          <p:spTgt spid="7"/>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75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750" fill="hold"/>
                                        <p:tgtEl>
                                          <p:spTgt spid="8"/>
                                        </p:tgtEl>
                                        <p:attrNameLst>
                                          <p:attrName>ppt_x</p:attrName>
                                        </p:attrNameLst>
                                      </p:cBhvr>
                                      <p:tavLst>
                                        <p:tav tm="0">
                                          <p:val>
                                            <p:strVal val="1+#ppt_w/2"/>
                                          </p:val>
                                        </p:tav>
                                        <p:tav tm="100000">
                                          <p:val>
                                            <p:strVal val="#ppt_x"/>
                                          </p:val>
                                        </p:tav>
                                      </p:tavLst>
                                    </p:anim>
                                    <p:anim calcmode="lin" valueType="num">
                                      <p:cBhvr additive="base">
                                        <p:cTn id="12" dur="750" fill="hold"/>
                                        <p:tgtEl>
                                          <p:spTgt spid="8"/>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100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750" fill="hold"/>
                                        <p:tgtEl>
                                          <p:spTgt spid="9"/>
                                        </p:tgtEl>
                                        <p:attrNameLst>
                                          <p:attrName>ppt_x</p:attrName>
                                        </p:attrNameLst>
                                      </p:cBhvr>
                                      <p:tavLst>
                                        <p:tav tm="0">
                                          <p:val>
                                            <p:strVal val="1+#ppt_w/2"/>
                                          </p:val>
                                        </p:tav>
                                        <p:tav tm="100000">
                                          <p:val>
                                            <p:strVal val="#ppt_x"/>
                                          </p:val>
                                        </p:tav>
                                      </p:tavLst>
                                    </p:anim>
                                    <p:anim calcmode="lin" valueType="num">
                                      <p:cBhvr additive="base">
                                        <p:cTn id="16" dur="75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54_Title and Content">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D3DBC2BB-8C0A-48E7-983A-C99002B57C16}"/>
              </a:ext>
            </a:extLst>
          </p:cNvPr>
          <p:cNvSpPr>
            <a:spLocks noGrp="1"/>
          </p:cNvSpPr>
          <p:nvPr>
            <p:ph type="pic" sz="quarter" idx="12" hasCustomPrompt="1"/>
          </p:nvPr>
        </p:nvSpPr>
        <p:spPr>
          <a:xfrm>
            <a:off x="8597490" y="3485535"/>
            <a:ext cx="1356852" cy="1356852"/>
          </a:xfrm>
          <a:custGeom>
            <a:avLst/>
            <a:gdLst>
              <a:gd name="connsiteX0" fmla="*/ 226147 w 1356852"/>
              <a:gd name="connsiteY0" fmla="*/ 0 h 1356852"/>
              <a:gd name="connsiteX1" fmla="*/ 1130705 w 1356852"/>
              <a:gd name="connsiteY1" fmla="*/ 0 h 1356852"/>
              <a:gd name="connsiteX2" fmla="*/ 1356852 w 1356852"/>
              <a:gd name="connsiteY2" fmla="*/ 226147 h 1356852"/>
              <a:gd name="connsiteX3" fmla="*/ 1356852 w 1356852"/>
              <a:gd name="connsiteY3" fmla="*/ 1130705 h 1356852"/>
              <a:gd name="connsiteX4" fmla="*/ 1130705 w 1356852"/>
              <a:gd name="connsiteY4" fmla="*/ 1356852 h 1356852"/>
              <a:gd name="connsiteX5" fmla="*/ 226147 w 1356852"/>
              <a:gd name="connsiteY5" fmla="*/ 1356852 h 1356852"/>
              <a:gd name="connsiteX6" fmla="*/ 0 w 1356852"/>
              <a:gd name="connsiteY6" fmla="*/ 1130705 h 1356852"/>
              <a:gd name="connsiteX7" fmla="*/ 0 w 1356852"/>
              <a:gd name="connsiteY7" fmla="*/ 226147 h 1356852"/>
              <a:gd name="connsiteX8" fmla="*/ 226147 w 1356852"/>
              <a:gd name="connsiteY8" fmla="*/ 0 h 135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56852" h="1356852">
                <a:moveTo>
                  <a:pt x="226147" y="0"/>
                </a:moveTo>
                <a:lnTo>
                  <a:pt x="1130705" y="0"/>
                </a:lnTo>
                <a:cubicBezTo>
                  <a:pt x="1255603" y="0"/>
                  <a:pt x="1356852" y="101249"/>
                  <a:pt x="1356852" y="226147"/>
                </a:cubicBezTo>
                <a:lnTo>
                  <a:pt x="1356852" y="1130705"/>
                </a:lnTo>
                <a:cubicBezTo>
                  <a:pt x="1356852" y="1255603"/>
                  <a:pt x="1255603" y="1356852"/>
                  <a:pt x="1130705" y="1356852"/>
                </a:cubicBezTo>
                <a:lnTo>
                  <a:pt x="226147" y="1356852"/>
                </a:lnTo>
                <a:cubicBezTo>
                  <a:pt x="101249" y="1356852"/>
                  <a:pt x="0" y="1255603"/>
                  <a:pt x="0" y="1130705"/>
                </a:cubicBezTo>
                <a:lnTo>
                  <a:pt x="0" y="226147"/>
                </a:lnTo>
                <a:cubicBezTo>
                  <a:pt x="0" y="101249"/>
                  <a:pt x="101249" y="0"/>
                  <a:pt x="226147" y="0"/>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8" name="Picture Placeholder 7">
            <a:extLst>
              <a:ext uri="{FF2B5EF4-FFF2-40B4-BE49-F238E27FC236}">
                <a16:creationId xmlns:a16="http://schemas.microsoft.com/office/drawing/2014/main" id="{1A824CFB-5397-4686-AB5F-0BAF75D50740}"/>
              </a:ext>
            </a:extLst>
          </p:cNvPr>
          <p:cNvSpPr>
            <a:spLocks noGrp="1"/>
          </p:cNvSpPr>
          <p:nvPr>
            <p:ph type="pic" sz="quarter" idx="11" hasCustomPrompt="1"/>
          </p:nvPr>
        </p:nvSpPr>
        <p:spPr>
          <a:xfrm>
            <a:off x="5962445" y="3485535"/>
            <a:ext cx="2502310" cy="2502310"/>
          </a:xfrm>
          <a:custGeom>
            <a:avLst/>
            <a:gdLst>
              <a:gd name="connsiteX0" fmla="*/ 190401 w 2502310"/>
              <a:gd name="connsiteY0" fmla="*/ 0 h 2502310"/>
              <a:gd name="connsiteX1" fmla="*/ 2311909 w 2502310"/>
              <a:gd name="connsiteY1" fmla="*/ 0 h 2502310"/>
              <a:gd name="connsiteX2" fmla="*/ 2502310 w 2502310"/>
              <a:gd name="connsiteY2" fmla="*/ 190401 h 2502310"/>
              <a:gd name="connsiteX3" fmla="*/ 2502310 w 2502310"/>
              <a:gd name="connsiteY3" fmla="*/ 2311909 h 2502310"/>
              <a:gd name="connsiteX4" fmla="*/ 2311909 w 2502310"/>
              <a:gd name="connsiteY4" fmla="*/ 2502310 h 2502310"/>
              <a:gd name="connsiteX5" fmla="*/ 190401 w 2502310"/>
              <a:gd name="connsiteY5" fmla="*/ 2502310 h 2502310"/>
              <a:gd name="connsiteX6" fmla="*/ 0 w 2502310"/>
              <a:gd name="connsiteY6" fmla="*/ 2311909 h 2502310"/>
              <a:gd name="connsiteX7" fmla="*/ 0 w 2502310"/>
              <a:gd name="connsiteY7" fmla="*/ 190401 h 2502310"/>
              <a:gd name="connsiteX8" fmla="*/ 190401 w 2502310"/>
              <a:gd name="connsiteY8" fmla="*/ 0 h 2502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02310" h="2502310">
                <a:moveTo>
                  <a:pt x="190401" y="0"/>
                </a:moveTo>
                <a:lnTo>
                  <a:pt x="2311909" y="0"/>
                </a:lnTo>
                <a:cubicBezTo>
                  <a:pt x="2417065" y="0"/>
                  <a:pt x="2502310" y="85245"/>
                  <a:pt x="2502310" y="190401"/>
                </a:cubicBezTo>
                <a:lnTo>
                  <a:pt x="2502310" y="2311909"/>
                </a:lnTo>
                <a:cubicBezTo>
                  <a:pt x="2502310" y="2417065"/>
                  <a:pt x="2417065" y="2502310"/>
                  <a:pt x="2311909" y="2502310"/>
                </a:cubicBezTo>
                <a:lnTo>
                  <a:pt x="190401" y="2502310"/>
                </a:lnTo>
                <a:cubicBezTo>
                  <a:pt x="85245" y="2502310"/>
                  <a:pt x="0" y="2417065"/>
                  <a:pt x="0" y="2311909"/>
                </a:cubicBezTo>
                <a:lnTo>
                  <a:pt x="0" y="190401"/>
                </a:lnTo>
                <a:cubicBezTo>
                  <a:pt x="0" y="85245"/>
                  <a:pt x="85245" y="0"/>
                  <a:pt x="190401" y="0"/>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7" name="Picture Placeholder 6">
            <a:extLst>
              <a:ext uri="{FF2B5EF4-FFF2-40B4-BE49-F238E27FC236}">
                <a16:creationId xmlns:a16="http://schemas.microsoft.com/office/drawing/2014/main" id="{28E53BA1-5A41-4604-8CFD-CFC81A8ECCB0}"/>
              </a:ext>
            </a:extLst>
          </p:cNvPr>
          <p:cNvSpPr>
            <a:spLocks noGrp="1"/>
          </p:cNvSpPr>
          <p:nvPr>
            <p:ph type="pic" sz="quarter" idx="10" hasCustomPrompt="1"/>
          </p:nvPr>
        </p:nvSpPr>
        <p:spPr>
          <a:xfrm>
            <a:off x="8597490" y="870155"/>
            <a:ext cx="2502310" cy="2502310"/>
          </a:xfrm>
          <a:custGeom>
            <a:avLst/>
            <a:gdLst>
              <a:gd name="connsiteX0" fmla="*/ 190401 w 2502310"/>
              <a:gd name="connsiteY0" fmla="*/ 0 h 2502310"/>
              <a:gd name="connsiteX1" fmla="*/ 2311909 w 2502310"/>
              <a:gd name="connsiteY1" fmla="*/ 0 h 2502310"/>
              <a:gd name="connsiteX2" fmla="*/ 2502310 w 2502310"/>
              <a:gd name="connsiteY2" fmla="*/ 190401 h 2502310"/>
              <a:gd name="connsiteX3" fmla="*/ 2502310 w 2502310"/>
              <a:gd name="connsiteY3" fmla="*/ 2311909 h 2502310"/>
              <a:gd name="connsiteX4" fmla="*/ 2311909 w 2502310"/>
              <a:gd name="connsiteY4" fmla="*/ 2502310 h 2502310"/>
              <a:gd name="connsiteX5" fmla="*/ 190401 w 2502310"/>
              <a:gd name="connsiteY5" fmla="*/ 2502310 h 2502310"/>
              <a:gd name="connsiteX6" fmla="*/ 0 w 2502310"/>
              <a:gd name="connsiteY6" fmla="*/ 2311909 h 2502310"/>
              <a:gd name="connsiteX7" fmla="*/ 0 w 2502310"/>
              <a:gd name="connsiteY7" fmla="*/ 190401 h 2502310"/>
              <a:gd name="connsiteX8" fmla="*/ 190401 w 2502310"/>
              <a:gd name="connsiteY8" fmla="*/ 0 h 2502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02310" h="2502310">
                <a:moveTo>
                  <a:pt x="190401" y="0"/>
                </a:moveTo>
                <a:lnTo>
                  <a:pt x="2311909" y="0"/>
                </a:lnTo>
                <a:cubicBezTo>
                  <a:pt x="2417065" y="0"/>
                  <a:pt x="2502310" y="85245"/>
                  <a:pt x="2502310" y="190401"/>
                </a:cubicBezTo>
                <a:lnTo>
                  <a:pt x="2502310" y="2311909"/>
                </a:lnTo>
                <a:cubicBezTo>
                  <a:pt x="2502310" y="2417065"/>
                  <a:pt x="2417065" y="2502310"/>
                  <a:pt x="2311909" y="2502310"/>
                </a:cubicBezTo>
                <a:lnTo>
                  <a:pt x="190401" y="2502310"/>
                </a:lnTo>
                <a:cubicBezTo>
                  <a:pt x="85245" y="2502310"/>
                  <a:pt x="0" y="2417065"/>
                  <a:pt x="0" y="2311909"/>
                </a:cubicBezTo>
                <a:lnTo>
                  <a:pt x="0" y="190401"/>
                </a:lnTo>
                <a:cubicBezTo>
                  <a:pt x="0" y="85245"/>
                  <a:pt x="85245" y="0"/>
                  <a:pt x="190401" y="0"/>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421750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750" fill="hold"/>
                                        <p:tgtEl>
                                          <p:spTgt spid="7"/>
                                        </p:tgtEl>
                                        <p:attrNameLst>
                                          <p:attrName>ppt_x</p:attrName>
                                        </p:attrNameLst>
                                      </p:cBhvr>
                                      <p:tavLst>
                                        <p:tav tm="0">
                                          <p:val>
                                            <p:strVal val="1+#ppt_w/2"/>
                                          </p:val>
                                        </p:tav>
                                        <p:tav tm="100000">
                                          <p:val>
                                            <p:strVal val="#ppt_x"/>
                                          </p:val>
                                        </p:tav>
                                      </p:tavLst>
                                    </p:anim>
                                    <p:anim calcmode="lin" valueType="num">
                                      <p:cBhvr additive="base">
                                        <p:cTn id="8" dur="750" fill="hold"/>
                                        <p:tgtEl>
                                          <p:spTgt spid="7"/>
                                        </p:tgtEl>
                                        <p:attrNameLst>
                                          <p:attrName>ppt_y</p:attrName>
                                        </p:attrNameLst>
                                      </p:cBhvr>
                                      <p:tavLst>
                                        <p:tav tm="0">
                                          <p:val>
                                            <p:strVal val="#ppt_y"/>
                                          </p:val>
                                        </p:tav>
                                        <p:tav tm="100000">
                                          <p:val>
                                            <p:strVal val="#ppt_y"/>
                                          </p:val>
                                        </p:tav>
                                      </p:tavLst>
                                    </p:anim>
                                  </p:childTnLst>
                                </p:cTn>
                              </p:par>
                              <p:par>
                                <p:cTn id="9" presetID="2" presetClass="entr" presetSubtype="4" decel="100000" fill="hold" grpId="0" nodeType="withEffect">
                                  <p:stCondLst>
                                    <p:cond delay="25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750" fill="hold"/>
                                        <p:tgtEl>
                                          <p:spTgt spid="10"/>
                                        </p:tgtEl>
                                        <p:attrNameLst>
                                          <p:attrName>ppt_x</p:attrName>
                                        </p:attrNameLst>
                                      </p:cBhvr>
                                      <p:tavLst>
                                        <p:tav tm="0">
                                          <p:val>
                                            <p:strVal val="#ppt_x"/>
                                          </p:val>
                                        </p:tav>
                                        <p:tav tm="100000">
                                          <p:val>
                                            <p:strVal val="#ppt_x"/>
                                          </p:val>
                                        </p:tav>
                                      </p:tavLst>
                                    </p:anim>
                                    <p:anim calcmode="lin" valueType="num">
                                      <p:cBhvr additive="base">
                                        <p:cTn id="12" dur="75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25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1000" fill="hold"/>
                                        <p:tgtEl>
                                          <p:spTgt spid="8"/>
                                        </p:tgtEl>
                                        <p:attrNameLst>
                                          <p:attrName>ppt_x</p:attrName>
                                        </p:attrNameLst>
                                      </p:cBhvr>
                                      <p:tavLst>
                                        <p:tav tm="0">
                                          <p:val>
                                            <p:strVal val="#ppt_x"/>
                                          </p:val>
                                        </p:tav>
                                        <p:tav tm="100000">
                                          <p:val>
                                            <p:strVal val="#ppt_x"/>
                                          </p:val>
                                        </p:tav>
                                      </p:tavLst>
                                    </p:anim>
                                    <p:anim calcmode="lin" valueType="num">
                                      <p:cBhvr additive="base">
                                        <p:cTn id="16" dur="10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8" grpId="0" animBg="1"/>
      <p:bldP spid="7" grpId="0" animBg="1"/>
    </p:bld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55_Title and Content">
    <p:spTree>
      <p:nvGrpSpPr>
        <p:cNvPr id="1" name=""/>
        <p:cNvGrpSpPr/>
        <p:nvPr/>
      </p:nvGrpSpPr>
      <p:grpSpPr>
        <a:xfrm>
          <a:off x="0" y="0"/>
          <a:ext cx="0" cy="0"/>
          <a:chOff x="0" y="0"/>
          <a:chExt cx="0" cy="0"/>
        </a:xfrm>
      </p:grpSpPr>
      <p:sp>
        <p:nvSpPr>
          <p:cNvPr id="36" name="Freeform: Shape 35">
            <a:extLst>
              <a:ext uri="{FF2B5EF4-FFF2-40B4-BE49-F238E27FC236}">
                <a16:creationId xmlns:a16="http://schemas.microsoft.com/office/drawing/2014/main" id="{DCD147EF-D5ED-4E59-AEBF-5E3180DD0406}"/>
              </a:ext>
            </a:extLst>
          </p:cNvPr>
          <p:cNvSpPr/>
          <p:nvPr userDrawn="1"/>
        </p:nvSpPr>
        <p:spPr>
          <a:xfrm>
            <a:off x="-1" y="620714"/>
            <a:ext cx="12192001" cy="4290194"/>
          </a:xfrm>
          <a:custGeom>
            <a:avLst/>
            <a:gdLst>
              <a:gd name="connsiteX0" fmla="*/ 8397881 w 12192001"/>
              <a:gd name="connsiteY0" fmla="*/ 3878590 h 4290194"/>
              <a:gd name="connsiteX1" fmla="*/ 8397951 w 12192001"/>
              <a:gd name="connsiteY1" fmla="*/ 3878904 h 4290194"/>
              <a:gd name="connsiteX2" fmla="*/ 8398480 w 12192001"/>
              <a:gd name="connsiteY2" fmla="*/ 3878590 h 4290194"/>
              <a:gd name="connsiteX3" fmla="*/ 3793520 w 12192001"/>
              <a:gd name="connsiteY3" fmla="*/ 3878590 h 4290194"/>
              <a:gd name="connsiteX4" fmla="*/ 3794049 w 12192001"/>
              <a:gd name="connsiteY4" fmla="*/ 3878904 h 4290194"/>
              <a:gd name="connsiteX5" fmla="*/ 3794120 w 12192001"/>
              <a:gd name="connsiteY5" fmla="*/ 3878590 h 4290194"/>
              <a:gd name="connsiteX6" fmla="*/ 8397951 w 12192001"/>
              <a:gd name="connsiteY6" fmla="*/ 411290 h 4290194"/>
              <a:gd name="connsiteX7" fmla="*/ 8397881 w 12192001"/>
              <a:gd name="connsiteY7" fmla="*/ 411604 h 4290194"/>
              <a:gd name="connsiteX8" fmla="*/ 8398480 w 12192001"/>
              <a:gd name="connsiteY8" fmla="*/ 411604 h 4290194"/>
              <a:gd name="connsiteX9" fmla="*/ 3794049 w 12192001"/>
              <a:gd name="connsiteY9" fmla="*/ 411290 h 4290194"/>
              <a:gd name="connsiteX10" fmla="*/ 3793520 w 12192001"/>
              <a:gd name="connsiteY10" fmla="*/ 411604 h 4290194"/>
              <a:gd name="connsiteX11" fmla="*/ 3794121 w 12192001"/>
              <a:gd name="connsiteY11" fmla="*/ 411604 h 4290194"/>
              <a:gd name="connsiteX12" fmla="*/ 3794049 w 12192001"/>
              <a:gd name="connsiteY12" fmla="*/ 411290 h 4290194"/>
              <a:gd name="connsiteX13" fmla="*/ 900721 w 12192001"/>
              <a:gd name="connsiteY13" fmla="*/ 638 h 4290194"/>
              <a:gd name="connsiteX14" fmla="*/ 1344798 w 12192001"/>
              <a:gd name="connsiteY14" fmla="*/ 192174 h 4290194"/>
              <a:gd name="connsiteX15" fmla="*/ 1767733 w 12192001"/>
              <a:gd name="connsiteY15" fmla="*/ 380166 h 4290194"/>
              <a:gd name="connsiteX16" fmla="*/ 2063786 w 12192001"/>
              <a:gd name="connsiteY16" fmla="*/ 231193 h 4290194"/>
              <a:gd name="connsiteX17" fmla="*/ 2627699 w 12192001"/>
              <a:gd name="connsiteY17" fmla="*/ 11281 h 4290194"/>
              <a:gd name="connsiteX18" fmla="*/ 3095570 w 12192001"/>
              <a:gd name="connsiteY18" fmla="*/ 159920 h 4290194"/>
              <a:gd name="connsiteX19" fmla="*/ 3158099 w 12192001"/>
              <a:gd name="connsiteY19" fmla="*/ 217474 h 4290194"/>
              <a:gd name="connsiteX20" fmla="*/ 3203013 w 12192001"/>
              <a:gd name="connsiteY20" fmla="*/ 254510 h 4290194"/>
              <a:gd name="connsiteX21" fmla="*/ 3212442 w 12192001"/>
              <a:gd name="connsiteY21" fmla="*/ 268105 h 4290194"/>
              <a:gd name="connsiteX22" fmla="*/ 3242605 w 12192001"/>
              <a:gd name="connsiteY22" fmla="*/ 296534 h 4290194"/>
              <a:gd name="connsiteX23" fmla="*/ 3473565 w 12192001"/>
              <a:gd name="connsiteY23" fmla="*/ 390805 h 4290194"/>
              <a:gd name="connsiteX24" fmla="*/ 3762573 w 12192001"/>
              <a:gd name="connsiteY24" fmla="*/ 241832 h 4290194"/>
              <a:gd name="connsiteX25" fmla="*/ 4439269 w 12192001"/>
              <a:gd name="connsiteY25" fmla="*/ 7732 h 4290194"/>
              <a:gd name="connsiteX26" fmla="*/ 4996126 w 12192001"/>
              <a:gd name="connsiteY26" fmla="*/ 248926 h 4290194"/>
              <a:gd name="connsiteX27" fmla="*/ 5235788 w 12192001"/>
              <a:gd name="connsiteY27" fmla="*/ 380166 h 4290194"/>
              <a:gd name="connsiteX28" fmla="*/ 5517746 w 12192001"/>
              <a:gd name="connsiteY28" fmla="*/ 245381 h 4290194"/>
              <a:gd name="connsiteX29" fmla="*/ 5613237 w 12192001"/>
              <a:gd name="connsiteY29" fmla="*/ 162469 h 4290194"/>
              <a:gd name="connsiteX30" fmla="*/ 5633152 w 12192001"/>
              <a:gd name="connsiteY30" fmla="*/ 149891 h 4290194"/>
              <a:gd name="connsiteX31" fmla="*/ 5646994 w 12192001"/>
              <a:gd name="connsiteY31" fmla="*/ 136532 h 4290194"/>
              <a:gd name="connsiteX32" fmla="*/ 6082152 w 12192001"/>
              <a:gd name="connsiteY32" fmla="*/ 14826 h 4290194"/>
              <a:gd name="connsiteX33" fmla="*/ 6096002 w 12192001"/>
              <a:gd name="connsiteY33" fmla="*/ 15341 h 4290194"/>
              <a:gd name="connsiteX34" fmla="*/ 6109851 w 12192001"/>
              <a:gd name="connsiteY34" fmla="*/ 14826 h 4290194"/>
              <a:gd name="connsiteX35" fmla="*/ 6545012 w 12192001"/>
              <a:gd name="connsiteY35" fmla="*/ 136532 h 4290194"/>
              <a:gd name="connsiteX36" fmla="*/ 6558854 w 12192001"/>
              <a:gd name="connsiteY36" fmla="*/ 149890 h 4290194"/>
              <a:gd name="connsiteX37" fmla="*/ 6578768 w 12192001"/>
              <a:gd name="connsiteY37" fmla="*/ 162469 h 4290194"/>
              <a:gd name="connsiteX38" fmla="*/ 6674259 w 12192001"/>
              <a:gd name="connsiteY38" fmla="*/ 245381 h 4290194"/>
              <a:gd name="connsiteX39" fmla="*/ 6956214 w 12192001"/>
              <a:gd name="connsiteY39" fmla="*/ 380166 h 4290194"/>
              <a:gd name="connsiteX40" fmla="*/ 7195876 w 12192001"/>
              <a:gd name="connsiteY40" fmla="*/ 248926 h 4290194"/>
              <a:gd name="connsiteX41" fmla="*/ 7752735 w 12192001"/>
              <a:gd name="connsiteY41" fmla="*/ 7732 h 4290194"/>
              <a:gd name="connsiteX42" fmla="*/ 8429428 w 12192001"/>
              <a:gd name="connsiteY42" fmla="*/ 241832 h 4290194"/>
              <a:gd name="connsiteX43" fmla="*/ 8718436 w 12192001"/>
              <a:gd name="connsiteY43" fmla="*/ 390805 h 4290194"/>
              <a:gd name="connsiteX44" fmla="*/ 8949396 w 12192001"/>
              <a:gd name="connsiteY44" fmla="*/ 296534 h 4290194"/>
              <a:gd name="connsiteX45" fmla="*/ 8979560 w 12192001"/>
              <a:gd name="connsiteY45" fmla="*/ 268105 h 4290194"/>
              <a:gd name="connsiteX46" fmla="*/ 8988988 w 12192001"/>
              <a:gd name="connsiteY46" fmla="*/ 254510 h 4290194"/>
              <a:gd name="connsiteX47" fmla="*/ 9033902 w 12192001"/>
              <a:gd name="connsiteY47" fmla="*/ 217474 h 4290194"/>
              <a:gd name="connsiteX48" fmla="*/ 9096430 w 12192001"/>
              <a:gd name="connsiteY48" fmla="*/ 159920 h 4290194"/>
              <a:gd name="connsiteX49" fmla="*/ 9564304 w 12192001"/>
              <a:gd name="connsiteY49" fmla="*/ 11281 h 4290194"/>
              <a:gd name="connsiteX50" fmla="*/ 10128215 w 12192001"/>
              <a:gd name="connsiteY50" fmla="*/ 231193 h 4290194"/>
              <a:gd name="connsiteX51" fmla="*/ 10424269 w 12192001"/>
              <a:gd name="connsiteY51" fmla="*/ 380166 h 4290194"/>
              <a:gd name="connsiteX52" fmla="*/ 10847202 w 12192001"/>
              <a:gd name="connsiteY52" fmla="*/ 192174 h 4290194"/>
              <a:gd name="connsiteX53" fmla="*/ 11291279 w 12192001"/>
              <a:gd name="connsiteY53" fmla="*/ 638 h 4290194"/>
              <a:gd name="connsiteX54" fmla="*/ 11808711 w 12192001"/>
              <a:gd name="connsiteY54" fmla="*/ 148780 h 4290194"/>
              <a:gd name="connsiteX55" fmla="*/ 11911532 w 12192001"/>
              <a:gd name="connsiteY55" fmla="*/ 230577 h 4290194"/>
              <a:gd name="connsiteX56" fmla="*/ 11942396 w 12192001"/>
              <a:gd name="connsiteY56" fmla="*/ 254510 h 4290194"/>
              <a:gd name="connsiteX57" fmla="*/ 11944992 w 12192001"/>
              <a:gd name="connsiteY57" fmla="*/ 258029 h 4290194"/>
              <a:gd name="connsiteX58" fmla="*/ 11967973 w 12192001"/>
              <a:gd name="connsiteY58" fmla="*/ 277302 h 4290194"/>
              <a:gd name="connsiteX59" fmla="*/ 12165341 w 12192001"/>
              <a:gd name="connsiteY59" fmla="*/ 350459 h 4290194"/>
              <a:gd name="connsiteX60" fmla="*/ 12192000 w 12192001"/>
              <a:gd name="connsiteY60" fmla="*/ 352270 h 4290194"/>
              <a:gd name="connsiteX61" fmla="*/ 12192000 w 12192001"/>
              <a:gd name="connsiteY61" fmla="*/ 453983 h 4290194"/>
              <a:gd name="connsiteX62" fmla="*/ 12192000 w 12192001"/>
              <a:gd name="connsiteY62" fmla="*/ 907623 h 4290194"/>
              <a:gd name="connsiteX63" fmla="*/ 12192001 w 12192001"/>
              <a:gd name="connsiteY63" fmla="*/ 907623 h 4290194"/>
              <a:gd name="connsiteX64" fmla="*/ 12192001 w 12192001"/>
              <a:gd name="connsiteY64" fmla="*/ 3530337 h 4290194"/>
              <a:gd name="connsiteX65" fmla="*/ 12192000 w 12192001"/>
              <a:gd name="connsiteY65" fmla="*/ 3530337 h 4290194"/>
              <a:gd name="connsiteX66" fmla="*/ 12192000 w 12192001"/>
              <a:gd name="connsiteY66" fmla="*/ 3836211 h 4290194"/>
              <a:gd name="connsiteX67" fmla="*/ 12192000 w 12192001"/>
              <a:gd name="connsiteY67" fmla="*/ 3937924 h 4290194"/>
              <a:gd name="connsiteX68" fmla="*/ 12165341 w 12192001"/>
              <a:gd name="connsiteY68" fmla="*/ 3939735 h 4290194"/>
              <a:gd name="connsiteX69" fmla="*/ 11967973 w 12192001"/>
              <a:gd name="connsiteY69" fmla="*/ 4012892 h 4290194"/>
              <a:gd name="connsiteX70" fmla="*/ 11944992 w 12192001"/>
              <a:gd name="connsiteY70" fmla="*/ 4032165 h 4290194"/>
              <a:gd name="connsiteX71" fmla="*/ 11942396 w 12192001"/>
              <a:gd name="connsiteY71" fmla="*/ 4035684 h 4290194"/>
              <a:gd name="connsiteX72" fmla="*/ 11911532 w 12192001"/>
              <a:gd name="connsiteY72" fmla="*/ 4059617 h 4290194"/>
              <a:gd name="connsiteX73" fmla="*/ 11808711 w 12192001"/>
              <a:gd name="connsiteY73" fmla="*/ 4141414 h 4290194"/>
              <a:gd name="connsiteX74" fmla="*/ 11291279 w 12192001"/>
              <a:gd name="connsiteY74" fmla="*/ 4289556 h 4290194"/>
              <a:gd name="connsiteX75" fmla="*/ 10847202 w 12192001"/>
              <a:gd name="connsiteY75" fmla="*/ 4098020 h 4290194"/>
              <a:gd name="connsiteX76" fmla="*/ 10424269 w 12192001"/>
              <a:gd name="connsiteY76" fmla="*/ 3910028 h 4290194"/>
              <a:gd name="connsiteX77" fmla="*/ 10128215 w 12192001"/>
              <a:gd name="connsiteY77" fmla="*/ 4059001 h 4290194"/>
              <a:gd name="connsiteX78" fmla="*/ 9564304 w 12192001"/>
              <a:gd name="connsiteY78" fmla="*/ 4278913 h 4290194"/>
              <a:gd name="connsiteX79" fmla="*/ 9096430 w 12192001"/>
              <a:gd name="connsiteY79" fmla="*/ 4130274 h 4290194"/>
              <a:gd name="connsiteX80" fmla="*/ 9033902 w 12192001"/>
              <a:gd name="connsiteY80" fmla="*/ 4072720 h 4290194"/>
              <a:gd name="connsiteX81" fmla="*/ 8988988 w 12192001"/>
              <a:gd name="connsiteY81" fmla="*/ 4035684 h 4290194"/>
              <a:gd name="connsiteX82" fmla="*/ 8979560 w 12192001"/>
              <a:gd name="connsiteY82" fmla="*/ 4022089 h 4290194"/>
              <a:gd name="connsiteX83" fmla="*/ 8949396 w 12192001"/>
              <a:gd name="connsiteY83" fmla="*/ 3993660 h 4290194"/>
              <a:gd name="connsiteX84" fmla="*/ 8718436 w 12192001"/>
              <a:gd name="connsiteY84" fmla="*/ 3899389 h 4290194"/>
              <a:gd name="connsiteX85" fmla="*/ 8429428 w 12192001"/>
              <a:gd name="connsiteY85" fmla="*/ 4048362 h 4290194"/>
              <a:gd name="connsiteX86" fmla="*/ 7752735 w 12192001"/>
              <a:gd name="connsiteY86" fmla="*/ 4282462 h 4290194"/>
              <a:gd name="connsiteX87" fmla="*/ 7195876 w 12192001"/>
              <a:gd name="connsiteY87" fmla="*/ 4041268 h 4290194"/>
              <a:gd name="connsiteX88" fmla="*/ 6956214 w 12192001"/>
              <a:gd name="connsiteY88" fmla="*/ 3910028 h 4290194"/>
              <a:gd name="connsiteX89" fmla="*/ 6674259 w 12192001"/>
              <a:gd name="connsiteY89" fmla="*/ 4044813 h 4290194"/>
              <a:gd name="connsiteX90" fmla="*/ 6578768 w 12192001"/>
              <a:gd name="connsiteY90" fmla="*/ 4127725 h 4290194"/>
              <a:gd name="connsiteX91" fmla="*/ 6558854 w 12192001"/>
              <a:gd name="connsiteY91" fmla="*/ 4140304 h 4290194"/>
              <a:gd name="connsiteX92" fmla="*/ 6545012 w 12192001"/>
              <a:gd name="connsiteY92" fmla="*/ 4153662 h 4290194"/>
              <a:gd name="connsiteX93" fmla="*/ 6109851 w 12192001"/>
              <a:gd name="connsiteY93" fmla="*/ 4275368 h 4290194"/>
              <a:gd name="connsiteX94" fmla="*/ 6096002 w 12192001"/>
              <a:gd name="connsiteY94" fmla="*/ 4274853 h 4290194"/>
              <a:gd name="connsiteX95" fmla="*/ 6082152 w 12192001"/>
              <a:gd name="connsiteY95" fmla="*/ 4275368 h 4290194"/>
              <a:gd name="connsiteX96" fmla="*/ 5646994 w 12192001"/>
              <a:gd name="connsiteY96" fmla="*/ 4153662 h 4290194"/>
              <a:gd name="connsiteX97" fmla="*/ 5633152 w 12192001"/>
              <a:gd name="connsiteY97" fmla="*/ 4140303 h 4290194"/>
              <a:gd name="connsiteX98" fmla="*/ 5613237 w 12192001"/>
              <a:gd name="connsiteY98" fmla="*/ 4127725 h 4290194"/>
              <a:gd name="connsiteX99" fmla="*/ 5517746 w 12192001"/>
              <a:gd name="connsiteY99" fmla="*/ 4044813 h 4290194"/>
              <a:gd name="connsiteX100" fmla="*/ 5235788 w 12192001"/>
              <a:gd name="connsiteY100" fmla="*/ 3910028 h 4290194"/>
              <a:gd name="connsiteX101" fmla="*/ 4996126 w 12192001"/>
              <a:gd name="connsiteY101" fmla="*/ 4041268 h 4290194"/>
              <a:gd name="connsiteX102" fmla="*/ 4439269 w 12192001"/>
              <a:gd name="connsiteY102" fmla="*/ 4282462 h 4290194"/>
              <a:gd name="connsiteX103" fmla="*/ 3762572 w 12192001"/>
              <a:gd name="connsiteY103" fmla="*/ 4048362 h 4290194"/>
              <a:gd name="connsiteX104" fmla="*/ 3473564 w 12192001"/>
              <a:gd name="connsiteY104" fmla="*/ 3899389 h 4290194"/>
              <a:gd name="connsiteX105" fmla="*/ 3242604 w 12192001"/>
              <a:gd name="connsiteY105" fmla="*/ 3993660 h 4290194"/>
              <a:gd name="connsiteX106" fmla="*/ 3212441 w 12192001"/>
              <a:gd name="connsiteY106" fmla="*/ 4022089 h 4290194"/>
              <a:gd name="connsiteX107" fmla="*/ 3203012 w 12192001"/>
              <a:gd name="connsiteY107" fmla="*/ 4035684 h 4290194"/>
              <a:gd name="connsiteX108" fmla="*/ 3158099 w 12192001"/>
              <a:gd name="connsiteY108" fmla="*/ 4072720 h 4290194"/>
              <a:gd name="connsiteX109" fmla="*/ 3095570 w 12192001"/>
              <a:gd name="connsiteY109" fmla="*/ 4130274 h 4290194"/>
              <a:gd name="connsiteX110" fmla="*/ 2627698 w 12192001"/>
              <a:gd name="connsiteY110" fmla="*/ 4278913 h 4290194"/>
              <a:gd name="connsiteX111" fmla="*/ 2063785 w 12192001"/>
              <a:gd name="connsiteY111" fmla="*/ 4059001 h 4290194"/>
              <a:gd name="connsiteX112" fmla="*/ 1767732 w 12192001"/>
              <a:gd name="connsiteY112" fmla="*/ 3910028 h 4290194"/>
              <a:gd name="connsiteX113" fmla="*/ 1344798 w 12192001"/>
              <a:gd name="connsiteY113" fmla="*/ 4098020 h 4290194"/>
              <a:gd name="connsiteX114" fmla="*/ 900721 w 12192001"/>
              <a:gd name="connsiteY114" fmla="*/ 4289556 h 4290194"/>
              <a:gd name="connsiteX115" fmla="*/ 383289 w 12192001"/>
              <a:gd name="connsiteY115" fmla="*/ 4141414 h 4290194"/>
              <a:gd name="connsiteX116" fmla="*/ 280468 w 12192001"/>
              <a:gd name="connsiteY116" fmla="*/ 4059617 h 4290194"/>
              <a:gd name="connsiteX117" fmla="*/ 249604 w 12192001"/>
              <a:gd name="connsiteY117" fmla="*/ 4035684 h 4290194"/>
              <a:gd name="connsiteX118" fmla="*/ 247008 w 12192001"/>
              <a:gd name="connsiteY118" fmla="*/ 4032165 h 4290194"/>
              <a:gd name="connsiteX119" fmla="*/ 224027 w 12192001"/>
              <a:gd name="connsiteY119" fmla="*/ 4012892 h 4290194"/>
              <a:gd name="connsiteX120" fmla="*/ 26659 w 12192001"/>
              <a:gd name="connsiteY120" fmla="*/ 3939735 h 4290194"/>
              <a:gd name="connsiteX121" fmla="*/ 0 w 12192001"/>
              <a:gd name="connsiteY121" fmla="*/ 3937924 h 4290194"/>
              <a:gd name="connsiteX122" fmla="*/ 0 w 12192001"/>
              <a:gd name="connsiteY122" fmla="*/ 3836211 h 4290194"/>
              <a:gd name="connsiteX123" fmla="*/ 0 w 12192001"/>
              <a:gd name="connsiteY123" fmla="*/ 3184290 h 4290194"/>
              <a:gd name="connsiteX124" fmla="*/ 1 w 12192001"/>
              <a:gd name="connsiteY124" fmla="*/ 3184290 h 4290194"/>
              <a:gd name="connsiteX125" fmla="*/ 1 w 12192001"/>
              <a:gd name="connsiteY125" fmla="*/ 1105904 h 4290194"/>
              <a:gd name="connsiteX126" fmla="*/ 0 w 12192001"/>
              <a:gd name="connsiteY126" fmla="*/ 1105904 h 4290194"/>
              <a:gd name="connsiteX127" fmla="*/ 0 w 12192001"/>
              <a:gd name="connsiteY127" fmla="*/ 453983 h 4290194"/>
              <a:gd name="connsiteX128" fmla="*/ 0 w 12192001"/>
              <a:gd name="connsiteY128" fmla="*/ 352270 h 4290194"/>
              <a:gd name="connsiteX129" fmla="*/ 26659 w 12192001"/>
              <a:gd name="connsiteY129" fmla="*/ 350459 h 4290194"/>
              <a:gd name="connsiteX130" fmla="*/ 224027 w 12192001"/>
              <a:gd name="connsiteY130" fmla="*/ 277302 h 4290194"/>
              <a:gd name="connsiteX131" fmla="*/ 247008 w 12192001"/>
              <a:gd name="connsiteY131" fmla="*/ 258029 h 4290194"/>
              <a:gd name="connsiteX132" fmla="*/ 249604 w 12192001"/>
              <a:gd name="connsiteY132" fmla="*/ 254510 h 4290194"/>
              <a:gd name="connsiteX133" fmla="*/ 280468 w 12192001"/>
              <a:gd name="connsiteY133" fmla="*/ 230577 h 4290194"/>
              <a:gd name="connsiteX134" fmla="*/ 383289 w 12192001"/>
              <a:gd name="connsiteY134" fmla="*/ 148780 h 4290194"/>
              <a:gd name="connsiteX135" fmla="*/ 900721 w 12192001"/>
              <a:gd name="connsiteY135" fmla="*/ 638 h 4290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12192001" h="4290194">
                <a:moveTo>
                  <a:pt x="8397881" y="3878590"/>
                </a:moveTo>
                <a:cubicBezTo>
                  <a:pt x="8397905" y="3878695"/>
                  <a:pt x="8397928" y="3878800"/>
                  <a:pt x="8397951" y="3878904"/>
                </a:cubicBezTo>
                <a:lnTo>
                  <a:pt x="8398480" y="3878590"/>
                </a:lnTo>
                <a:close/>
                <a:moveTo>
                  <a:pt x="3793520" y="3878590"/>
                </a:moveTo>
                <a:lnTo>
                  <a:pt x="3794049" y="3878904"/>
                </a:lnTo>
                <a:cubicBezTo>
                  <a:pt x="3794073" y="3878800"/>
                  <a:pt x="3794095" y="3878695"/>
                  <a:pt x="3794120" y="3878590"/>
                </a:cubicBezTo>
                <a:close/>
                <a:moveTo>
                  <a:pt x="8397951" y="411290"/>
                </a:moveTo>
                <a:cubicBezTo>
                  <a:pt x="8397928" y="411394"/>
                  <a:pt x="8397905" y="411499"/>
                  <a:pt x="8397881" y="411604"/>
                </a:cubicBezTo>
                <a:lnTo>
                  <a:pt x="8398480" y="411604"/>
                </a:lnTo>
                <a:close/>
                <a:moveTo>
                  <a:pt x="3794049" y="411290"/>
                </a:moveTo>
                <a:lnTo>
                  <a:pt x="3793520" y="411604"/>
                </a:lnTo>
                <a:lnTo>
                  <a:pt x="3794121" y="411604"/>
                </a:lnTo>
                <a:cubicBezTo>
                  <a:pt x="3794095" y="411499"/>
                  <a:pt x="3794074" y="411394"/>
                  <a:pt x="3794049" y="411290"/>
                </a:cubicBezTo>
                <a:close/>
                <a:moveTo>
                  <a:pt x="900721" y="638"/>
                </a:moveTo>
                <a:cubicBezTo>
                  <a:pt x="1091038" y="4187"/>
                  <a:pt x="1217918" y="96408"/>
                  <a:pt x="1344798" y="192174"/>
                </a:cubicBezTo>
                <a:cubicBezTo>
                  <a:pt x="1464634" y="284396"/>
                  <a:pt x="1598560" y="380166"/>
                  <a:pt x="1767733" y="380166"/>
                </a:cubicBezTo>
                <a:cubicBezTo>
                  <a:pt x="1901665" y="380166"/>
                  <a:pt x="1979199" y="309226"/>
                  <a:pt x="2063786" y="231193"/>
                </a:cubicBezTo>
                <a:cubicBezTo>
                  <a:pt x="2183621" y="121235"/>
                  <a:pt x="2310502" y="7732"/>
                  <a:pt x="2627699" y="11281"/>
                </a:cubicBezTo>
                <a:cubicBezTo>
                  <a:pt x="2870886" y="13939"/>
                  <a:pt x="2999088" y="80446"/>
                  <a:pt x="3095570" y="159920"/>
                </a:cubicBezTo>
                <a:lnTo>
                  <a:pt x="3158099" y="217474"/>
                </a:lnTo>
                <a:lnTo>
                  <a:pt x="3203013" y="254510"/>
                </a:lnTo>
                <a:lnTo>
                  <a:pt x="3212442" y="268105"/>
                </a:lnTo>
                <a:lnTo>
                  <a:pt x="3242605" y="296534"/>
                </a:lnTo>
                <a:cubicBezTo>
                  <a:pt x="3301748" y="348907"/>
                  <a:pt x="3367832" y="390805"/>
                  <a:pt x="3473565" y="390805"/>
                </a:cubicBezTo>
                <a:cubicBezTo>
                  <a:pt x="3593400" y="394354"/>
                  <a:pt x="3677986" y="319865"/>
                  <a:pt x="3762573" y="241832"/>
                </a:cubicBezTo>
                <a:cubicBezTo>
                  <a:pt x="3903550" y="117690"/>
                  <a:pt x="4051574" y="-20644"/>
                  <a:pt x="4439269" y="7732"/>
                </a:cubicBezTo>
                <a:cubicBezTo>
                  <a:pt x="4805812" y="32563"/>
                  <a:pt x="4904493" y="146066"/>
                  <a:pt x="4996126" y="248926"/>
                </a:cubicBezTo>
                <a:cubicBezTo>
                  <a:pt x="5052517" y="312771"/>
                  <a:pt x="5101862" y="373072"/>
                  <a:pt x="5235788" y="380166"/>
                </a:cubicBezTo>
                <a:cubicBezTo>
                  <a:pt x="5362670" y="390805"/>
                  <a:pt x="5433157" y="319865"/>
                  <a:pt x="5517746" y="245381"/>
                </a:cubicBezTo>
                <a:cubicBezTo>
                  <a:pt x="5547703" y="217891"/>
                  <a:pt x="5578542" y="189515"/>
                  <a:pt x="5613237" y="162469"/>
                </a:cubicBezTo>
                <a:lnTo>
                  <a:pt x="5633152" y="149891"/>
                </a:lnTo>
                <a:lnTo>
                  <a:pt x="5646994" y="136532"/>
                </a:lnTo>
                <a:cubicBezTo>
                  <a:pt x="5726622" y="70027"/>
                  <a:pt x="5838966" y="17487"/>
                  <a:pt x="6082152" y="14826"/>
                </a:cubicBezTo>
                <a:lnTo>
                  <a:pt x="6096002" y="15341"/>
                </a:lnTo>
                <a:lnTo>
                  <a:pt x="6109851" y="14826"/>
                </a:lnTo>
                <a:cubicBezTo>
                  <a:pt x="6353036" y="17487"/>
                  <a:pt x="6465382" y="70027"/>
                  <a:pt x="6545012" y="136532"/>
                </a:cubicBezTo>
                <a:lnTo>
                  <a:pt x="6558854" y="149890"/>
                </a:lnTo>
                <a:lnTo>
                  <a:pt x="6578768" y="162469"/>
                </a:lnTo>
                <a:cubicBezTo>
                  <a:pt x="6613461" y="189515"/>
                  <a:pt x="6644300" y="217891"/>
                  <a:pt x="6674259" y="245381"/>
                </a:cubicBezTo>
                <a:cubicBezTo>
                  <a:pt x="6758845" y="319865"/>
                  <a:pt x="6829334" y="390805"/>
                  <a:pt x="6956214" y="380166"/>
                </a:cubicBezTo>
                <a:cubicBezTo>
                  <a:pt x="7090139" y="373072"/>
                  <a:pt x="7139485" y="312771"/>
                  <a:pt x="7195876" y="248926"/>
                </a:cubicBezTo>
                <a:cubicBezTo>
                  <a:pt x="7287509" y="146066"/>
                  <a:pt x="7386193" y="32563"/>
                  <a:pt x="7752735" y="7732"/>
                </a:cubicBezTo>
                <a:cubicBezTo>
                  <a:pt x="8140427" y="-20644"/>
                  <a:pt x="8288451" y="117690"/>
                  <a:pt x="8429428" y="241832"/>
                </a:cubicBezTo>
                <a:cubicBezTo>
                  <a:pt x="8514015" y="319865"/>
                  <a:pt x="8598603" y="394354"/>
                  <a:pt x="8718436" y="390805"/>
                </a:cubicBezTo>
                <a:cubicBezTo>
                  <a:pt x="8824169" y="390805"/>
                  <a:pt x="8890254" y="348907"/>
                  <a:pt x="8949396" y="296534"/>
                </a:cubicBezTo>
                <a:lnTo>
                  <a:pt x="8979560" y="268105"/>
                </a:lnTo>
                <a:lnTo>
                  <a:pt x="8988988" y="254510"/>
                </a:lnTo>
                <a:lnTo>
                  <a:pt x="9033902" y="217474"/>
                </a:lnTo>
                <a:lnTo>
                  <a:pt x="9096430" y="159920"/>
                </a:lnTo>
                <a:cubicBezTo>
                  <a:pt x="9192914" y="80446"/>
                  <a:pt x="9321117" y="13939"/>
                  <a:pt x="9564304" y="11281"/>
                </a:cubicBezTo>
                <a:cubicBezTo>
                  <a:pt x="9881500" y="7732"/>
                  <a:pt x="10008379" y="121235"/>
                  <a:pt x="10128215" y="231193"/>
                </a:cubicBezTo>
                <a:cubicBezTo>
                  <a:pt x="10212801" y="309226"/>
                  <a:pt x="10290336" y="380166"/>
                  <a:pt x="10424269" y="380166"/>
                </a:cubicBezTo>
                <a:cubicBezTo>
                  <a:pt x="10593442" y="380166"/>
                  <a:pt x="10727367" y="284396"/>
                  <a:pt x="10847202" y="192174"/>
                </a:cubicBezTo>
                <a:cubicBezTo>
                  <a:pt x="10974082" y="96408"/>
                  <a:pt x="11100963" y="4187"/>
                  <a:pt x="11291279" y="638"/>
                </a:cubicBezTo>
                <a:cubicBezTo>
                  <a:pt x="11545039" y="-7341"/>
                  <a:pt x="11687779" y="60494"/>
                  <a:pt x="11808711" y="148780"/>
                </a:cubicBezTo>
                <a:lnTo>
                  <a:pt x="11911532" y="230577"/>
                </a:lnTo>
                <a:lnTo>
                  <a:pt x="11942396" y="254510"/>
                </a:lnTo>
                <a:lnTo>
                  <a:pt x="11944992" y="258029"/>
                </a:lnTo>
                <a:lnTo>
                  <a:pt x="11967973" y="277302"/>
                </a:lnTo>
                <a:cubicBezTo>
                  <a:pt x="12024364" y="325187"/>
                  <a:pt x="12101901" y="343809"/>
                  <a:pt x="12165341" y="350459"/>
                </a:cubicBezTo>
                <a:lnTo>
                  <a:pt x="12192000" y="352270"/>
                </a:lnTo>
                <a:lnTo>
                  <a:pt x="12192000" y="453983"/>
                </a:lnTo>
                <a:lnTo>
                  <a:pt x="12192000" y="907623"/>
                </a:lnTo>
                <a:lnTo>
                  <a:pt x="12192001" y="907623"/>
                </a:lnTo>
                <a:lnTo>
                  <a:pt x="12192001" y="3530337"/>
                </a:lnTo>
                <a:lnTo>
                  <a:pt x="12192000" y="3530337"/>
                </a:lnTo>
                <a:lnTo>
                  <a:pt x="12192000" y="3836211"/>
                </a:lnTo>
                <a:lnTo>
                  <a:pt x="12192000" y="3937924"/>
                </a:lnTo>
                <a:lnTo>
                  <a:pt x="12165341" y="3939735"/>
                </a:lnTo>
                <a:cubicBezTo>
                  <a:pt x="12101901" y="3946385"/>
                  <a:pt x="12024364" y="3965007"/>
                  <a:pt x="11967973" y="4012892"/>
                </a:cubicBezTo>
                <a:lnTo>
                  <a:pt x="11944992" y="4032165"/>
                </a:lnTo>
                <a:lnTo>
                  <a:pt x="11942396" y="4035684"/>
                </a:lnTo>
                <a:lnTo>
                  <a:pt x="11911532" y="4059617"/>
                </a:lnTo>
                <a:lnTo>
                  <a:pt x="11808711" y="4141414"/>
                </a:lnTo>
                <a:cubicBezTo>
                  <a:pt x="11687779" y="4229700"/>
                  <a:pt x="11545039" y="4297535"/>
                  <a:pt x="11291279" y="4289556"/>
                </a:cubicBezTo>
                <a:cubicBezTo>
                  <a:pt x="11100963" y="4286007"/>
                  <a:pt x="10974082" y="4193786"/>
                  <a:pt x="10847202" y="4098020"/>
                </a:cubicBezTo>
                <a:cubicBezTo>
                  <a:pt x="10727367" y="4005798"/>
                  <a:pt x="10593442" y="3910028"/>
                  <a:pt x="10424269" y="3910028"/>
                </a:cubicBezTo>
                <a:cubicBezTo>
                  <a:pt x="10290336" y="3910028"/>
                  <a:pt x="10212801" y="3980968"/>
                  <a:pt x="10128215" y="4059001"/>
                </a:cubicBezTo>
                <a:cubicBezTo>
                  <a:pt x="10008379" y="4168959"/>
                  <a:pt x="9881500" y="4282462"/>
                  <a:pt x="9564304" y="4278913"/>
                </a:cubicBezTo>
                <a:cubicBezTo>
                  <a:pt x="9321117" y="4276255"/>
                  <a:pt x="9192914" y="4209748"/>
                  <a:pt x="9096430" y="4130274"/>
                </a:cubicBezTo>
                <a:lnTo>
                  <a:pt x="9033902" y="4072720"/>
                </a:lnTo>
                <a:lnTo>
                  <a:pt x="8988988" y="4035684"/>
                </a:lnTo>
                <a:lnTo>
                  <a:pt x="8979560" y="4022089"/>
                </a:lnTo>
                <a:lnTo>
                  <a:pt x="8949396" y="3993660"/>
                </a:lnTo>
                <a:cubicBezTo>
                  <a:pt x="8890254" y="3941287"/>
                  <a:pt x="8824169" y="3899389"/>
                  <a:pt x="8718436" y="3899389"/>
                </a:cubicBezTo>
                <a:cubicBezTo>
                  <a:pt x="8598603" y="3895840"/>
                  <a:pt x="8514015" y="3970329"/>
                  <a:pt x="8429428" y="4048362"/>
                </a:cubicBezTo>
                <a:cubicBezTo>
                  <a:pt x="8288451" y="4172504"/>
                  <a:pt x="8140427" y="4310838"/>
                  <a:pt x="7752735" y="4282462"/>
                </a:cubicBezTo>
                <a:cubicBezTo>
                  <a:pt x="7386193" y="4257631"/>
                  <a:pt x="7287509" y="4144128"/>
                  <a:pt x="7195876" y="4041268"/>
                </a:cubicBezTo>
                <a:cubicBezTo>
                  <a:pt x="7139485" y="3977423"/>
                  <a:pt x="7090139" y="3917122"/>
                  <a:pt x="6956214" y="3910028"/>
                </a:cubicBezTo>
                <a:cubicBezTo>
                  <a:pt x="6829334" y="3899389"/>
                  <a:pt x="6758845" y="3970329"/>
                  <a:pt x="6674259" y="4044813"/>
                </a:cubicBezTo>
                <a:cubicBezTo>
                  <a:pt x="6644300" y="4072303"/>
                  <a:pt x="6613461" y="4100679"/>
                  <a:pt x="6578768" y="4127725"/>
                </a:cubicBezTo>
                <a:lnTo>
                  <a:pt x="6558854" y="4140304"/>
                </a:lnTo>
                <a:lnTo>
                  <a:pt x="6545012" y="4153662"/>
                </a:lnTo>
                <a:cubicBezTo>
                  <a:pt x="6465382" y="4220167"/>
                  <a:pt x="6353036" y="4272707"/>
                  <a:pt x="6109851" y="4275368"/>
                </a:cubicBezTo>
                <a:lnTo>
                  <a:pt x="6096002" y="4274853"/>
                </a:lnTo>
                <a:lnTo>
                  <a:pt x="6082152" y="4275368"/>
                </a:lnTo>
                <a:cubicBezTo>
                  <a:pt x="5838966" y="4272707"/>
                  <a:pt x="5726622" y="4220167"/>
                  <a:pt x="5646994" y="4153662"/>
                </a:cubicBezTo>
                <a:lnTo>
                  <a:pt x="5633152" y="4140303"/>
                </a:lnTo>
                <a:lnTo>
                  <a:pt x="5613237" y="4127725"/>
                </a:lnTo>
                <a:cubicBezTo>
                  <a:pt x="5578542" y="4100679"/>
                  <a:pt x="5547703" y="4072303"/>
                  <a:pt x="5517746" y="4044813"/>
                </a:cubicBezTo>
                <a:cubicBezTo>
                  <a:pt x="5433157" y="3970329"/>
                  <a:pt x="5362670" y="3899389"/>
                  <a:pt x="5235788" y="3910028"/>
                </a:cubicBezTo>
                <a:cubicBezTo>
                  <a:pt x="5101862" y="3917122"/>
                  <a:pt x="5052517" y="3977423"/>
                  <a:pt x="4996126" y="4041268"/>
                </a:cubicBezTo>
                <a:cubicBezTo>
                  <a:pt x="4904493" y="4144128"/>
                  <a:pt x="4805812" y="4257631"/>
                  <a:pt x="4439269" y="4282462"/>
                </a:cubicBezTo>
                <a:cubicBezTo>
                  <a:pt x="4051573" y="4310838"/>
                  <a:pt x="3903550" y="4172504"/>
                  <a:pt x="3762572" y="4048362"/>
                </a:cubicBezTo>
                <a:cubicBezTo>
                  <a:pt x="3677986" y="3970329"/>
                  <a:pt x="3593399" y="3895840"/>
                  <a:pt x="3473564" y="3899389"/>
                </a:cubicBezTo>
                <a:cubicBezTo>
                  <a:pt x="3367831" y="3899389"/>
                  <a:pt x="3301747" y="3941287"/>
                  <a:pt x="3242604" y="3993660"/>
                </a:cubicBezTo>
                <a:lnTo>
                  <a:pt x="3212441" y="4022089"/>
                </a:lnTo>
                <a:lnTo>
                  <a:pt x="3203012" y="4035684"/>
                </a:lnTo>
                <a:lnTo>
                  <a:pt x="3158099" y="4072720"/>
                </a:lnTo>
                <a:lnTo>
                  <a:pt x="3095570" y="4130274"/>
                </a:lnTo>
                <a:cubicBezTo>
                  <a:pt x="2999088" y="4209748"/>
                  <a:pt x="2870885" y="4276255"/>
                  <a:pt x="2627698" y="4278913"/>
                </a:cubicBezTo>
                <a:cubicBezTo>
                  <a:pt x="2310501" y="4282462"/>
                  <a:pt x="2183621" y="4168959"/>
                  <a:pt x="2063785" y="4059001"/>
                </a:cubicBezTo>
                <a:cubicBezTo>
                  <a:pt x="1979199" y="3980968"/>
                  <a:pt x="1901665" y="3910028"/>
                  <a:pt x="1767732" y="3910028"/>
                </a:cubicBezTo>
                <a:cubicBezTo>
                  <a:pt x="1598560" y="3910028"/>
                  <a:pt x="1464634" y="4005798"/>
                  <a:pt x="1344798" y="4098020"/>
                </a:cubicBezTo>
                <a:cubicBezTo>
                  <a:pt x="1217918" y="4193786"/>
                  <a:pt x="1091038" y="4286007"/>
                  <a:pt x="900721" y="4289556"/>
                </a:cubicBezTo>
                <a:cubicBezTo>
                  <a:pt x="646961" y="4297535"/>
                  <a:pt x="504221" y="4229700"/>
                  <a:pt x="383289" y="4141414"/>
                </a:cubicBezTo>
                <a:lnTo>
                  <a:pt x="280468" y="4059617"/>
                </a:lnTo>
                <a:lnTo>
                  <a:pt x="249604" y="4035684"/>
                </a:lnTo>
                <a:lnTo>
                  <a:pt x="247008" y="4032165"/>
                </a:lnTo>
                <a:lnTo>
                  <a:pt x="224027" y="4012892"/>
                </a:lnTo>
                <a:cubicBezTo>
                  <a:pt x="167637" y="3965007"/>
                  <a:pt x="90099" y="3946385"/>
                  <a:pt x="26659" y="3939735"/>
                </a:cubicBezTo>
                <a:lnTo>
                  <a:pt x="0" y="3937924"/>
                </a:lnTo>
                <a:lnTo>
                  <a:pt x="0" y="3836211"/>
                </a:lnTo>
                <a:lnTo>
                  <a:pt x="0" y="3184290"/>
                </a:lnTo>
                <a:lnTo>
                  <a:pt x="1" y="3184290"/>
                </a:lnTo>
                <a:lnTo>
                  <a:pt x="1" y="1105904"/>
                </a:lnTo>
                <a:lnTo>
                  <a:pt x="0" y="1105904"/>
                </a:lnTo>
                <a:lnTo>
                  <a:pt x="0" y="453983"/>
                </a:lnTo>
                <a:lnTo>
                  <a:pt x="0" y="352270"/>
                </a:lnTo>
                <a:lnTo>
                  <a:pt x="26659" y="350459"/>
                </a:lnTo>
                <a:cubicBezTo>
                  <a:pt x="90099" y="343809"/>
                  <a:pt x="167637" y="325187"/>
                  <a:pt x="224027" y="277302"/>
                </a:cubicBezTo>
                <a:lnTo>
                  <a:pt x="247008" y="258029"/>
                </a:lnTo>
                <a:lnTo>
                  <a:pt x="249604" y="254510"/>
                </a:lnTo>
                <a:lnTo>
                  <a:pt x="280468" y="230577"/>
                </a:lnTo>
                <a:lnTo>
                  <a:pt x="383289" y="148780"/>
                </a:lnTo>
                <a:cubicBezTo>
                  <a:pt x="504221" y="60494"/>
                  <a:pt x="646961" y="-7341"/>
                  <a:pt x="900721" y="638"/>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Picture Placeholder 42">
            <a:extLst>
              <a:ext uri="{FF2B5EF4-FFF2-40B4-BE49-F238E27FC236}">
                <a16:creationId xmlns:a16="http://schemas.microsoft.com/office/drawing/2014/main" id="{38664057-2774-47A1-B26D-41DBBCAF293C}"/>
              </a:ext>
            </a:extLst>
          </p:cNvPr>
          <p:cNvSpPr>
            <a:spLocks noGrp="1"/>
          </p:cNvSpPr>
          <p:nvPr>
            <p:ph type="pic" sz="quarter" idx="10" hasCustomPrompt="1"/>
          </p:nvPr>
        </p:nvSpPr>
        <p:spPr>
          <a:xfrm>
            <a:off x="6347364" y="620713"/>
            <a:ext cx="5844636" cy="4290195"/>
          </a:xfrm>
          <a:custGeom>
            <a:avLst/>
            <a:gdLst>
              <a:gd name="connsiteX0" fmla="*/ 2050516 w 5844636"/>
              <a:gd name="connsiteY0" fmla="*/ 3878591 h 4290195"/>
              <a:gd name="connsiteX1" fmla="*/ 2050586 w 5844636"/>
              <a:gd name="connsiteY1" fmla="*/ 3878905 h 4290195"/>
              <a:gd name="connsiteX2" fmla="*/ 2051115 w 5844636"/>
              <a:gd name="connsiteY2" fmla="*/ 3878591 h 4290195"/>
              <a:gd name="connsiteX3" fmla="*/ 2050586 w 5844636"/>
              <a:gd name="connsiteY3" fmla="*/ 411291 h 4290195"/>
              <a:gd name="connsiteX4" fmla="*/ 2050516 w 5844636"/>
              <a:gd name="connsiteY4" fmla="*/ 411605 h 4290195"/>
              <a:gd name="connsiteX5" fmla="*/ 2051115 w 5844636"/>
              <a:gd name="connsiteY5" fmla="*/ 411605 h 4290195"/>
              <a:gd name="connsiteX6" fmla="*/ 4943914 w 5844636"/>
              <a:gd name="connsiteY6" fmla="*/ 639 h 4290195"/>
              <a:gd name="connsiteX7" fmla="*/ 5461346 w 5844636"/>
              <a:gd name="connsiteY7" fmla="*/ 148781 h 4290195"/>
              <a:gd name="connsiteX8" fmla="*/ 5564167 w 5844636"/>
              <a:gd name="connsiteY8" fmla="*/ 230578 h 4290195"/>
              <a:gd name="connsiteX9" fmla="*/ 5595031 w 5844636"/>
              <a:gd name="connsiteY9" fmla="*/ 254511 h 4290195"/>
              <a:gd name="connsiteX10" fmla="*/ 5597627 w 5844636"/>
              <a:gd name="connsiteY10" fmla="*/ 258030 h 4290195"/>
              <a:gd name="connsiteX11" fmla="*/ 5620608 w 5844636"/>
              <a:gd name="connsiteY11" fmla="*/ 277303 h 4290195"/>
              <a:gd name="connsiteX12" fmla="*/ 5817976 w 5844636"/>
              <a:gd name="connsiteY12" fmla="*/ 350460 h 4290195"/>
              <a:gd name="connsiteX13" fmla="*/ 5844635 w 5844636"/>
              <a:gd name="connsiteY13" fmla="*/ 352271 h 4290195"/>
              <a:gd name="connsiteX14" fmla="*/ 5844635 w 5844636"/>
              <a:gd name="connsiteY14" fmla="*/ 453984 h 4290195"/>
              <a:gd name="connsiteX15" fmla="*/ 5844635 w 5844636"/>
              <a:gd name="connsiteY15" fmla="*/ 907624 h 4290195"/>
              <a:gd name="connsiteX16" fmla="*/ 5844636 w 5844636"/>
              <a:gd name="connsiteY16" fmla="*/ 907624 h 4290195"/>
              <a:gd name="connsiteX17" fmla="*/ 5844636 w 5844636"/>
              <a:gd name="connsiteY17" fmla="*/ 3530338 h 4290195"/>
              <a:gd name="connsiteX18" fmla="*/ 5844635 w 5844636"/>
              <a:gd name="connsiteY18" fmla="*/ 3530338 h 4290195"/>
              <a:gd name="connsiteX19" fmla="*/ 5844635 w 5844636"/>
              <a:gd name="connsiteY19" fmla="*/ 3836212 h 4290195"/>
              <a:gd name="connsiteX20" fmla="*/ 5844635 w 5844636"/>
              <a:gd name="connsiteY20" fmla="*/ 3937925 h 4290195"/>
              <a:gd name="connsiteX21" fmla="*/ 5817976 w 5844636"/>
              <a:gd name="connsiteY21" fmla="*/ 3939736 h 4290195"/>
              <a:gd name="connsiteX22" fmla="*/ 5620608 w 5844636"/>
              <a:gd name="connsiteY22" fmla="*/ 4012893 h 4290195"/>
              <a:gd name="connsiteX23" fmla="*/ 5597627 w 5844636"/>
              <a:gd name="connsiteY23" fmla="*/ 4032166 h 4290195"/>
              <a:gd name="connsiteX24" fmla="*/ 5595031 w 5844636"/>
              <a:gd name="connsiteY24" fmla="*/ 4035685 h 4290195"/>
              <a:gd name="connsiteX25" fmla="*/ 5564167 w 5844636"/>
              <a:gd name="connsiteY25" fmla="*/ 4059618 h 4290195"/>
              <a:gd name="connsiteX26" fmla="*/ 5461346 w 5844636"/>
              <a:gd name="connsiteY26" fmla="*/ 4141415 h 4290195"/>
              <a:gd name="connsiteX27" fmla="*/ 4943914 w 5844636"/>
              <a:gd name="connsiteY27" fmla="*/ 4289557 h 4290195"/>
              <a:gd name="connsiteX28" fmla="*/ 4499837 w 5844636"/>
              <a:gd name="connsiteY28" fmla="*/ 4098021 h 4290195"/>
              <a:gd name="connsiteX29" fmla="*/ 4076904 w 5844636"/>
              <a:gd name="connsiteY29" fmla="*/ 3910029 h 4290195"/>
              <a:gd name="connsiteX30" fmla="*/ 3780850 w 5844636"/>
              <a:gd name="connsiteY30" fmla="*/ 4059002 h 4290195"/>
              <a:gd name="connsiteX31" fmla="*/ 3216939 w 5844636"/>
              <a:gd name="connsiteY31" fmla="*/ 4278914 h 4290195"/>
              <a:gd name="connsiteX32" fmla="*/ 2749065 w 5844636"/>
              <a:gd name="connsiteY32" fmla="*/ 4130275 h 4290195"/>
              <a:gd name="connsiteX33" fmla="*/ 2686537 w 5844636"/>
              <a:gd name="connsiteY33" fmla="*/ 4072721 h 4290195"/>
              <a:gd name="connsiteX34" fmla="*/ 2641623 w 5844636"/>
              <a:gd name="connsiteY34" fmla="*/ 4035685 h 4290195"/>
              <a:gd name="connsiteX35" fmla="*/ 2632195 w 5844636"/>
              <a:gd name="connsiteY35" fmla="*/ 4022090 h 4290195"/>
              <a:gd name="connsiteX36" fmla="*/ 2602031 w 5844636"/>
              <a:gd name="connsiteY36" fmla="*/ 3993661 h 4290195"/>
              <a:gd name="connsiteX37" fmla="*/ 2371071 w 5844636"/>
              <a:gd name="connsiteY37" fmla="*/ 3899390 h 4290195"/>
              <a:gd name="connsiteX38" fmla="*/ 2082063 w 5844636"/>
              <a:gd name="connsiteY38" fmla="*/ 4048363 h 4290195"/>
              <a:gd name="connsiteX39" fmla="*/ 1405371 w 5844636"/>
              <a:gd name="connsiteY39" fmla="*/ 4282463 h 4290195"/>
              <a:gd name="connsiteX40" fmla="*/ 848512 w 5844636"/>
              <a:gd name="connsiteY40" fmla="*/ 4041269 h 4290195"/>
              <a:gd name="connsiteX41" fmla="*/ 608849 w 5844636"/>
              <a:gd name="connsiteY41" fmla="*/ 3910029 h 4290195"/>
              <a:gd name="connsiteX42" fmla="*/ 326895 w 5844636"/>
              <a:gd name="connsiteY42" fmla="*/ 4044814 h 4290195"/>
              <a:gd name="connsiteX43" fmla="*/ 231404 w 5844636"/>
              <a:gd name="connsiteY43" fmla="*/ 4127726 h 4290195"/>
              <a:gd name="connsiteX44" fmla="*/ 211490 w 5844636"/>
              <a:gd name="connsiteY44" fmla="*/ 4140305 h 4290195"/>
              <a:gd name="connsiteX45" fmla="*/ 197648 w 5844636"/>
              <a:gd name="connsiteY45" fmla="*/ 4153663 h 4290195"/>
              <a:gd name="connsiteX46" fmla="*/ 41400 w 5844636"/>
              <a:gd name="connsiteY46" fmla="*/ 4238458 h 4290195"/>
              <a:gd name="connsiteX47" fmla="*/ 0 w 5844636"/>
              <a:gd name="connsiteY47" fmla="*/ 4247507 h 4290195"/>
              <a:gd name="connsiteX48" fmla="*/ 1626 w 5844636"/>
              <a:gd name="connsiteY48" fmla="*/ 4183214 h 4290195"/>
              <a:gd name="connsiteX49" fmla="*/ 2003394 w 5844636"/>
              <a:gd name="connsiteY49" fmla="*/ 207408 h 4290195"/>
              <a:gd name="connsiteX50" fmla="*/ 2022853 w 5844636"/>
              <a:gd name="connsiteY50" fmla="*/ 192116 h 4290195"/>
              <a:gd name="connsiteX51" fmla="*/ 2082063 w 5844636"/>
              <a:gd name="connsiteY51" fmla="*/ 241833 h 4290195"/>
              <a:gd name="connsiteX52" fmla="*/ 2371071 w 5844636"/>
              <a:gd name="connsiteY52" fmla="*/ 390806 h 4290195"/>
              <a:gd name="connsiteX53" fmla="*/ 2602031 w 5844636"/>
              <a:gd name="connsiteY53" fmla="*/ 296535 h 4290195"/>
              <a:gd name="connsiteX54" fmla="*/ 2632195 w 5844636"/>
              <a:gd name="connsiteY54" fmla="*/ 268106 h 4290195"/>
              <a:gd name="connsiteX55" fmla="*/ 2641623 w 5844636"/>
              <a:gd name="connsiteY55" fmla="*/ 254511 h 4290195"/>
              <a:gd name="connsiteX56" fmla="*/ 2686537 w 5844636"/>
              <a:gd name="connsiteY56" fmla="*/ 217475 h 4290195"/>
              <a:gd name="connsiteX57" fmla="*/ 2749065 w 5844636"/>
              <a:gd name="connsiteY57" fmla="*/ 159921 h 4290195"/>
              <a:gd name="connsiteX58" fmla="*/ 3216939 w 5844636"/>
              <a:gd name="connsiteY58" fmla="*/ 11282 h 4290195"/>
              <a:gd name="connsiteX59" fmla="*/ 3780850 w 5844636"/>
              <a:gd name="connsiteY59" fmla="*/ 231194 h 4290195"/>
              <a:gd name="connsiteX60" fmla="*/ 4076904 w 5844636"/>
              <a:gd name="connsiteY60" fmla="*/ 380167 h 4290195"/>
              <a:gd name="connsiteX61" fmla="*/ 4499837 w 5844636"/>
              <a:gd name="connsiteY61" fmla="*/ 192175 h 4290195"/>
              <a:gd name="connsiteX62" fmla="*/ 4943914 w 5844636"/>
              <a:gd name="connsiteY62" fmla="*/ 639 h 4290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5844636" h="4290195">
                <a:moveTo>
                  <a:pt x="2050516" y="3878591"/>
                </a:moveTo>
                <a:cubicBezTo>
                  <a:pt x="2050540" y="3878696"/>
                  <a:pt x="2050563" y="3878801"/>
                  <a:pt x="2050586" y="3878905"/>
                </a:cubicBezTo>
                <a:lnTo>
                  <a:pt x="2051115" y="3878591"/>
                </a:lnTo>
                <a:close/>
                <a:moveTo>
                  <a:pt x="2050586" y="411291"/>
                </a:moveTo>
                <a:cubicBezTo>
                  <a:pt x="2050563" y="411395"/>
                  <a:pt x="2050540" y="411500"/>
                  <a:pt x="2050516" y="411605"/>
                </a:cubicBezTo>
                <a:lnTo>
                  <a:pt x="2051115" y="411605"/>
                </a:lnTo>
                <a:close/>
                <a:moveTo>
                  <a:pt x="4943914" y="639"/>
                </a:moveTo>
                <a:cubicBezTo>
                  <a:pt x="5197674" y="-7340"/>
                  <a:pt x="5340414" y="60495"/>
                  <a:pt x="5461346" y="148781"/>
                </a:cubicBezTo>
                <a:lnTo>
                  <a:pt x="5564167" y="230578"/>
                </a:lnTo>
                <a:lnTo>
                  <a:pt x="5595031" y="254511"/>
                </a:lnTo>
                <a:lnTo>
                  <a:pt x="5597627" y="258030"/>
                </a:lnTo>
                <a:lnTo>
                  <a:pt x="5620608" y="277303"/>
                </a:lnTo>
                <a:cubicBezTo>
                  <a:pt x="5676999" y="325188"/>
                  <a:pt x="5754536" y="343810"/>
                  <a:pt x="5817976" y="350460"/>
                </a:cubicBezTo>
                <a:lnTo>
                  <a:pt x="5844635" y="352271"/>
                </a:lnTo>
                <a:lnTo>
                  <a:pt x="5844635" y="453984"/>
                </a:lnTo>
                <a:lnTo>
                  <a:pt x="5844635" y="907624"/>
                </a:lnTo>
                <a:lnTo>
                  <a:pt x="5844636" y="907624"/>
                </a:lnTo>
                <a:lnTo>
                  <a:pt x="5844636" y="3530338"/>
                </a:lnTo>
                <a:lnTo>
                  <a:pt x="5844635" y="3530338"/>
                </a:lnTo>
                <a:lnTo>
                  <a:pt x="5844635" y="3836212"/>
                </a:lnTo>
                <a:lnTo>
                  <a:pt x="5844635" y="3937925"/>
                </a:lnTo>
                <a:lnTo>
                  <a:pt x="5817976" y="3939736"/>
                </a:lnTo>
                <a:cubicBezTo>
                  <a:pt x="5754536" y="3946386"/>
                  <a:pt x="5676999" y="3965008"/>
                  <a:pt x="5620608" y="4012893"/>
                </a:cubicBezTo>
                <a:lnTo>
                  <a:pt x="5597627" y="4032166"/>
                </a:lnTo>
                <a:lnTo>
                  <a:pt x="5595031" y="4035685"/>
                </a:lnTo>
                <a:lnTo>
                  <a:pt x="5564167" y="4059618"/>
                </a:lnTo>
                <a:lnTo>
                  <a:pt x="5461346" y="4141415"/>
                </a:lnTo>
                <a:cubicBezTo>
                  <a:pt x="5340414" y="4229701"/>
                  <a:pt x="5197674" y="4297536"/>
                  <a:pt x="4943914" y="4289557"/>
                </a:cubicBezTo>
                <a:cubicBezTo>
                  <a:pt x="4753598" y="4286008"/>
                  <a:pt x="4626717" y="4193787"/>
                  <a:pt x="4499837" y="4098021"/>
                </a:cubicBezTo>
                <a:cubicBezTo>
                  <a:pt x="4380002" y="4005799"/>
                  <a:pt x="4246077" y="3910029"/>
                  <a:pt x="4076904" y="3910029"/>
                </a:cubicBezTo>
                <a:cubicBezTo>
                  <a:pt x="3942971" y="3910029"/>
                  <a:pt x="3865436" y="3980969"/>
                  <a:pt x="3780850" y="4059002"/>
                </a:cubicBezTo>
                <a:cubicBezTo>
                  <a:pt x="3661014" y="4168960"/>
                  <a:pt x="3534135" y="4282463"/>
                  <a:pt x="3216939" y="4278914"/>
                </a:cubicBezTo>
                <a:cubicBezTo>
                  <a:pt x="2973752" y="4276256"/>
                  <a:pt x="2845549" y="4209749"/>
                  <a:pt x="2749065" y="4130275"/>
                </a:cubicBezTo>
                <a:lnTo>
                  <a:pt x="2686537" y="4072721"/>
                </a:lnTo>
                <a:lnTo>
                  <a:pt x="2641623" y="4035685"/>
                </a:lnTo>
                <a:lnTo>
                  <a:pt x="2632195" y="4022090"/>
                </a:lnTo>
                <a:lnTo>
                  <a:pt x="2602031" y="3993661"/>
                </a:lnTo>
                <a:cubicBezTo>
                  <a:pt x="2542889" y="3941288"/>
                  <a:pt x="2476804" y="3899390"/>
                  <a:pt x="2371071" y="3899390"/>
                </a:cubicBezTo>
                <a:cubicBezTo>
                  <a:pt x="2251238" y="3895841"/>
                  <a:pt x="2166650" y="3970330"/>
                  <a:pt x="2082063" y="4048363"/>
                </a:cubicBezTo>
                <a:cubicBezTo>
                  <a:pt x="1941086" y="4172505"/>
                  <a:pt x="1793062" y="4310839"/>
                  <a:pt x="1405371" y="4282463"/>
                </a:cubicBezTo>
                <a:cubicBezTo>
                  <a:pt x="1038829" y="4257632"/>
                  <a:pt x="940144" y="4144129"/>
                  <a:pt x="848512" y="4041269"/>
                </a:cubicBezTo>
                <a:cubicBezTo>
                  <a:pt x="792120" y="3977424"/>
                  <a:pt x="742775" y="3917123"/>
                  <a:pt x="608849" y="3910029"/>
                </a:cubicBezTo>
                <a:cubicBezTo>
                  <a:pt x="481970" y="3899390"/>
                  <a:pt x="411481" y="3970330"/>
                  <a:pt x="326895" y="4044814"/>
                </a:cubicBezTo>
                <a:cubicBezTo>
                  <a:pt x="296936" y="4072304"/>
                  <a:pt x="266096" y="4100680"/>
                  <a:pt x="231404" y="4127726"/>
                </a:cubicBezTo>
                <a:lnTo>
                  <a:pt x="211490" y="4140305"/>
                </a:lnTo>
                <a:lnTo>
                  <a:pt x="197648" y="4153663"/>
                </a:lnTo>
                <a:cubicBezTo>
                  <a:pt x="157833" y="4186916"/>
                  <a:pt x="109839" y="4216677"/>
                  <a:pt x="41400" y="4238458"/>
                </a:cubicBezTo>
                <a:lnTo>
                  <a:pt x="0" y="4247507"/>
                </a:lnTo>
                <a:lnTo>
                  <a:pt x="1626" y="4183214"/>
                </a:lnTo>
                <a:cubicBezTo>
                  <a:pt x="82708" y="2583641"/>
                  <a:pt x="844639" y="1163697"/>
                  <a:pt x="2003394" y="207408"/>
                </a:cubicBezTo>
                <a:lnTo>
                  <a:pt x="2022853" y="192116"/>
                </a:lnTo>
                <a:lnTo>
                  <a:pt x="2082063" y="241833"/>
                </a:lnTo>
                <a:cubicBezTo>
                  <a:pt x="2166650" y="319866"/>
                  <a:pt x="2251238" y="394355"/>
                  <a:pt x="2371071" y="390806"/>
                </a:cubicBezTo>
                <a:cubicBezTo>
                  <a:pt x="2476804" y="390806"/>
                  <a:pt x="2542889" y="348908"/>
                  <a:pt x="2602031" y="296535"/>
                </a:cubicBezTo>
                <a:lnTo>
                  <a:pt x="2632195" y="268106"/>
                </a:lnTo>
                <a:lnTo>
                  <a:pt x="2641623" y="254511"/>
                </a:lnTo>
                <a:lnTo>
                  <a:pt x="2686537" y="217475"/>
                </a:lnTo>
                <a:lnTo>
                  <a:pt x="2749065" y="159921"/>
                </a:lnTo>
                <a:cubicBezTo>
                  <a:pt x="2845549" y="80447"/>
                  <a:pt x="2973752" y="13940"/>
                  <a:pt x="3216939" y="11282"/>
                </a:cubicBezTo>
                <a:cubicBezTo>
                  <a:pt x="3534135" y="7733"/>
                  <a:pt x="3661014" y="121236"/>
                  <a:pt x="3780850" y="231194"/>
                </a:cubicBezTo>
                <a:cubicBezTo>
                  <a:pt x="3865436" y="309227"/>
                  <a:pt x="3942971" y="380167"/>
                  <a:pt x="4076904" y="380167"/>
                </a:cubicBezTo>
                <a:cubicBezTo>
                  <a:pt x="4246077" y="380167"/>
                  <a:pt x="4380002" y="284397"/>
                  <a:pt x="4499837" y="192175"/>
                </a:cubicBezTo>
                <a:cubicBezTo>
                  <a:pt x="4626717" y="96409"/>
                  <a:pt x="4753598" y="4188"/>
                  <a:pt x="4943914" y="639"/>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9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100151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additive="base">
                                        <p:cTn id="7" dur="1000" fill="hold"/>
                                        <p:tgtEl>
                                          <p:spTgt spid="36"/>
                                        </p:tgtEl>
                                        <p:attrNameLst>
                                          <p:attrName>ppt_x</p:attrName>
                                        </p:attrNameLst>
                                      </p:cBhvr>
                                      <p:tavLst>
                                        <p:tav tm="0">
                                          <p:val>
                                            <p:strVal val="1+#ppt_w/2"/>
                                          </p:val>
                                        </p:tav>
                                        <p:tav tm="100000">
                                          <p:val>
                                            <p:strVal val="#ppt_x"/>
                                          </p:val>
                                        </p:tav>
                                      </p:tavLst>
                                    </p:anim>
                                    <p:anim calcmode="lin" valueType="num">
                                      <p:cBhvr additive="base">
                                        <p:cTn id="8" dur="1000" fill="hold"/>
                                        <p:tgtEl>
                                          <p:spTgt spid="36"/>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750"/>
                                  </p:stCondLst>
                                  <p:childTnLst>
                                    <p:set>
                                      <p:cBhvr>
                                        <p:cTn id="10" dur="1" fill="hold">
                                          <p:stCondLst>
                                            <p:cond delay="0"/>
                                          </p:stCondLst>
                                        </p:cTn>
                                        <p:tgtEl>
                                          <p:spTgt spid="43"/>
                                        </p:tgtEl>
                                        <p:attrNameLst>
                                          <p:attrName>style.visibility</p:attrName>
                                        </p:attrNameLst>
                                      </p:cBhvr>
                                      <p:to>
                                        <p:strVal val="visible"/>
                                      </p:to>
                                    </p:set>
                                    <p:animEffect transition="in" filter="fade">
                                      <p:cBhvr>
                                        <p:cTn id="11" dur="75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43" grpId="0" animBg="1"/>
    </p:bld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56_Title and Conten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7F5C547D-083B-4D53-9837-8219A4C504BD}"/>
              </a:ext>
            </a:extLst>
          </p:cNvPr>
          <p:cNvSpPr>
            <a:spLocks noGrp="1"/>
          </p:cNvSpPr>
          <p:nvPr>
            <p:ph type="pic" sz="quarter" idx="12" hasCustomPrompt="1"/>
          </p:nvPr>
        </p:nvSpPr>
        <p:spPr>
          <a:xfrm>
            <a:off x="8573882" y="4410737"/>
            <a:ext cx="2852809" cy="3232433"/>
          </a:xfrm>
          <a:custGeom>
            <a:avLst/>
            <a:gdLst>
              <a:gd name="connsiteX0" fmla="*/ 2146051 w 2852809"/>
              <a:gd name="connsiteY0" fmla="*/ 155 h 3232433"/>
              <a:gd name="connsiteX1" fmla="*/ 2204900 w 2852809"/>
              <a:gd name="connsiteY1" fmla="*/ 6050 h 3232433"/>
              <a:gd name="connsiteX2" fmla="*/ 2590616 w 2852809"/>
              <a:gd name="connsiteY2" fmla="*/ 467531 h 3232433"/>
              <a:gd name="connsiteX3" fmla="*/ 2519444 w 2852809"/>
              <a:gd name="connsiteY3" fmla="*/ 1101208 h 3232433"/>
              <a:gd name="connsiteX4" fmla="*/ 2496485 w 2852809"/>
              <a:gd name="connsiteY4" fmla="*/ 1734887 h 3232433"/>
              <a:gd name="connsiteX5" fmla="*/ 2838579 w 2852809"/>
              <a:gd name="connsiteY5" fmla="*/ 2414482 h 3232433"/>
              <a:gd name="connsiteX6" fmla="*/ 2158981 w 2852809"/>
              <a:gd name="connsiteY6" fmla="*/ 3231831 h 3232433"/>
              <a:gd name="connsiteX7" fmla="*/ 1242907 w 2852809"/>
              <a:gd name="connsiteY7" fmla="*/ 2561422 h 3232433"/>
              <a:gd name="connsiteX8" fmla="*/ 1031681 w 2852809"/>
              <a:gd name="connsiteY8" fmla="*/ 1891008 h 3232433"/>
              <a:gd name="connsiteX9" fmla="*/ 260249 w 2852809"/>
              <a:gd name="connsiteY9" fmla="*/ 1578761 h 3232433"/>
              <a:gd name="connsiteX10" fmla="*/ 255657 w 2852809"/>
              <a:gd name="connsiteY10" fmla="*/ 793553 h 3232433"/>
              <a:gd name="connsiteX11" fmla="*/ 811272 w 2852809"/>
              <a:gd name="connsiteY11" fmla="*/ 612176 h 3232433"/>
              <a:gd name="connsiteX12" fmla="*/ 1371479 w 2852809"/>
              <a:gd name="connsiteY12" fmla="*/ 446869 h 3232433"/>
              <a:gd name="connsiteX13" fmla="*/ 2146051 w 2852809"/>
              <a:gd name="connsiteY13" fmla="*/ 155 h 3232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52809" h="3232433">
                <a:moveTo>
                  <a:pt x="2146051" y="155"/>
                </a:moveTo>
                <a:cubicBezTo>
                  <a:pt x="2165349" y="687"/>
                  <a:pt x="2184954" y="2606"/>
                  <a:pt x="2204900" y="6050"/>
                </a:cubicBezTo>
                <a:cubicBezTo>
                  <a:pt x="2416126" y="42785"/>
                  <a:pt x="2558473" y="256306"/>
                  <a:pt x="2590616" y="467531"/>
                </a:cubicBezTo>
                <a:cubicBezTo>
                  <a:pt x="2620465" y="678757"/>
                  <a:pt x="2565362" y="892279"/>
                  <a:pt x="2519444" y="1101208"/>
                </a:cubicBezTo>
                <a:cubicBezTo>
                  <a:pt x="2471231" y="1310139"/>
                  <a:pt x="2434493" y="1530548"/>
                  <a:pt x="2496485" y="1734887"/>
                </a:cubicBezTo>
                <a:cubicBezTo>
                  <a:pt x="2569954" y="1978255"/>
                  <a:pt x="2778885" y="2166519"/>
                  <a:pt x="2838579" y="2414482"/>
                </a:cubicBezTo>
                <a:cubicBezTo>
                  <a:pt x="2930417" y="2807085"/>
                  <a:pt x="2563067" y="3215760"/>
                  <a:pt x="2158981" y="3231831"/>
                </a:cubicBezTo>
                <a:cubicBezTo>
                  <a:pt x="1754898" y="3247903"/>
                  <a:pt x="1382957" y="2940249"/>
                  <a:pt x="1242907" y="2561422"/>
                </a:cubicBezTo>
                <a:cubicBezTo>
                  <a:pt x="1160253" y="2341010"/>
                  <a:pt x="1144181" y="2097641"/>
                  <a:pt x="1031681" y="1891008"/>
                </a:cubicBezTo>
                <a:cubicBezTo>
                  <a:pt x="836526" y="1532843"/>
                  <a:pt x="556423" y="1679785"/>
                  <a:pt x="260249" y="1578761"/>
                </a:cubicBezTo>
                <a:cubicBezTo>
                  <a:pt x="-136948" y="1443303"/>
                  <a:pt x="-31333" y="979525"/>
                  <a:pt x="255657" y="793553"/>
                </a:cubicBezTo>
                <a:cubicBezTo>
                  <a:pt x="420964" y="687940"/>
                  <a:pt x="618414" y="646616"/>
                  <a:pt x="811272" y="612176"/>
                </a:cubicBezTo>
                <a:cubicBezTo>
                  <a:pt x="1004130" y="577738"/>
                  <a:pt x="1201580" y="543298"/>
                  <a:pt x="1371479" y="446869"/>
                </a:cubicBezTo>
                <a:cubicBezTo>
                  <a:pt x="1636227" y="296199"/>
                  <a:pt x="1856583" y="-7833"/>
                  <a:pt x="2146051" y="155"/>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0" name="Picture Placeholder 9">
            <a:extLst>
              <a:ext uri="{FF2B5EF4-FFF2-40B4-BE49-F238E27FC236}">
                <a16:creationId xmlns:a16="http://schemas.microsoft.com/office/drawing/2014/main" id="{34AB277B-AEBD-4A76-8AF4-DCE87F3A0388}"/>
              </a:ext>
            </a:extLst>
          </p:cNvPr>
          <p:cNvSpPr>
            <a:spLocks noGrp="1"/>
          </p:cNvSpPr>
          <p:nvPr>
            <p:ph type="pic" sz="quarter" idx="11" hasCustomPrompt="1"/>
          </p:nvPr>
        </p:nvSpPr>
        <p:spPr>
          <a:xfrm>
            <a:off x="9433807" y="123053"/>
            <a:ext cx="2312758" cy="2164531"/>
          </a:xfrm>
          <a:custGeom>
            <a:avLst/>
            <a:gdLst>
              <a:gd name="connsiteX0" fmla="*/ 1637589 w 2312758"/>
              <a:gd name="connsiteY0" fmla="*/ 479 h 2164531"/>
              <a:gd name="connsiteX1" fmla="*/ 2237625 w 2312758"/>
              <a:gd name="connsiteY1" fmla="*/ 1068704 h 2164531"/>
              <a:gd name="connsiteX2" fmla="*/ 1886483 w 2312758"/>
              <a:gd name="connsiteY2" fmla="*/ 1461553 h 2164531"/>
              <a:gd name="connsiteX3" fmla="*/ 1560903 w 2312758"/>
              <a:gd name="connsiteY3" fmla="*/ 2161146 h 2164531"/>
              <a:gd name="connsiteX4" fmla="*/ 1096749 w 2312758"/>
              <a:gd name="connsiteY4" fmla="*/ 1713138 h 2164531"/>
              <a:gd name="connsiteX5" fmla="*/ 268001 w 2312758"/>
              <a:gd name="connsiteY5" fmla="*/ 1781751 h 2164531"/>
              <a:gd name="connsiteX6" fmla="*/ 218223 w 2312758"/>
              <a:gd name="connsiteY6" fmla="*/ 947621 h 2164531"/>
              <a:gd name="connsiteX7" fmla="*/ 716010 w 2312758"/>
              <a:gd name="connsiteY7" fmla="*/ 661057 h 2164531"/>
              <a:gd name="connsiteX8" fmla="*/ 1637589 w 2312758"/>
              <a:gd name="connsiteY8" fmla="*/ 479 h 216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12758" h="2164531">
                <a:moveTo>
                  <a:pt x="1637589" y="479"/>
                </a:moveTo>
                <a:cubicBezTo>
                  <a:pt x="2117887" y="15279"/>
                  <a:pt x="2474410" y="539974"/>
                  <a:pt x="2237625" y="1068704"/>
                </a:cubicBezTo>
                <a:cubicBezTo>
                  <a:pt x="2152867" y="1257056"/>
                  <a:pt x="1952406" y="1314908"/>
                  <a:pt x="1886483" y="1461553"/>
                </a:cubicBezTo>
                <a:cubicBezTo>
                  <a:pt x="1757328" y="1749462"/>
                  <a:pt x="1864957" y="2116750"/>
                  <a:pt x="1560903" y="2161146"/>
                </a:cubicBezTo>
                <a:cubicBezTo>
                  <a:pt x="1233977" y="2206889"/>
                  <a:pt x="1252813" y="1775025"/>
                  <a:pt x="1096749" y="1713138"/>
                </a:cubicBezTo>
                <a:cubicBezTo>
                  <a:pt x="763097" y="1582636"/>
                  <a:pt x="643360" y="1917635"/>
                  <a:pt x="268001" y="1781751"/>
                </a:cubicBezTo>
                <a:cubicBezTo>
                  <a:pt x="-64305" y="1662014"/>
                  <a:pt x="-95249" y="1053906"/>
                  <a:pt x="218223" y="947621"/>
                </a:cubicBezTo>
                <a:cubicBezTo>
                  <a:pt x="346032" y="904569"/>
                  <a:pt x="668921" y="979910"/>
                  <a:pt x="716010" y="661057"/>
                </a:cubicBezTo>
                <a:cubicBezTo>
                  <a:pt x="757716" y="379874"/>
                  <a:pt x="1095405" y="-15666"/>
                  <a:pt x="1637589" y="479"/>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7" name="Picture Placeholder 6">
            <a:extLst>
              <a:ext uri="{FF2B5EF4-FFF2-40B4-BE49-F238E27FC236}">
                <a16:creationId xmlns:a16="http://schemas.microsoft.com/office/drawing/2014/main" id="{DFB530B4-35D9-4FA0-8897-A74895EFD2EC}"/>
              </a:ext>
            </a:extLst>
          </p:cNvPr>
          <p:cNvSpPr>
            <a:spLocks noGrp="1"/>
          </p:cNvSpPr>
          <p:nvPr>
            <p:ph type="pic" sz="quarter" idx="10" hasCustomPrompt="1"/>
          </p:nvPr>
        </p:nvSpPr>
        <p:spPr>
          <a:xfrm>
            <a:off x="-624161" y="-948470"/>
            <a:ext cx="3917403" cy="3560912"/>
          </a:xfrm>
          <a:custGeom>
            <a:avLst/>
            <a:gdLst>
              <a:gd name="connsiteX0" fmla="*/ 1248336 w 3917403"/>
              <a:gd name="connsiteY0" fmla="*/ 311 h 3560912"/>
              <a:gd name="connsiteX1" fmla="*/ 1758858 w 3917403"/>
              <a:gd name="connsiteY1" fmla="*/ 143801 h 3560912"/>
              <a:gd name="connsiteX2" fmla="*/ 2201249 w 3917403"/>
              <a:gd name="connsiteY2" fmla="*/ 558275 h 3560912"/>
              <a:gd name="connsiteX3" fmla="*/ 2203397 w 3917403"/>
              <a:gd name="connsiteY3" fmla="*/ 560422 h 3560912"/>
              <a:gd name="connsiteX4" fmla="*/ 2691959 w 3917403"/>
              <a:gd name="connsiteY4" fmla="*/ 818126 h 3560912"/>
              <a:gd name="connsiteX5" fmla="*/ 2847656 w 3917403"/>
              <a:gd name="connsiteY5" fmla="*/ 855707 h 3560912"/>
              <a:gd name="connsiteX6" fmla="*/ 3618620 w 3917403"/>
              <a:gd name="connsiteY6" fmla="*/ 1243337 h 3560912"/>
              <a:gd name="connsiteX7" fmla="*/ 3911757 w 3917403"/>
              <a:gd name="connsiteY7" fmla="*/ 2048661 h 3560912"/>
              <a:gd name="connsiteX8" fmla="*/ 3429637 w 3917403"/>
              <a:gd name="connsiteY8" fmla="*/ 2748756 h 3560912"/>
              <a:gd name="connsiteX9" fmla="*/ 2749943 w 3917403"/>
              <a:gd name="connsiteY9" fmla="*/ 2891566 h 3560912"/>
              <a:gd name="connsiteX10" fmla="*/ 1768521 w 3917403"/>
              <a:gd name="connsiteY10" fmla="*/ 3189000 h 3560912"/>
              <a:gd name="connsiteX11" fmla="*/ 888033 w 3917403"/>
              <a:gd name="connsiteY11" fmla="*/ 3553005 h 3560912"/>
              <a:gd name="connsiteX12" fmla="*/ 287799 w 3917403"/>
              <a:gd name="connsiteY12" fmla="*/ 3419860 h 3560912"/>
              <a:gd name="connsiteX13" fmla="*/ 29 w 3917403"/>
              <a:gd name="connsiteY13" fmla="*/ 2889418 h 3560912"/>
              <a:gd name="connsiteX14" fmla="*/ 540133 w 3917403"/>
              <a:gd name="connsiteY14" fmla="*/ 1753375 h 3560912"/>
              <a:gd name="connsiteX15" fmla="*/ 448863 w 3917403"/>
              <a:gd name="connsiteY15" fmla="*/ 731150 h 3560912"/>
              <a:gd name="connsiteX16" fmla="*/ 935279 w 3917403"/>
              <a:gd name="connsiteY16" fmla="*/ 68638 h 3560912"/>
              <a:gd name="connsiteX17" fmla="*/ 1248336 w 3917403"/>
              <a:gd name="connsiteY17" fmla="*/ 311 h 3560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17403" h="3560912">
                <a:moveTo>
                  <a:pt x="1248336" y="311"/>
                </a:moveTo>
                <a:cubicBezTo>
                  <a:pt x="1427668" y="-4429"/>
                  <a:pt x="1609201" y="45149"/>
                  <a:pt x="1758858" y="143801"/>
                </a:cubicBezTo>
                <a:cubicBezTo>
                  <a:pt x="1927438" y="254398"/>
                  <a:pt x="2054143" y="418685"/>
                  <a:pt x="2201249" y="558275"/>
                </a:cubicBezTo>
                <a:cubicBezTo>
                  <a:pt x="2201249" y="559348"/>
                  <a:pt x="2202322" y="559348"/>
                  <a:pt x="2203397" y="560422"/>
                </a:cubicBezTo>
                <a:cubicBezTo>
                  <a:pt x="2339764" y="689274"/>
                  <a:pt x="2509419" y="777323"/>
                  <a:pt x="2691959" y="818126"/>
                </a:cubicBezTo>
                <a:cubicBezTo>
                  <a:pt x="2743500" y="829937"/>
                  <a:pt x="2796115" y="842822"/>
                  <a:pt x="2847656" y="855707"/>
                </a:cubicBezTo>
                <a:cubicBezTo>
                  <a:pt x="3130056" y="927650"/>
                  <a:pt x="3412457" y="1038247"/>
                  <a:pt x="3618620" y="1243337"/>
                </a:cubicBezTo>
                <a:cubicBezTo>
                  <a:pt x="3829078" y="1451647"/>
                  <a:pt x="3945044" y="1754449"/>
                  <a:pt x="3911757" y="2048661"/>
                </a:cubicBezTo>
                <a:cubicBezTo>
                  <a:pt x="3880619" y="2342872"/>
                  <a:pt x="3695931" y="2619904"/>
                  <a:pt x="3429637" y="2748756"/>
                </a:cubicBezTo>
                <a:cubicBezTo>
                  <a:pt x="3220252" y="2849690"/>
                  <a:pt x="2980803" y="2859353"/>
                  <a:pt x="2749943" y="2891566"/>
                </a:cubicBezTo>
                <a:cubicBezTo>
                  <a:pt x="2410633" y="2938812"/>
                  <a:pt x="2077765" y="3039746"/>
                  <a:pt x="1768521" y="3189000"/>
                </a:cubicBezTo>
                <a:cubicBezTo>
                  <a:pt x="1481826" y="3328589"/>
                  <a:pt x="1204794" y="3512202"/>
                  <a:pt x="888033" y="3553005"/>
                </a:cubicBezTo>
                <a:cubicBezTo>
                  <a:pt x="679722" y="3579850"/>
                  <a:pt x="459601" y="3539047"/>
                  <a:pt x="287799" y="3419860"/>
                </a:cubicBezTo>
                <a:cubicBezTo>
                  <a:pt x="115996" y="3300671"/>
                  <a:pt x="-2118" y="3098803"/>
                  <a:pt x="29" y="2889418"/>
                </a:cubicBezTo>
                <a:cubicBezTo>
                  <a:pt x="4325" y="2465282"/>
                  <a:pt x="458527" y="2169996"/>
                  <a:pt x="540133" y="1753375"/>
                </a:cubicBezTo>
                <a:cubicBezTo>
                  <a:pt x="606706" y="1415139"/>
                  <a:pt x="415576" y="1073682"/>
                  <a:pt x="448863" y="731150"/>
                </a:cubicBezTo>
                <a:cubicBezTo>
                  <a:pt x="476781" y="444456"/>
                  <a:pt x="672207" y="183530"/>
                  <a:pt x="935279" y="68638"/>
                </a:cubicBezTo>
                <a:cubicBezTo>
                  <a:pt x="1033931" y="25553"/>
                  <a:pt x="1140737" y="3154"/>
                  <a:pt x="1248336" y="311"/>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1918695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6" presetClass="emph" presetSubtype="0" decel="100000" fill="hold" grpId="1" nodeType="withEffect">
                                  <p:stCondLst>
                                    <p:cond delay="0"/>
                                  </p:stCondLst>
                                  <p:childTnLst>
                                    <p:animScale>
                                      <p:cBhvr>
                                        <p:cTn id="9" dur="3000" fill="hold"/>
                                        <p:tgtEl>
                                          <p:spTgt spid="7"/>
                                        </p:tgtEl>
                                      </p:cBhvr>
                                      <p:by x="108000" y="108000"/>
                                    </p:animScale>
                                  </p:childTnLst>
                                </p:cTn>
                              </p:par>
                              <p:par>
                                <p:cTn id="10" presetID="10" presetClass="entr" presetSubtype="0" fill="hold" grpId="0" nodeType="withEffect">
                                  <p:stCondLst>
                                    <p:cond delay="25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par>
                                <p:cTn id="13" presetID="6" presetClass="emph" presetSubtype="0" decel="100000" fill="hold" grpId="1" nodeType="withEffect">
                                  <p:stCondLst>
                                    <p:cond delay="250"/>
                                  </p:stCondLst>
                                  <p:childTnLst>
                                    <p:animScale>
                                      <p:cBhvr>
                                        <p:cTn id="14" dur="3000" fill="hold"/>
                                        <p:tgtEl>
                                          <p:spTgt spid="10"/>
                                        </p:tgtEl>
                                      </p:cBhvr>
                                      <p:by x="108000" y="108000"/>
                                    </p:animScale>
                                  </p:childTnLst>
                                </p:cTn>
                              </p:par>
                              <p:par>
                                <p:cTn id="15" presetID="10" presetClass="entr" presetSubtype="0" fill="hold" grpId="0" nodeType="withEffect">
                                  <p:stCondLst>
                                    <p:cond delay="50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par>
                                <p:cTn id="18" presetID="6" presetClass="emph" presetSubtype="0" decel="100000" fill="hold" grpId="1" nodeType="withEffect">
                                  <p:stCondLst>
                                    <p:cond delay="500"/>
                                  </p:stCondLst>
                                  <p:childTnLst>
                                    <p:animScale>
                                      <p:cBhvr>
                                        <p:cTn id="19" dur="3000" fill="hold"/>
                                        <p:tgtEl>
                                          <p:spTgt spid="13"/>
                                        </p:tgtEl>
                                      </p:cBhvr>
                                      <p:by x="108000" y="108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P spid="10" grpId="0" animBg="1"/>
      <p:bldP spid="10" grpId="1" animBg="1"/>
      <p:bldP spid="7" grpId="0" animBg="1"/>
      <p:bldP spid="7" grpId="1" animBg="1"/>
    </p:bld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57_Title and Content">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3DBA0926-5713-485D-95C3-86A3D012B818}"/>
              </a:ext>
            </a:extLst>
          </p:cNvPr>
          <p:cNvSpPr/>
          <p:nvPr userDrawn="1"/>
        </p:nvSpPr>
        <p:spPr>
          <a:xfrm>
            <a:off x="0" y="-117403"/>
            <a:ext cx="6249531" cy="6259150"/>
          </a:xfrm>
          <a:custGeom>
            <a:avLst/>
            <a:gdLst>
              <a:gd name="connsiteX0" fmla="*/ 0 w 6249531"/>
              <a:gd name="connsiteY0" fmla="*/ 0 h 6259150"/>
              <a:gd name="connsiteX1" fmla="*/ 5794633 w 6249531"/>
              <a:gd name="connsiteY1" fmla="*/ 0 h 6259150"/>
              <a:gd name="connsiteX2" fmla="*/ 5832298 w 6249531"/>
              <a:gd name="connsiteY2" fmla="*/ 44579 h 6259150"/>
              <a:gd name="connsiteX3" fmla="*/ 6242094 w 6249531"/>
              <a:gd name="connsiteY3" fmla="*/ 1365061 h 6259150"/>
              <a:gd name="connsiteX4" fmla="*/ 4068348 w 6249531"/>
              <a:gd name="connsiteY4" fmla="*/ 3504072 h 6259150"/>
              <a:gd name="connsiteX5" fmla="*/ 2151623 w 6249531"/>
              <a:gd name="connsiteY5" fmla="*/ 3799886 h 6259150"/>
              <a:gd name="connsiteX6" fmla="*/ 1013465 w 6249531"/>
              <a:gd name="connsiteY6" fmla="*/ 5697712 h 6259150"/>
              <a:gd name="connsiteX7" fmla="*/ 52895 w 6249531"/>
              <a:gd name="connsiteY7" fmla="*/ 6255593 h 6259150"/>
              <a:gd name="connsiteX8" fmla="*/ 0 w 6249531"/>
              <a:gd name="connsiteY8" fmla="*/ 6247643 h 625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49531" h="6259150">
                <a:moveTo>
                  <a:pt x="0" y="0"/>
                </a:moveTo>
                <a:lnTo>
                  <a:pt x="5794633" y="0"/>
                </a:lnTo>
                <a:lnTo>
                  <a:pt x="5832298" y="44579"/>
                </a:lnTo>
                <a:cubicBezTo>
                  <a:pt x="6123667" y="424704"/>
                  <a:pt x="6287269" y="900067"/>
                  <a:pt x="6242094" y="1365061"/>
                </a:cubicBezTo>
                <a:cubicBezTo>
                  <a:pt x="6138845" y="2427898"/>
                  <a:pt x="5158969" y="3282802"/>
                  <a:pt x="4068348" y="3504072"/>
                </a:cubicBezTo>
                <a:cubicBezTo>
                  <a:pt x="3433370" y="3635868"/>
                  <a:pt x="2759675" y="3584770"/>
                  <a:pt x="2151623" y="3799886"/>
                </a:cubicBezTo>
                <a:cubicBezTo>
                  <a:pt x="1097607" y="4173163"/>
                  <a:pt x="1398690" y="4961870"/>
                  <a:pt x="1013465" y="5697712"/>
                </a:cubicBezTo>
                <a:cubicBezTo>
                  <a:pt x="787471" y="6129456"/>
                  <a:pt x="424125" y="6285479"/>
                  <a:pt x="52895" y="6255593"/>
                </a:cubicBezTo>
                <a:lnTo>
                  <a:pt x="0" y="624764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Picture Placeholder 12">
            <a:extLst>
              <a:ext uri="{FF2B5EF4-FFF2-40B4-BE49-F238E27FC236}">
                <a16:creationId xmlns:a16="http://schemas.microsoft.com/office/drawing/2014/main" id="{42B9D439-AAAE-48DC-AA04-0C328A789C1A}"/>
              </a:ext>
            </a:extLst>
          </p:cNvPr>
          <p:cNvSpPr>
            <a:spLocks noGrp="1"/>
          </p:cNvSpPr>
          <p:nvPr>
            <p:ph type="pic" sz="quarter" idx="12" hasCustomPrompt="1"/>
          </p:nvPr>
        </p:nvSpPr>
        <p:spPr>
          <a:xfrm>
            <a:off x="8743439" y="1205772"/>
            <a:ext cx="2356359" cy="1382078"/>
          </a:xfrm>
          <a:custGeom>
            <a:avLst/>
            <a:gdLst>
              <a:gd name="connsiteX0" fmla="*/ 230351 w 2356359"/>
              <a:gd name="connsiteY0" fmla="*/ 0 h 1382078"/>
              <a:gd name="connsiteX1" fmla="*/ 2126008 w 2356359"/>
              <a:gd name="connsiteY1" fmla="*/ 0 h 1382078"/>
              <a:gd name="connsiteX2" fmla="*/ 2356359 w 2356359"/>
              <a:gd name="connsiteY2" fmla="*/ 230351 h 1382078"/>
              <a:gd name="connsiteX3" fmla="*/ 2356359 w 2356359"/>
              <a:gd name="connsiteY3" fmla="*/ 1151727 h 1382078"/>
              <a:gd name="connsiteX4" fmla="*/ 2126008 w 2356359"/>
              <a:gd name="connsiteY4" fmla="*/ 1382078 h 1382078"/>
              <a:gd name="connsiteX5" fmla="*/ 230351 w 2356359"/>
              <a:gd name="connsiteY5" fmla="*/ 1382078 h 1382078"/>
              <a:gd name="connsiteX6" fmla="*/ 0 w 2356359"/>
              <a:gd name="connsiteY6" fmla="*/ 1151727 h 1382078"/>
              <a:gd name="connsiteX7" fmla="*/ 0 w 2356359"/>
              <a:gd name="connsiteY7" fmla="*/ 230351 h 1382078"/>
              <a:gd name="connsiteX8" fmla="*/ 230351 w 2356359"/>
              <a:gd name="connsiteY8" fmla="*/ 0 h 1382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6359" h="1382078">
                <a:moveTo>
                  <a:pt x="230351" y="0"/>
                </a:moveTo>
                <a:lnTo>
                  <a:pt x="2126008" y="0"/>
                </a:lnTo>
                <a:cubicBezTo>
                  <a:pt x="2253227" y="0"/>
                  <a:pt x="2356359" y="103132"/>
                  <a:pt x="2356359" y="230351"/>
                </a:cubicBezTo>
                <a:lnTo>
                  <a:pt x="2356359" y="1151727"/>
                </a:lnTo>
                <a:cubicBezTo>
                  <a:pt x="2356359" y="1278946"/>
                  <a:pt x="2253227" y="1382078"/>
                  <a:pt x="2126008" y="1382078"/>
                </a:cubicBezTo>
                <a:lnTo>
                  <a:pt x="230351" y="1382078"/>
                </a:lnTo>
                <a:cubicBezTo>
                  <a:pt x="103132" y="1382078"/>
                  <a:pt x="0" y="1278946"/>
                  <a:pt x="0" y="1151727"/>
                </a:cubicBezTo>
                <a:lnTo>
                  <a:pt x="0" y="230351"/>
                </a:lnTo>
                <a:cubicBezTo>
                  <a:pt x="0" y="103132"/>
                  <a:pt x="103132" y="0"/>
                  <a:pt x="230351" y="0"/>
                </a:cubicBezTo>
                <a:close/>
              </a:path>
            </a:pathLst>
          </a:custGeom>
          <a:solidFill>
            <a:schemeClr val="bg1">
              <a:lumMod val="95000"/>
              <a:alpha val="25000"/>
            </a:schemeClr>
          </a:solidFill>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0" name="Picture Placeholder 9">
            <a:extLst>
              <a:ext uri="{FF2B5EF4-FFF2-40B4-BE49-F238E27FC236}">
                <a16:creationId xmlns:a16="http://schemas.microsoft.com/office/drawing/2014/main" id="{A278C9AB-1E88-4835-ACEC-F8557A111475}"/>
              </a:ext>
            </a:extLst>
          </p:cNvPr>
          <p:cNvSpPr>
            <a:spLocks noGrp="1"/>
          </p:cNvSpPr>
          <p:nvPr>
            <p:ph type="pic" sz="quarter" idx="11" hasCustomPrompt="1"/>
          </p:nvPr>
        </p:nvSpPr>
        <p:spPr>
          <a:xfrm>
            <a:off x="6799558" y="2175379"/>
            <a:ext cx="4300242" cy="2522227"/>
          </a:xfrm>
          <a:custGeom>
            <a:avLst/>
            <a:gdLst>
              <a:gd name="connsiteX0" fmla="*/ 420380 w 4300242"/>
              <a:gd name="connsiteY0" fmla="*/ 0 h 2522227"/>
              <a:gd name="connsiteX1" fmla="*/ 3879862 w 4300242"/>
              <a:gd name="connsiteY1" fmla="*/ 0 h 2522227"/>
              <a:gd name="connsiteX2" fmla="*/ 4300242 w 4300242"/>
              <a:gd name="connsiteY2" fmla="*/ 420380 h 2522227"/>
              <a:gd name="connsiteX3" fmla="*/ 4300242 w 4300242"/>
              <a:gd name="connsiteY3" fmla="*/ 2101847 h 2522227"/>
              <a:gd name="connsiteX4" fmla="*/ 3879862 w 4300242"/>
              <a:gd name="connsiteY4" fmla="*/ 2522227 h 2522227"/>
              <a:gd name="connsiteX5" fmla="*/ 420380 w 4300242"/>
              <a:gd name="connsiteY5" fmla="*/ 2522227 h 2522227"/>
              <a:gd name="connsiteX6" fmla="*/ 0 w 4300242"/>
              <a:gd name="connsiteY6" fmla="*/ 2101847 h 2522227"/>
              <a:gd name="connsiteX7" fmla="*/ 0 w 4300242"/>
              <a:gd name="connsiteY7" fmla="*/ 420380 h 2522227"/>
              <a:gd name="connsiteX8" fmla="*/ 420380 w 4300242"/>
              <a:gd name="connsiteY8" fmla="*/ 0 h 2522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00242" h="2522227">
                <a:moveTo>
                  <a:pt x="420380" y="0"/>
                </a:moveTo>
                <a:lnTo>
                  <a:pt x="3879862" y="0"/>
                </a:lnTo>
                <a:cubicBezTo>
                  <a:pt x="4112031" y="0"/>
                  <a:pt x="4300242" y="188211"/>
                  <a:pt x="4300242" y="420380"/>
                </a:cubicBezTo>
                <a:lnTo>
                  <a:pt x="4300242" y="2101847"/>
                </a:lnTo>
                <a:cubicBezTo>
                  <a:pt x="4300242" y="2334016"/>
                  <a:pt x="4112031" y="2522227"/>
                  <a:pt x="3879862" y="2522227"/>
                </a:cubicBezTo>
                <a:lnTo>
                  <a:pt x="420380" y="2522227"/>
                </a:lnTo>
                <a:cubicBezTo>
                  <a:pt x="188211" y="2522227"/>
                  <a:pt x="0" y="2334016"/>
                  <a:pt x="0" y="2101847"/>
                </a:cubicBezTo>
                <a:lnTo>
                  <a:pt x="0" y="420380"/>
                </a:lnTo>
                <a:cubicBezTo>
                  <a:pt x="0" y="188211"/>
                  <a:pt x="188211" y="0"/>
                  <a:pt x="420380" y="0"/>
                </a:cubicBezTo>
                <a:close/>
              </a:path>
            </a:pathLst>
          </a:custGeom>
          <a:solidFill>
            <a:schemeClr val="bg1">
              <a:lumMod val="95000"/>
              <a:alpha val="25000"/>
            </a:schemeClr>
          </a:solidFill>
          <a:effectLst>
            <a:outerShdw blurRad="901700" dist="495300" dir="18900000" sx="84000" sy="84000" algn="bl"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7" name="Picture Placeholder 6">
            <a:extLst>
              <a:ext uri="{FF2B5EF4-FFF2-40B4-BE49-F238E27FC236}">
                <a16:creationId xmlns:a16="http://schemas.microsoft.com/office/drawing/2014/main" id="{589EFD7C-1F4A-46B7-B4D5-F5AB56B5C228}"/>
              </a:ext>
            </a:extLst>
          </p:cNvPr>
          <p:cNvSpPr>
            <a:spLocks noGrp="1"/>
          </p:cNvSpPr>
          <p:nvPr>
            <p:ph type="pic" sz="quarter" idx="10" hasCustomPrompt="1"/>
          </p:nvPr>
        </p:nvSpPr>
        <p:spPr>
          <a:xfrm>
            <a:off x="4411966" y="3436494"/>
            <a:ext cx="4775183" cy="2800795"/>
          </a:xfrm>
          <a:custGeom>
            <a:avLst/>
            <a:gdLst>
              <a:gd name="connsiteX0" fmla="*/ 466809 w 4775183"/>
              <a:gd name="connsiteY0" fmla="*/ 0 h 2800795"/>
              <a:gd name="connsiteX1" fmla="*/ 4308374 w 4775183"/>
              <a:gd name="connsiteY1" fmla="*/ 0 h 2800795"/>
              <a:gd name="connsiteX2" fmla="*/ 4775183 w 4775183"/>
              <a:gd name="connsiteY2" fmla="*/ 466809 h 2800795"/>
              <a:gd name="connsiteX3" fmla="*/ 4775183 w 4775183"/>
              <a:gd name="connsiteY3" fmla="*/ 2333986 h 2800795"/>
              <a:gd name="connsiteX4" fmla="*/ 4308374 w 4775183"/>
              <a:gd name="connsiteY4" fmla="*/ 2800795 h 2800795"/>
              <a:gd name="connsiteX5" fmla="*/ 466809 w 4775183"/>
              <a:gd name="connsiteY5" fmla="*/ 2800795 h 2800795"/>
              <a:gd name="connsiteX6" fmla="*/ 0 w 4775183"/>
              <a:gd name="connsiteY6" fmla="*/ 2333986 h 2800795"/>
              <a:gd name="connsiteX7" fmla="*/ 0 w 4775183"/>
              <a:gd name="connsiteY7" fmla="*/ 466809 h 2800795"/>
              <a:gd name="connsiteX8" fmla="*/ 466809 w 4775183"/>
              <a:gd name="connsiteY8" fmla="*/ 0 h 280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75183" h="2800795">
                <a:moveTo>
                  <a:pt x="466809" y="0"/>
                </a:moveTo>
                <a:lnTo>
                  <a:pt x="4308374" y="0"/>
                </a:lnTo>
                <a:cubicBezTo>
                  <a:pt x="4566185" y="0"/>
                  <a:pt x="4775183" y="208998"/>
                  <a:pt x="4775183" y="466809"/>
                </a:cubicBezTo>
                <a:lnTo>
                  <a:pt x="4775183" y="2333986"/>
                </a:lnTo>
                <a:cubicBezTo>
                  <a:pt x="4775183" y="2591797"/>
                  <a:pt x="4566185" y="2800795"/>
                  <a:pt x="4308374" y="2800795"/>
                </a:cubicBezTo>
                <a:lnTo>
                  <a:pt x="466809" y="2800795"/>
                </a:lnTo>
                <a:cubicBezTo>
                  <a:pt x="208998" y="2800795"/>
                  <a:pt x="0" y="2591797"/>
                  <a:pt x="0" y="2333986"/>
                </a:cubicBezTo>
                <a:lnTo>
                  <a:pt x="0" y="466809"/>
                </a:lnTo>
                <a:cubicBezTo>
                  <a:pt x="0" y="208998"/>
                  <a:pt x="208998" y="0"/>
                  <a:pt x="466809" y="0"/>
                </a:cubicBezTo>
                <a:close/>
              </a:path>
            </a:pathLst>
          </a:custGeom>
          <a:solidFill>
            <a:schemeClr val="bg1">
              <a:lumMod val="95000"/>
              <a:alpha val="25000"/>
            </a:schemeClr>
          </a:solidFill>
          <a:effectLst>
            <a:outerShdw blurRad="977900" dist="685800" dir="18900000" sx="87000" sy="87000" algn="bl"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3147856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6" presetClass="emph" presetSubtype="0" decel="100000" fill="hold" grpId="1" nodeType="withEffect">
                                  <p:stCondLst>
                                    <p:cond delay="0"/>
                                  </p:stCondLst>
                                  <p:childTnLst>
                                    <p:animScale>
                                      <p:cBhvr>
                                        <p:cTn id="9" dur="3000" fill="hold"/>
                                        <p:tgtEl>
                                          <p:spTgt spid="14"/>
                                        </p:tgtEl>
                                      </p:cBhvr>
                                      <p:by x="108000" y="108000"/>
                                    </p:animScale>
                                  </p:childTnLst>
                                </p:cTn>
                              </p:par>
                              <p:par>
                                <p:cTn id="10" presetID="2" presetClass="entr" presetSubtype="4" decel="10000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1000" fill="hold"/>
                                        <p:tgtEl>
                                          <p:spTgt spid="7"/>
                                        </p:tgtEl>
                                        <p:attrNameLst>
                                          <p:attrName>ppt_x</p:attrName>
                                        </p:attrNameLst>
                                      </p:cBhvr>
                                      <p:tavLst>
                                        <p:tav tm="0">
                                          <p:val>
                                            <p:strVal val="#ppt_x"/>
                                          </p:val>
                                        </p:tav>
                                        <p:tav tm="100000">
                                          <p:val>
                                            <p:strVal val="#ppt_x"/>
                                          </p:val>
                                        </p:tav>
                                      </p:tavLst>
                                    </p:anim>
                                    <p:anim calcmode="lin" valueType="num">
                                      <p:cBhvr additive="base">
                                        <p:cTn id="13" dur="1000" fill="hold"/>
                                        <p:tgtEl>
                                          <p:spTgt spid="7"/>
                                        </p:tgtEl>
                                        <p:attrNameLst>
                                          <p:attrName>ppt_y</p:attrName>
                                        </p:attrNameLst>
                                      </p:cBhvr>
                                      <p:tavLst>
                                        <p:tav tm="0">
                                          <p:val>
                                            <p:strVal val="1+#ppt_h/2"/>
                                          </p:val>
                                        </p:tav>
                                        <p:tav tm="100000">
                                          <p:val>
                                            <p:strVal val="#ppt_y"/>
                                          </p:val>
                                        </p:tav>
                                      </p:tavLst>
                                    </p:anim>
                                  </p:childTnLst>
                                </p:cTn>
                              </p:par>
                              <p:par>
                                <p:cTn id="14" presetID="2" presetClass="entr" presetSubtype="4" decel="100000" fill="hold" grpId="0" nodeType="withEffect">
                                  <p:stCondLst>
                                    <p:cond delay="250"/>
                                  </p:stCondLst>
                                  <p:childTnLst>
                                    <p:set>
                                      <p:cBhvr>
                                        <p:cTn id="15" dur="1" fill="hold">
                                          <p:stCondLst>
                                            <p:cond delay="0"/>
                                          </p:stCondLst>
                                        </p:cTn>
                                        <p:tgtEl>
                                          <p:spTgt spid="10"/>
                                        </p:tgtEl>
                                        <p:attrNameLst>
                                          <p:attrName>style.visibility</p:attrName>
                                        </p:attrNameLst>
                                      </p:cBhvr>
                                      <p:to>
                                        <p:strVal val="visible"/>
                                      </p:to>
                                    </p:set>
                                    <p:anim calcmode="lin" valueType="num">
                                      <p:cBhvr additive="base">
                                        <p:cTn id="16" dur="1000" fill="hold"/>
                                        <p:tgtEl>
                                          <p:spTgt spid="10"/>
                                        </p:tgtEl>
                                        <p:attrNameLst>
                                          <p:attrName>ppt_x</p:attrName>
                                        </p:attrNameLst>
                                      </p:cBhvr>
                                      <p:tavLst>
                                        <p:tav tm="0">
                                          <p:val>
                                            <p:strVal val="#ppt_x"/>
                                          </p:val>
                                        </p:tav>
                                        <p:tav tm="100000">
                                          <p:val>
                                            <p:strVal val="#ppt_x"/>
                                          </p:val>
                                        </p:tav>
                                      </p:tavLst>
                                    </p:anim>
                                    <p:anim calcmode="lin" valueType="num">
                                      <p:cBhvr additive="base">
                                        <p:cTn id="17" dur="1000" fill="hold"/>
                                        <p:tgtEl>
                                          <p:spTgt spid="10"/>
                                        </p:tgtEl>
                                        <p:attrNameLst>
                                          <p:attrName>ppt_y</p:attrName>
                                        </p:attrNameLst>
                                      </p:cBhvr>
                                      <p:tavLst>
                                        <p:tav tm="0">
                                          <p:val>
                                            <p:strVal val="1+#ppt_h/2"/>
                                          </p:val>
                                        </p:tav>
                                        <p:tav tm="100000">
                                          <p:val>
                                            <p:strVal val="#ppt_y"/>
                                          </p:val>
                                        </p:tav>
                                      </p:tavLst>
                                    </p:anim>
                                  </p:childTnLst>
                                </p:cTn>
                              </p:par>
                              <p:par>
                                <p:cTn id="18" presetID="2" presetClass="entr" presetSubtype="4" decel="100000" fill="hold" grpId="0" nodeType="withEffect">
                                  <p:stCondLst>
                                    <p:cond delay="500"/>
                                  </p:stCondLst>
                                  <p:childTnLst>
                                    <p:set>
                                      <p:cBhvr>
                                        <p:cTn id="19" dur="1" fill="hold">
                                          <p:stCondLst>
                                            <p:cond delay="0"/>
                                          </p:stCondLst>
                                        </p:cTn>
                                        <p:tgtEl>
                                          <p:spTgt spid="13"/>
                                        </p:tgtEl>
                                        <p:attrNameLst>
                                          <p:attrName>style.visibility</p:attrName>
                                        </p:attrNameLst>
                                      </p:cBhvr>
                                      <p:to>
                                        <p:strVal val="visible"/>
                                      </p:to>
                                    </p:set>
                                    <p:anim calcmode="lin" valueType="num">
                                      <p:cBhvr additive="base">
                                        <p:cTn id="20" dur="1000" fill="hold"/>
                                        <p:tgtEl>
                                          <p:spTgt spid="13"/>
                                        </p:tgtEl>
                                        <p:attrNameLst>
                                          <p:attrName>ppt_x</p:attrName>
                                        </p:attrNameLst>
                                      </p:cBhvr>
                                      <p:tavLst>
                                        <p:tav tm="0">
                                          <p:val>
                                            <p:strVal val="#ppt_x"/>
                                          </p:val>
                                        </p:tav>
                                        <p:tav tm="100000">
                                          <p:val>
                                            <p:strVal val="#ppt_x"/>
                                          </p:val>
                                        </p:tav>
                                      </p:tavLst>
                                    </p:anim>
                                    <p:anim calcmode="lin" valueType="num">
                                      <p:cBhvr additive="base">
                                        <p:cTn id="21" dur="10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4" grpId="1" animBg="1"/>
      <p:bldP spid="13" grpId="0" animBg="1"/>
      <p:bldP spid="10" grpId="0" animBg="1"/>
      <p:bldP spid="7" grpId="0" animBg="1"/>
    </p:bld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58_Title and Content">
    <p:spTree>
      <p:nvGrpSpPr>
        <p:cNvPr id="1" name=""/>
        <p:cNvGrpSpPr/>
        <p:nvPr/>
      </p:nvGrpSpPr>
      <p:grpSpPr>
        <a:xfrm>
          <a:off x="0" y="0"/>
          <a:ext cx="0" cy="0"/>
          <a:chOff x="0" y="0"/>
          <a:chExt cx="0" cy="0"/>
        </a:xfrm>
      </p:grpSpPr>
      <p:sp>
        <p:nvSpPr>
          <p:cNvPr id="12" name="Rectangle: Single Corner Rounded 11">
            <a:extLst>
              <a:ext uri="{FF2B5EF4-FFF2-40B4-BE49-F238E27FC236}">
                <a16:creationId xmlns:a16="http://schemas.microsoft.com/office/drawing/2014/main" id="{4C24B779-E90C-48FB-A6A4-AEF3C6700498}"/>
              </a:ext>
            </a:extLst>
          </p:cNvPr>
          <p:cNvSpPr/>
          <p:nvPr userDrawn="1"/>
        </p:nvSpPr>
        <p:spPr>
          <a:xfrm flipH="1">
            <a:off x="4008120" y="2148839"/>
            <a:ext cx="8183880" cy="4709161"/>
          </a:xfrm>
          <a:prstGeom prst="round1Rect">
            <a:avLst>
              <a:gd name="adj" fmla="val 8576"/>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Picture Placeholder 8">
            <a:extLst>
              <a:ext uri="{FF2B5EF4-FFF2-40B4-BE49-F238E27FC236}">
                <a16:creationId xmlns:a16="http://schemas.microsoft.com/office/drawing/2014/main" id="{695B771F-E549-4F6E-B2ED-962B9DA4802F}"/>
              </a:ext>
            </a:extLst>
          </p:cNvPr>
          <p:cNvSpPr>
            <a:spLocks noGrp="1"/>
          </p:cNvSpPr>
          <p:nvPr>
            <p:ph type="pic" sz="quarter" idx="10" hasCustomPrompt="1"/>
          </p:nvPr>
        </p:nvSpPr>
        <p:spPr>
          <a:xfrm>
            <a:off x="4190202" y="2330244"/>
            <a:ext cx="2359577" cy="2317741"/>
          </a:xfrm>
          <a:custGeom>
            <a:avLst/>
            <a:gdLst>
              <a:gd name="connsiteX0" fmla="*/ 301837 w 2359577"/>
              <a:gd name="connsiteY0" fmla="*/ 0 h 2317741"/>
              <a:gd name="connsiteX1" fmla="*/ 2057740 w 2359577"/>
              <a:gd name="connsiteY1" fmla="*/ 0 h 2317741"/>
              <a:gd name="connsiteX2" fmla="*/ 2359577 w 2359577"/>
              <a:gd name="connsiteY2" fmla="*/ 301837 h 2317741"/>
              <a:gd name="connsiteX3" fmla="*/ 2359577 w 2359577"/>
              <a:gd name="connsiteY3" fmla="*/ 1979836 h 2317741"/>
              <a:gd name="connsiteX4" fmla="*/ 2286634 w 2359577"/>
              <a:gd name="connsiteY4" fmla="*/ 2011483 h 2317741"/>
              <a:gd name="connsiteX5" fmla="*/ 593048 w 2359577"/>
              <a:gd name="connsiteY5" fmla="*/ 2317741 h 2317741"/>
              <a:gd name="connsiteX6" fmla="*/ 229771 w 2359577"/>
              <a:gd name="connsiteY6" fmla="*/ 2304641 h 2317741"/>
              <a:gd name="connsiteX7" fmla="*/ 0 w 2359577"/>
              <a:gd name="connsiteY7" fmla="*/ 2279597 h 2317741"/>
              <a:gd name="connsiteX8" fmla="*/ 0 w 2359577"/>
              <a:gd name="connsiteY8" fmla="*/ 301837 h 2317741"/>
              <a:gd name="connsiteX9" fmla="*/ 301837 w 2359577"/>
              <a:gd name="connsiteY9" fmla="*/ 0 h 2317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59577" h="2317741">
                <a:moveTo>
                  <a:pt x="301837" y="0"/>
                </a:moveTo>
                <a:lnTo>
                  <a:pt x="2057740" y="0"/>
                </a:lnTo>
                <a:cubicBezTo>
                  <a:pt x="2224440" y="0"/>
                  <a:pt x="2359577" y="135137"/>
                  <a:pt x="2359577" y="301837"/>
                </a:cubicBezTo>
                <a:lnTo>
                  <a:pt x="2359577" y="1979836"/>
                </a:lnTo>
                <a:lnTo>
                  <a:pt x="2286634" y="2011483"/>
                </a:lnTo>
                <a:cubicBezTo>
                  <a:pt x="1783193" y="2206798"/>
                  <a:pt x="1206262" y="2317741"/>
                  <a:pt x="593048" y="2317741"/>
                </a:cubicBezTo>
                <a:cubicBezTo>
                  <a:pt x="470405" y="2317741"/>
                  <a:pt x="349214" y="2313304"/>
                  <a:pt x="229771" y="2304641"/>
                </a:cubicBezTo>
                <a:lnTo>
                  <a:pt x="0" y="2279597"/>
                </a:lnTo>
                <a:lnTo>
                  <a:pt x="0" y="301837"/>
                </a:lnTo>
                <a:cubicBezTo>
                  <a:pt x="0" y="135137"/>
                  <a:pt x="135137" y="0"/>
                  <a:pt x="301837" y="0"/>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9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0" name="Picture Placeholder 9">
            <a:extLst>
              <a:ext uri="{FF2B5EF4-FFF2-40B4-BE49-F238E27FC236}">
                <a16:creationId xmlns:a16="http://schemas.microsoft.com/office/drawing/2014/main" id="{5E20149C-79E7-49C2-83BD-8D85DEDE7A32}"/>
              </a:ext>
            </a:extLst>
          </p:cNvPr>
          <p:cNvSpPr>
            <a:spLocks noGrp="1"/>
          </p:cNvSpPr>
          <p:nvPr>
            <p:ph type="pic" sz="quarter" idx="11" hasCustomPrompt="1"/>
          </p:nvPr>
        </p:nvSpPr>
        <p:spPr>
          <a:xfrm>
            <a:off x="6725316" y="2330244"/>
            <a:ext cx="2359577" cy="2317741"/>
          </a:xfrm>
          <a:custGeom>
            <a:avLst/>
            <a:gdLst>
              <a:gd name="connsiteX0" fmla="*/ 301837 w 2359577"/>
              <a:gd name="connsiteY0" fmla="*/ 0 h 2317741"/>
              <a:gd name="connsiteX1" fmla="*/ 2057740 w 2359577"/>
              <a:gd name="connsiteY1" fmla="*/ 0 h 2317741"/>
              <a:gd name="connsiteX2" fmla="*/ 2359577 w 2359577"/>
              <a:gd name="connsiteY2" fmla="*/ 301837 h 2317741"/>
              <a:gd name="connsiteX3" fmla="*/ 2359577 w 2359577"/>
              <a:gd name="connsiteY3" fmla="*/ 1979836 h 2317741"/>
              <a:gd name="connsiteX4" fmla="*/ 2286634 w 2359577"/>
              <a:gd name="connsiteY4" fmla="*/ 2011483 h 2317741"/>
              <a:gd name="connsiteX5" fmla="*/ 593048 w 2359577"/>
              <a:gd name="connsiteY5" fmla="*/ 2317741 h 2317741"/>
              <a:gd name="connsiteX6" fmla="*/ 229771 w 2359577"/>
              <a:gd name="connsiteY6" fmla="*/ 2304641 h 2317741"/>
              <a:gd name="connsiteX7" fmla="*/ 0 w 2359577"/>
              <a:gd name="connsiteY7" fmla="*/ 2279597 h 2317741"/>
              <a:gd name="connsiteX8" fmla="*/ 0 w 2359577"/>
              <a:gd name="connsiteY8" fmla="*/ 301837 h 2317741"/>
              <a:gd name="connsiteX9" fmla="*/ 301837 w 2359577"/>
              <a:gd name="connsiteY9" fmla="*/ 0 h 2317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59577" h="2317741">
                <a:moveTo>
                  <a:pt x="301837" y="0"/>
                </a:moveTo>
                <a:lnTo>
                  <a:pt x="2057740" y="0"/>
                </a:lnTo>
                <a:cubicBezTo>
                  <a:pt x="2224440" y="0"/>
                  <a:pt x="2359577" y="135137"/>
                  <a:pt x="2359577" y="301837"/>
                </a:cubicBezTo>
                <a:lnTo>
                  <a:pt x="2359577" y="1979836"/>
                </a:lnTo>
                <a:lnTo>
                  <a:pt x="2286634" y="2011483"/>
                </a:lnTo>
                <a:cubicBezTo>
                  <a:pt x="1783193" y="2206798"/>
                  <a:pt x="1206262" y="2317741"/>
                  <a:pt x="593048" y="2317741"/>
                </a:cubicBezTo>
                <a:cubicBezTo>
                  <a:pt x="470405" y="2317741"/>
                  <a:pt x="349214" y="2313304"/>
                  <a:pt x="229771" y="2304641"/>
                </a:cubicBezTo>
                <a:lnTo>
                  <a:pt x="0" y="2279597"/>
                </a:lnTo>
                <a:lnTo>
                  <a:pt x="0" y="301837"/>
                </a:lnTo>
                <a:cubicBezTo>
                  <a:pt x="0" y="135137"/>
                  <a:pt x="135137" y="0"/>
                  <a:pt x="301837" y="0"/>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9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1" name="Picture Placeholder 10">
            <a:extLst>
              <a:ext uri="{FF2B5EF4-FFF2-40B4-BE49-F238E27FC236}">
                <a16:creationId xmlns:a16="http://schemas.microsoft.com/office/drawing/2014/main" id="{E6F2E8B5-58B2-456E-A791-1CB360904122}"/>
              </a:ext>
            </a:extLst>
          </p:cNvPr>
          <p:cNvSpPr>
            <a:spLocks noGrp="1"/>
          </p:cNvSpPr>
          <p:nvPr>
            <p:ph type="pic" sz="quarter" idx="12" hasCustomPrompt="1"/>
          </p:nvPr>
        </p:nvSpPr>
        <p:spPr>
          <a:xfrm>
            <a:off x="9260432" y="2330244"/>
            <a:ext cx="2359577" cy="2317741"/>
          </a:xfrm>
          <a:custGeom>
            <a:avLst/>
            <a:gdLst>
              <a:gd name="connsiteX0" fmla="*/ 301837 w 2359577"/>
              <a:gd name="connsiteY0" fmla="*/ 0 h 2317741"/>
              <a:gd name="connsiteX1" fmla="*/ 2057740 w 2359577"/>
              <a:gd name="connsiteY1" fmla="*/ 0 h 2317741"/>
              <a:gd name="connsiteX2" fmla="*/ 2359577 w 2359577"/>
              <a:gd name="connsiteY2" fmla="*/ 301837 h 2317741"/>
              <a:gd name="connsiteX3" fmla="*/ 2359577 w 2359577"/>
              <a:gd name="connsiteY3" fmla="*/ 1979836 h 2317741"/>
              <a:gd name="connsiteX4" fmla="*/ 2286634 w 2359577"/>
              <a:gd name="connsiteY4" fmla="*/ 2011483 h 2317741"/>
              <a:gd name="connsiteX5" fmla="*/ 593048 w 2359577"/>
              <a:gd name="connsiteY5" fmla="*/ 2317741 h 2317741"/>
              <a:gd name="connsiteX6" fmla="*/ 229771 w 2359577"/>
              <a:gd name="connsiteY6" fmla="*/ 2304641 h 2317741"/>
              <a:gd name="connsiteX7" fmla="*/ 0 w 2359577"/>
              <a:gd name="connsiteY7" fmla="*/ 2279597 h 2317741"/>
              <a:gd name="connsiteX8" fmla="*/ 0 w 2359577"/>
              <a:gd name="connsiteY8" fmla="*/ 301837 h 2317741"/>
              <a:gd name="connsiteX9" fmla="*/ 301837 w 2359577"/>
              <a:gd name="connsiteY9" fmla="*/ 0 h 2317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59577" h="2317741">
                <a:moveTo>
                  <a:pt x="301837" y="0"/>
                </a:moveTo>
                <a:lnTo>
                  <a:pt x="2057740" y="0"/>
                </a:lnTo>
                <a:cubicBezTo>
                  <a:pt x="2224440" y="0"/>
                  <a:pt x="2359577" y="135137"/>
                  <a:pt x="2359577" y="301837"/>
                </a:cubicBezTo>
                <a:lnTo>
                  <a:pt x="2359577" y="1979836"/>
                </a:lnTo>
                <a:lnTo>
                  <a:pt x="2286634" y="2011483"/>
                </a:lnTo>
                <a:cubicBezTo>
                  <a:pt x="1783193" y="2206798"/>
                  <a:pt x="1206262" y="2317741"/>
                  <a:pt x="593048" y="2317741"/>
                </a:cubicBezTo>
                <a:cubicBezTo>
                  <a:pt x="470405" y="2317741"/>
                  <a:pt x="349214" y="2313304"/>
                  <a:pt x="229771" y="2304641"/>
                </a:cubicBezTo>
                <a:lnTo>
                  <a:pt x="0" y="2279597"/>
                </a:lnTo>
                <a:lnTo>
                  <a:pt x="0" y="301837"/>
                </a:lnTo>
                <a:cubicBezTo>
                  <a:pt x="0" y="135137"/>
                  <a:pt x="135137" y="0"/>
                  <a:pt x="301837" y="0"/>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9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3" name="TextBox 12">
            <a:extLst>
              <a:ext uri="{FF2B5EF4-FFF2-40B4-BE49-F238E27FC236}">
                <a16:creationId xmlns:a16="http://schemas.microsoft.com/office/drawing/2014/main" id="{EA5BA95C-0816-4264-AC24-7743EBA8B584}"/>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bg1"/>
                </a:solidFill>
                <a:latin typeface="+mj-lt"/>
                <a:ea typeface="Roboto Condensed" panose="02000000000000000000" pitchFamily="2" charset="0"/>
                <a:cs typeface="Segoe UI" panose="020B0502040204020203" pitchFamily="34" charset="0"/>
              </a:rPr>
              <a:pPr algn="ctr"/>
              <a:t>‹#›</a:t>
            </a:fld>
            <a:endParaRPr lang="id-ID" sz="4400" i="0">
              <a:solidFill>
                <a:schemeClr val="bg1"/>
              </a:solidFill>
              <a:latin typeface="+mj-lt"/>
              <a:ea typeface="Roboto Condensed" panose="02000000000000000000" pitchFamily="2" charset="0"/>
              <a:cs typeface="Segoe UI" panose="020B0502040204020203" pitchFamily="34" charset="0"/>
            </a:endParaRPr>
          </a:p>
        </p:txBody>
      </p:sp>
      <p:sp>
        <p:nvSpPr>
          <p:cNvPr id="21" name="Freeform: Shape 20">
            <a:extLst>
              <a:ext uri="{FF2B5EF4-FFF2-40B4-BE49-F238E27FC236}">
                <a16:creationId xmlns:a16="http://schemas.microsoft.com/office/drawing/2014/main" id="{1BEC274A-E58E-4712-B844-2B5B4F2C40E8}"/>
              </a:ext>
            </a:extLst>
          </p:cNvPr>
          <p:cNvSpPr/>
          <p:nvPr userDrawn="1"/>
        </p:nvSpPr>
        <p:spPr>
          <a:xfrm>
            <a:off x="11471504" y="6083574"/>
            <a:ext cx="720496" cy="774426"/>
          </a:xfrm>
          <a:custGeom>
            <a:avLst/>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Tree>
    <p:extLst>
      <p:ext uri="{BB962C8B-B14F-4D97-AF65-F5344CB8AC3E}">
        <p14:creationId xmlns:p14="http://schemas.microsoft.com/office/powerpoint/2010/main" val="3842789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1000" fill="hold"/>
                                        <p:tgtEl>
                                          <p:spTgt spid="12"/>
                                        </p:tgtEl>
                                        <p:attrNameLst>
                                          <p:attrName>ppt_x</p:attrName>
                                        </p:attrNameLst>
                                      </p:cBhvr>
                                      <p:tavLst>
                                        <p:tav tm="0">
                                          <p:val>
                                            <p:strVal val="1+#ppt_w/2"/>
                                          </p:val>
                                        </p:tav>
                                        <p:tav tm="100000">
                                          <p:val>
                                            <p:strVal val="#ppt_x"/>
                                          </p:val>
                                        </p:tav>
                                      </p:tavLst>
                                    </p:anim>
                                    <p:anim calcmode="lin" valueType="num">
                                      <p:cBhvr additive="base">
                                        <p:cTn id="8" dur="1000" fill="hold"/>
                                        <p:tgtEl>
                                          <p:spTgt spid="12"/>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500"/>
                                        <p:tgtEl>
                                          <p:spTgt spid="21"/>
                                        </p:tgtEl>
                                      </p:cBhvr>
                                    </p:animEffect>
                                  </p:childTnLst>
                                </p:cTn>
                              </p:par>
                              <p:par>
                                <p:cTn id="15" presetID="10" presetClass="entr" presetSubtype="0" fill="hold" grpId="0" nodeType="withEffect">
                                  <p:stCondLst>
                                    <p:cond delay="100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18" presetID="10" presetClass="entr" presetSubtype="0" fill="hold" grpId="0" nodeType="withEffect">
                                  <p:stCondLst>
                                    <p:cond delay="125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10" presetClass="entr" presetSubtype="0" fill="hold" grpId="0" nodeType="withEffect">
                                  <p:stCondLst>
                                    <p:cond delay="150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9" grpId="0" animBg="1"/>
      <p:bldP spid="10" grpId="0" animBg="1"/>
      <p:bldP spid="11" grpId="0" animBg="1"/>
      <p:bldP spid="13" grpId="0"/>
      <p:bldP spid="21" grpId="0" animBg="1"/>
    </p:bld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59_Title and Conten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EAC8A41A-9F31-4393-B83C-097A612761E9}"/>
              </a:ext>
            </a:extLst>
          </p:cNvPr>
          <p:cNvSpPr>
            <a:spLocks noGrp="1"/>
          </p:cNvSpPr>
          <p:nvPr>
            <p:ph type="pic" sz="quarter" idx="10" hasCustomPrompt="1"/>
          </p:nvPr>
        </p:nvSpPr>
        <p:spPr>
          <a:xfrm>
            <a:off x="1092200" y="1779884"/>
            <a:ext cx="2501900" cy="3858670"/>
          </a:xfrm>
          <a:custGeom>
            <a:avLst/>
            <a:gdLst>
              <a:gd name="connsiteX0" fmla="*/ 187743 w 2501900"/>
              <a:gd name="connsiteY0" fmla="*/ 0 h 3858670"/>
              <a:gd name="connsiteX1" fmla="*/ 2314157 w 2501900"/>
              <a:gd name="connsiteY1" fmla="*/ 0 h 3858670"/>
              <a:gd name="connsiteX2" fmla="*/ 2501900 w 2501900"/>
              <a:gd name="connsiteY2" fmla="*/ 187743 h 3858670"/>
              <a:gd name="connsiteX3" fmla="*/ 2501900 w 2501900"/>
              <a:gd name="connsiteY3" fmla="*/ 3670927 h 3858670"/>
              <a:gd name="connsiteX4" fmla="*/ 2314157 w 2501900"/>
              <a:gd name="connsiteY4" fmla="*/ 3858670 h 3858670"/>
              <a:gd name="connsiteX5" fmla="*/ 187743 w 2501900"/>
              <a:gd name="connsiteY5" fmla="*/ 3858670 h 3858670"/>
              <a:gd name="connsiteX6" fmla="*/ 0 w 2501900"/>
              <a:gd name="connsiteY6" fmla="*/ 3670927 h 3858670"/>
              <a:gd name="connsiteX7" fmla="*/ 0 w 2501900"/>
              <a:gd name="connsiteY7" fmla="*/ 187743 h 3858670"/>
              <a:gd name="connsiteX8" fmla="*/ 187743 w 2501900"/>
              <a:gd name="connsiteY8" fmla="*/ 0 h 3858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01900" h="3858670">
                <a:moveTo>
                  <a:pt x="187743" y="0"/>
                </a:moveTo>
                <a:lnTo>
                  <a:pt x="2314157" y="0"/>
                </a:lnTo>
                <a:cubicBezTo>
                  <a:pt x="2417845" y="0"/>
                  <a:pt x="2501900" y="84055"/>
                  <a:pt x="2501900" y="187743"/>
                </a:cubicBezTo>
                <a:lnTo>
                  <a:pt x="2501900" y="3670927"/>
                </a:lnTo>
                <a:cubicBezTo>
                  <a:pt x="2501900" y="3774615"/>
                  <a:pt x="2417845" y="3858670"/>
                  <a:pt x="2314157" y="3858670"/>
                </a:cubicBezTo>
                <a:lnTo>
                  <a:pt x="187743" y="3858670"/>
                </a:lnTo>
                <a:cubicBezTo>
                  <a:pt x="84055" y="3858670"/>
                  <a:pt x="0" y="3774615"/>
                  <a:pt x="0" y="3670927"/>
                </a:cubicBezTo>
                <a:lnTo>
                  <a:pt x="0" y="187743"/>
                </a:lnTo>
                <a:cubicBezTo>
                  <a:pt x="0" y="84055"/>
                  <a:pt x="84055" y="0"/>
                  <a:pt x="187743" y="0"/>
                </a:cubicBezTo>
                <a:close/>
              </a:path>
            </a:pathLst>
          </a:custGeom>
          <a:solidFill>
            <a:schemeClr val="bg1">
              <a:lumMod val="95000"/>
              <a:alpha val="25000"/>
            </a:schemeClr>
          </a:solidFill>
          <a:effectLst>
            <a:outerShdw blurRad="1270000" dist="495300" dir="10800000" sx="88000" sy="88000" algn="l" rotWithShape="0">
              <a:prstClr val="black">
                <a:alpha val="17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8" name="Picture Placeholder 7">
            <a:extLst>
              <a:ext uri="{FF2B5EF4-FFF2-40B4-BE49-F238E27FC236}">
                <a16:creationId xmlns:a16="http://schemas.microsoft.com/office/drawing/2014/main" id="{DA8A8680-19DC-4C7C-BCB5-8BE4DEBA6793}"/>
              </a:ext>
            </a:extLst>
          </p:cNvPr>
          <p:cNvSpPr>
            <a:spLocks noGrp="1"/>
          </p:cNvSpPr>
          <p:nvPr>
            <p:ph type="pic" sz="quarter" idx="11" hasCustomPrompt="1"/>
          </p:nvPr>
        </p:nvSpPr>
        <p:spPr>
          <a:xfrm>
            <a:off x="8770136" y="2068643"/>
            <a:ext cx="2127446" cy="3281152"/>
          </a:xfrm>
          <a:custGeom>
            <a:avLst/>
            <a:gdLst>
              <a:gd name="connsiteX0" fmla="*/ 187743 w 2501900"/>
              <a:gd name="connsiteY0" fmla="*/ 0 h 3858670"/>
              <a:gd name="connsiteX1" fmla="*/ 2314157 w 2501900"/>
              <a:gd name="connsiteY1" fmla="*/ 0 h 3858670"/>
              <a:gd name="connsiteX2" fmla="*/ 2501900 w 2501900"/>
              <a:gd name="connsiteY2" fmla="*/ 187743 h 3858670"/>
              <a:gd name="connsiteX3" fmla="*/ 2501900 w 2501900"/>
              <a:gd name="connsiteY3" fmla="*/ 3670927 h 3858670"/>
              <a:gd name="connsiteX4" fmla="*/ 2314157 w 2501900"/>
              <a:gd name="connsiteY4" fmla="*/ 3858670 h 3858670"/>
              <a:gd name="connsiteX5" fmla="*/ 187743 w 2501900"/>
              <a:gd name="connsiteY5" fmla="*/ 3858670 h 3858670"/>
              <a:gd name="connsiteX6" fmla="*/ 0 w 2501900"/>
              <a:gd name="connsiteY6" fmla="*/ 3670927 h 3858670"/>
              <a:gd name="connsiteX7" fmla="*/ 0 w 2501900"/>
              <a:gd name="connsiteY7" fmla="*/ 187743 h 3858670"/>
              <a:gd name="connsiteX8" fmla="*/ 187743 w 2501900"/>
              <a:gd name="connsiteY8" fmla="*/ 0 h 3858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01900" h="3858670">
                <a:moveTo>
                  <a:pt x="187743" y="0"/>
                </a:moveTo>
                <a:lnTo>
                  <a:pt x="2314157" y="0"/>
                </a:lnTo>
                <a:cubicBezTo>
                  <a:pt x="2417845" y="0"/>
                  <a:pt x="2501900" y="84055"/>
                  <a:pt x="2501900" y="187743"/>
                </a:cubicBezTo>
                <a:lnTo>
                  <a:pt x="2501900" y="3670927"/>
                </a:lnTo>
                <a:cubicBezTo>
                  <a:pt x="2501900" y="3774615"/>
                  <a:pt x="2417845" y="3858670"/>
                  <a:pt x="2314157" y="3858670"/>
                </a:cubicBezTo>
                <a:lnTo>
                  <a:pt x="187743" y="3858670"/>
                </a:lnTo>
                <a:cubicBezTo>
                  <a:pt x="84055" y="3858670"/>
                  <a:pt x="0" y="3774615"/>
                  <a:pt x="0" y="3670927"/>
                </a:cubicBezTo>
                <a:lnTo>
                  <a:pt x="0" y="187743"/>
                </a:lnTo>
                <a:cubicBezTo>
                  <a:pt x="0" y="84055"/>
                  <a:pt x="84055" y="0"/>
                  <a:pt x="187743" y="0"/>
                </a:cubicBezTo>
                <a:close/>
              </a:path>
            </a:pathLst>
          </a:custGeom>
          <a:solidFill>
            <a:schemeClr val="bg1">
              <a:lumMod val="95000"/>
              <a:alpha val="25000"/>
            </a:schemeClr>
          </a:solidFill>
          <a:effectLst>
            <a:outerShdw blurRad="1270000" dist="609600" sx="88000" sy="88000" algn="l" rotWithShape="0">
              <a:prstClr val="black">
                <a:alpha val="16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9" name="Picture Placeholder 8">
            <a:extLst>
              <a:ext uri="{FF2B5EF4-FFF2-40B4-BE49-F238E27FC236}">
                <a16:creationId xmlns:a16="http://schemas.microsoft.com/office/drawing/2014/main" id="{DD6EE318-7AB3-4720-9075-16439EDA9682}"/>
              </a:ext>
            </a:extLst>
          </p:cNvPr>
          <p:cNvSpPr>
            <a:spLocks noGrp="1"/>
          </p:cNvSpPr>
          <p:nvPr>
            <p:ph type="pic" sz="quarter" idx="12" hasCustomPrompt="1"/>
          </p:nvPr>
        </p:nvSpPr>
        <p:spPr>
          <a:xfrm>
            <a:off x="6449962" y="1779884"/>
            <a:ext cx="2501900" cy="3858670"/>
          </a:xfrm>
          <a:custGeom>
            <a:avLst/>
            <a:gdLst>
              <a:gd name="connsiteX0" fmla="*/ 187743 w 2501900"/>
              <a:gd name="connsiteY0" fmla="*/ 0 h 3858670"/>
              <a:gd name="connsiteX1" fmla="*/ 2314157 w 2501900"/>
              <a:gd name="connsiteY1" fmla="*/ 0 h 3858670"/>
              <a:gd name="connsiteX2" fmla="*/ 2501900 w 2501900"/>
              <a:gd name="connsiteY2" fmla="*/ 187743 h 3858670"/>
              <a:gd name="connsiteX3" fmla="*/ 2501900 w 2501900"/>
              <a:gd name="connsiteY3" fmla="*/ 3670927 h 3858670"/>
              <a:gd name="connsiteX4" fmla="*/ 2314157 w 2501900"/>
              <a:gd name="connsiteY4" fmla="*/ 3858670 h 3858670"/>
              <a:gd name="connsiteX5" fmla="*/ 187743 w 2501900"/>
              <a:gd name="connsiteY5" fmla="*/ 3858670 h 3858670"/>
              <a:gd name="connsiteX6" fmla="*/ 0 w 2501900"/>
              <a:gd name="connsiteY6" fmla="*/ 3670927 h 3858670"/>
              <a:gd name="connsiteX7" fmla="*/ 0 w 2501900"/>
              <a:gd name="connsiteY7" fmla="*/ 187743 h 3858670"/>
              <a:gd name="connsiteX8" fmla="*/ 187743 w 2501900"/>
              <a:gd name="connsiteY8" fmla="*/ 0 h 3858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01900" h="3858670">
                <a:moveTo>
                  <a:pt x="187743" y="0"/>
                </a:moveTo>
                <a:lnTo>
                  <a:pt x="2314157" y="0"/>
                </a:lnTo>
                <a:cubicBezTo>
                  <a:pt x="2417845" y="0"/>
                  <a:pt x="2501900" y="84055"/>
                  <a:pt x="2501900" y="187743"/>
                </a:cubicBezTo>
                <a:lnTo>
                  <a:pt x="2501900" y="3670927"/>
                </a:lnTo>
                <a:cubicBezTo>
                  <a:pt x="2501900" y="3774615"/>
                  <a:pt x="2417845" y="3858670"/>
                  <a:pt x="2314157" y="3858670"/>
                </a:cubicBezTo>
                <a:lnTo>
                  <a:pt x="187743" y="3858670"/>
                </a:lnTo>
                <a:cubicBezTo>
                  <a:pt x="84055" y="3858670"/>
                  <a:pt x="0" y="3774615"/>
                  <a:pt x="0" y="3670927"/>
                </a:cubicBezTo>
                <a:lnTo>
                  <a:pt x="0" y="187743"/>
                </a:lnTo>
                <a:cubicBezTo>
                  <a:pt x="0" y="84055"/>
                  <a:pt x="84055" y="0"/>
                  <a:pt x="187743" y="0"/>
                </a:cubicBezTo>
                <a:close/>
              </a:path>
            </a:pathLst>
          </a:custGeom>
          <a:solidFill>
            <a:schemeClr val="bg1">
              <a:lumMod val="95000"/>
              <a:alpha val="25000"/>
            </a:schemeClr>
          </a:solidFill>
          <a:effectLst>
            <a:outerShdw blurRad="1270000" dist="609600" sx="88000" sy="88000" algn="l" rotWithShape="0">
              <a:prstClr val="black">
                <a:alpha val="28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234702018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60_Title and Conten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84640808-FF49-40B1-9478-5B58095D2032}"/>
              </a:ext>
            </a:extLst>
          </p:cNvPr>
          <p:cNvSpPr>
            <a:spLocks noGrp="1"/>
          </p:cNvSpPr>
          <p:nvPr>
            <p:ph type="pic" sz="quarter" idx="10" hasCustomPrompt="1"/>
          </p:nvPr>
        </p:nvSpPr>
        <p:spPr>
          <a:xfrm>
            <a:off x="4286599" y="3710467"/>
            <a:ext cx="3274244" cy="2233133"/>
          </a:xfrm>
          <a:custGeom>
            <a:avLst/>
            <a:gdLst>
              <a:gd name="connsiteX0" fmla="*/ 279700 w 3274244"/>
              <a:gd name="connsiteY0" fmla="*/ 0 h 2233133"/>
              <a:gd name="connsiteX1" fmla="*/ 2994544 w 3274244"/>
              <a:gd name="connsiteY1" fmla="*/ 0 h 2233133"/>
              <a:gd name="connsiteX2" fmla="*/ 3274244 w 3274244"/>
              <a:gd name="connsiteY2" fmla="*/ 279700 h 2233133"/>
              <a:gd name="connsiteX3" fmla="*/ 3274244 w 3274244"/>
              <a:gd name="connsiteY3" fmla="*/ 1953433 h 2233133"/>
              <a:gd name="connsiteX4" fmla="*/ 2994544 w 3274244"/>
              <a:gd name="connsiteY4" fmla="*/ 2233133 h 2233133"/>
              <a:gd name="connsiteX5" fmla="*/ 279700 w 3274244"/>
              <a:gd name="connsiteY5" fmla="*/ 2233133 h 2233133"/>
              <a:gd name="connsiteX6" fmla="*/ 0 w 3274244"/>
              <a:gd name="connsiteY6" fmla="*/ 1953433 h 2233133"/>
              <a:gd name="connsiteX7" fmla="*/ 0 w 3274244"/>
              <a:gd name="connsiteY7" fmla="*/ 279700 h 2233133"/>
              <a:gd name="connsiteX8" fmla="*/ 279700 w 3274244"/>
              <a:gd name="connsiteY8" fmla="*/ 0 h 2233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74244" h="2233133">
                <a:moveTo>
                  <a:pt x="279700" y="0"/>
                </a:moveTo>
                <a:lnTo>
                  <a:pt x="2994544" y="0"/>
                </a:lnTo>
                <a:cubicBezTo>
                  <a:pt x="3149018" y="0"/>
                  <a:pt x="3274244" y="125226"/>
                  <a:pt x="3274244" y="279700"/>
                </a:cubicBezTo>
                <a:lnTo>
                  <a:pt x="3274244" y="1953433"/>
                </a:lnTo>
                <a:cubicBezTo>
                  <a:pt x="3274244" y="2107907"/>
                  <a:pt x="3149018" y="2233133"/>
                  <a:pt x="2994544" y="2233133"/>
                </a:cubicBezTo>
                <a:lnTo>
                  <a:pt x="279700" y="2233133"/>
                </a:lnTo>
                <a:cubicBezTo>
                  <a:pt x="125226" y="2233133"/>
                  <a:pt x="0" y="2107907"/>
                  <a:pt x="0" y="1953433"/>
                </a:cubicBezTo>
                <a:lnTo>
                  <a:pt x="0" y="279700"/>
                </a:lnTo>
                <a:cubicBezTo>
                  <a:pt x="0" y="125226"/>
                  <a:pt x="125226" y="0"/>
                  <a:pt x="279700" y="0"/>
                </a:cubicBezTo>
                <a:close/>
              </a:path>
            </a:pathLst>
          </a:custGeom>
          <a:solidFill>
            <a:schemeClr val="bg1">
              <a:lumMod val="95000"/>
              <a:alpha val="25000"/>
            </a:schemeClr>
          </a:solidFill>
          <a:effectLst>
            <a:outerShdw blurRad="1130300" dist="622300" dir="5400000" sx="80000" sy="80000" algn="t" rotWithShape="0">
              <a:prstClr val="black">
                <a:alpha val="20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8" name="Picture Placeholder 7">
            <a:extLst>
              <a:ext uri="{FF2B5EF4-FFF2-40B4-BE49-F238E27FC236}">
                <a16:creationId xmlns:a16="http://schemas.microsoft.com/office/drawing/2014/main" id="{EC13D04A-F323-4B74-98EF-4487A994691B}"/>
              </a:ext>
            </a:extLst>
          </p:cNvPr>
          <p:cNvSpPr>
            <a:spLocks noGrp="1"/>
          </p:cNvSpPr>
          <p:nvPr>
            <p:ph type="pic" sz="quarter" idx="11" hasCustomPrompt="1"/>
          </p:nvPr>
        </p:nvSpPr>
        <p:spPr>
          <a:xfrm>
            <a:off x="7734675" y="1737108"/>
            <a:ext cx="3358812" cy="3675551"/>
          </a:xfrm>
          <a:custGeom>
            <a:avLst/>
            <a:gdLst>
              <a:gd name="connsiteX0" fmla="*/ 420691 w 3358812"/>
              <a:gd name="connsiteY0" fmla="*/ 0 h 3675551"/>
              <a:gd name="connsiteX1" fmla="*/ 2938121 w 3358812"/>
              <a:gd name="connsiteY1" fmla="*/ 0 h 3675551"/>
              <a:gd name="connsiteX2" fmla="*/ 3358812 w 3358812"/>
              <a:gd name="connsiteY2" fmla="*/ 420691 h 3675551"/>
              <a:gd name="connsiteX3" fmla="*/ 3358812 w 3358812"/>
              <a:gd name="connsiteY3" fmla="*/ 3254860 h 3675551"/>
              <a:gd name="connsiteX4" fmla="*/ 2938121 w 3358812"/>
              <a:gd name="connsiteY4" fmla="*/ 3675551 h 3675551"/>
              <a:gd name="connsiteX5" fmla="*/ 420691 w 3358812"/>
              <a:gd name="connsiteY5" fmla="*/ 3675551 h 3675551"/>
              <a:gd name="connsiteX6" fmla="*/ 0 w 3358812"/>
              <a:gd name="connsiteY6" fmla="*/ 3254860 h 3675551"/>
              <a:gd name="connsiteX7" fmla="*/ 0 w 3358812"/>
              <a:gd name="connsiteY7" fmla="*/ 420691 h 3675551"/>
              <a:gd name="connsiteX8" fmla="*/ 420691 w 3358812"/>
              <a:gd name="connsiteY8" fmla="*/ 0 h 367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58812" h="3675551">
                <a:moveTo>
                  <a:pt x="420691" y="0"/>
                </a:moveTo>
                <a:lnTo>
                  <a:pt x="2938121" y="0"/>
                </a:lnTo>
                <a:cubicBezTo>
                  <a:pt x="3170462" y="0"/>
                  <a:pt x="3358812" y="188350"/>
                  <a:pt x="3358812" y="420691"/>
                </a:cubicBezTo>
                <a:lnTo>
                  <a:pt x="3358812" y="3254860"/>
                </a:lnTo>
                <a:cubicBezTo>
                  <a:pt x="3358812" y="3487201"/>
                  <a:pt x="3170462" y="3675551"/>
                  <a:pt x="2938121" y="3675551"/>
                </a:cubicBezTo>
                <a:lnTo>
                  <a:pt x="420691" y="3675551"/>
                </a:lnTo>
                <a:cubicBezTo>
                  <a:pt x="188350" y="3675551"/>
                  <a:pt x="0" y="3487201"/>
                  <a:pt x="0" y="3254860"/>
                </a:cubicBezTo>
                <a:lnTo>
                  <a:pt x="0" y="420691"/>
                </a:lnTo>
                <a:cubicBezTo>
                  <a:pt x="0" y="188350"/>
                  <a:pt x="188350" y="0"/>
                  <a:pt x="420691" y="0"/>
                </a:cubicBezTo>
                <a:close/>
              </a:path>
            </a:pathLst>
          </a:custGeom>
          <a:solidFill>
            <a:schemeClr val="bg1">
              <a:lumMod val="95000"/>
              <a:alpha val="25000"/>
            </a:schemeClr>
          </a:solidFill>
          <a:effectLst>
            <a:outerShdw blurRad="1130300" dist="622300" dir="5400000" sx="80000" sy="80000" algn="t" rotWithShape="0">
              <a:prstClr val="black">
                <a:alpha val="20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3191504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1000" fill="hold"/>
                                        <p:tgtEl>
                                          <p:spTgt spid="7"/>
                                        </p:tgtEl>
                                        <p:attrNameLst>
                                          <p:attrName>ppt_x</p:attrName>
                                        </p:attrNameLst>
                                      </p:cBhvr>
                                      <p:tavLst>
                                        <p:tav tm="0">
                                          <p:val>
                                            <p:strVal val="#ppt_x"/>
                                          </p:val>
                                        </p:tav>
                                        <p:tav tm="100000">
                                          <p:val>
                                            <p:strVal val="#ppt_x"/>
                                          </p:val>
                                        </p:tav>
                                      </p:tavLst>
                                    </p:anim>
                                    <p:anim calcmode="lin" valueType="num">
                                      <p:cBhvr additive="base">
                                        <p:cTn id="8" dur="10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p:stCondLst>
                                    <p:cond delay="50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1000" fill="hold"/>
                                        <p:tgtEl>
                                          <p:spTgt spid="8"/>
                                        </p:tgtEl>
                                        <p:attrNameLst>
                                          <p:attrName>ppt_x</p:attrName>
                                        </p:attrNameLst>
                                      </p:cBhvr>
                                      <p:tavLst>
                                        <p:tav tm="0">
                                          <p:val>
                                            <p:strVal val="#ppt_x"/>
                                          </p:val>
                                        </p:tav>
                                        <p:tav tm="100000">
                                          <p:val>
                                            <p:strVal val="#ppt_x"/>
                                          </p:val>
                                        </p:tav>
                                      </p:tavLst>
                                    </p:anim>
                                    <p:anim calcmode="lin" valueType="num">
                                      <p:cBhvr additive="base">
                                        <p:cTn id="12" dur="10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62_Title and Content">
    <p:bg>
      <p:bgPr>
        <a:solidFill>
          <a:schemeClr val="tx2"/>
        </a:solidFill>
        <a:effectLst/>
      </p:bgPr>
    </p:bg>
    <p:spTree>
      <p:nvGrpSpPr>
        <p:cNvPr id="1" name=""/>
        <p:cNvGrpSpPr/>
        <p:nvPr/>
      </p:nvGrpSpPr>
      <p:grpSpPr>
        <a:xfrm>
          <a:off x="0" y="0"/>
          <a:ext cx="0" cy="0"/>
          <a:chOff x="0" y="0"/>
          <a:chExt cx="0" cy="0"/>
        </a:xfrm>
      </p:grpSpPr>
      <p:pic>
        <p:nvPicPr>
          <p:cNvPr id="43" name="Gráfico 42">
            <a:extLst>
              <a:ext uri="{FF2B5EF4-FFF2-40B4-BE49-F238E27FC236}">
                <a16:creationId xmlns:a16="http://schemas.microsoft.com/office/drawing/2014/main" id="{766FFDA4-C746-9CA0-544C-47A7C36D68F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355106" y="5997293"/>
            <a:ext cx="758823" cy="834705"/>
          </a:xfrm>
          <a:prstGeom prst="rect">
            <a:avLst/>
          </a:prstGeom>
        </p:spPr>
      </p:pic>
      <p:pic>
        <p:nvPicPr>
          <p:cNvPr id="47" name="Gráfico 46">
            <a:extLst>
              <a:ext uri="{FF2B5EF4-FFF2-40B4-BE49-F238E27FC236}">
                <a16:creationId xmlns:a16="http://schemas.microsoft.com/office/drawing/2014/main" id="{216FB2EA-7DCD-9CAB-3A1B-65D7BA2C8F2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355106" y="4715384"/>
            <a:ext cx="758823" cy="834705"/>
          </a:xfrm>
          <a:prstGeom prst="rect">
            <a:avLst/>
          </a:prstGeom>
        </p:spPr>
      </p:pic>
      <p:pic>
        <p:nvPicPr>
          <p:cNvPr id="50" name="Gráfico 49">
            <a:extLst>
              <a:ext uri="{FF2B5EF4-FFF2-40B4-BE49-F238E27FC236}">
                <a16:creationId xmlns:a16="http://schemas.microsoft.com/office/drawing/2014/main" id="{BD358D71-3B90-BF0C-17B5-DB3C4831526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130903" y="2959083"/>
            <a:ext cx="758823" cy="834705"/>
          </a:xfrm>
          <a:prstGeom prst="rect">
            <a:avLst/>
          </a:prstGeom>
        </p:spPr>
      </p:pic>
      <p:pic>
        <p:nvPicPr>
          <p:cNvPr id="52" name="Gráfico 51">
            <a:extLst>
              <a:ext uri="{FF2B5EF4-FFF2-40B4-BE49-F238E27FC236}">
                <a16:creationId xmlns:a16="http://schemas.microsoft.com/office/drawing/2014/main" id="{66373740-8A0A-B96D-CCB5-6F5E6F8FAC1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881043" y="2052061"/>
            <a:ext cx="758823" cy="834705"/>
          </a:xfrm>
          <a:prstGeom prst="rect">
            <a:avLst/>
          </a:prstGeom>
        </p:spPr>
      </p:pic>
      <p:pic>
        <p:nvPicPr>
          <p:cNvPr id="54" name="Gráfico 53">
            <a:extLst>
              <a:ext uri="{FF2B5EF4-FFF2-40B4-BE49-F238E27FC236}">
                <a16:creationId xmlns:a16="http://schemas.microsoft.com/office/drawing/2014/main" id="{495B6CBA-BAEC-F0C0-741E-616CD631BE2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25133" y="1711111"/>
            <a:ext cx="758823" cy="834705"/>
          </a:xfrm>
          <a:prstGeom prst="rect">
            <a:avLst/>
          </a:prstGeom>
        </p:spPr>
      </p:pic>
      <p:pic>
        <p:nvPicPr>
          <p:cNvPr id="55" name="Gráfico 54">
            <a:extLst>
              <a:ext uri="{FF2B5EF4-FFF2-40B4-BE49-F238E27FC236}">
                <a16:creationId xmlns:a16="http://schemas.microsoft.com/office/drawing/2014/main" id="{EDB6CD3E-3CFA-5B6F-D2E2-E0490ECFB56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25133" y="2945461"/>
            <a:ext cx="758823" cy="834705"/>
          </a:xfrm>
          <a:prstGeom prst="rect">
            <a:avLst/>
          </a:prstGeom>
        </p:spPr>
      </p:pic>
      <p:pic>
        <p:nvPicPr>
          <p:cNvPr id="57" name="Gráfico 56">
            <a:extLst>
              <a:ext uri="{FF2B5EF4-FFF2-40B4-BE49-F238E27FC236}">
                <a16:creationId xmlns:a16="http://schemas.microsoft.com/office/drawing/2014/main" id="{25F5DC6A-8AC3-E26B-2C40-C6B791E20CF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619837" y="2262781"/>
            <a:ext cx="758823" cy="834705"/>
          </a:xfrm>
          <a:prstGeom prst="rect">
            <a:avLst/>
          </a:prstGeom>
        </p:spPr>
      </p:pic>
      <p:pic>
        <p:nvPicPr>
          <p:cNvPr id="58" name="Gráfico 57">
            <a:extLst>
              <a:ext uri="{FF2B5EF4-FFF2-40B4-BE49-F238E27FC236}">
                <a16:creationId xmlns:a16="http://schemas.microsoft.com/office/drawing/2014/main" id="{B63ACDE2-4EC7-A51C-8951-F8FA0092B99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388199" y="241590"/>
            <a:ext cx="758823" cy="834705"/>
          </a:xfrm>
          <a:prstGeom prst="rect">
            <a:avLst/>
          </a:prstGeom>
        </p:spPr>
      </p:pic>
      <p:pic>
        <p:nvPicPr>
          <p:cNvPr id="27" name="Gráfico 26">
            <a:extLst>
              <a:ext uri="{FF2B5EF4-FFF2-40B4-BE49-F238E27FC236}">
                <a16:creationId xmlns:a16="http://schemas.microsoft.com/office/drawing/2014/main" id="{A63E9DD9-FAAE-8C1D-6756-B727D42815C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044998" y="5529684"/>
            <a:ext cx="758823" cy="834705"/>
          </a:xfrm>
          <a:prstGeom prst="rect">
            <a:avLst/>
          </a:prstGeom>
        </p:spPr>
      </p:pic>
      <p:pic>
        <p:nvPicPr>
          <p:cNvPr id="29" name="Gráfico 28">
            <a:extLst>
              <a:ext uri="{FF2B5EF4-FFF2-40B4-BE49-F238E27FC236}">
                <a16:creationId xmlns:a16="http://schemas.microsoft.com/office/drawing/2014/main" id="{2662CAF1-6330-0436-E49E-CB6AA7FB3A3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717676" y="4962914"/>
            <a:ext cx="758823" cy="834705"/>
          </a:xfrm>
          <a:prstGeom prst="rect">
            <a:avLst/>
          </a:prstGeom>
        </p:spPr>
      </p:pic>
      <p:pic>
        <p:nvPicPr>
          <p:cNvPr id="33" name="Gráfico 32">
            <a:extLst>
              <a:ext uri="{FF2B5EF4-FFF2-40B4-BE49-F238E27FC236}">
                <a16:creationId xmlns:a16="http://schemas.microsoft.com/office/drawing/2014/main" id="{A2A722C8-1A42-615B-27E2-35F84A337F4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503679" y="4247775"/>
            <a:ext cx="758823" cy="834705"/>
          </a:xfrm>
          <a:prstGeom prst="rect">
            <a:avLst/>
          </a:prstGeom>
        </p:spPr>
      </p:pic>
      <p:pic>
        <p:nvPicPr>
          <p:cNvPr id="34" name="Gráfico 33">
            <a:extLst>
              <a:ext uri="{FF2B5EF4-FFF2-40B4-BE49-F238E27FC236}">
                <a16:creationId xmlns:a16="http://schemas.microsoft.com/office/drawing/2014/main" id="{E22EF6C7-D53E-B775-A6E9-07E40D5C00F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503681" y="5551302"/>
            <a:ext cx="758823" cy="834705"/>
          </a:xfrm>
          <a:prstGeom prst="rect">
            <a:avLst/>
          </a:prstGeom>
        </p:spPr>
      </p:pic>
      <p:sp>
        <p:nvSpPr>
          <p:cNvPr id="5" name="Freeform: Shape 4">
            <a:extLst>
              <a:ext uri="{FF2B5EF4-FFF2-40B4-BE49-F238E27FC236}">
                <a16:creationId xmlns:a16="http://schemas.microsoft.com/office/drawing/2014/main" id="{39913389-D143-427B-9746-EF1001FA685D}"/>
              </a:ext>
            </a:extLst>
          </p:cNvPr>
          <p:cNvSpPr/>
          <p:nvPr userDrawn="1"/>
        </p:nvSpPr>
        <p:spPr>
          <a:xfrm flipH="1" flipV="1">
            <a:off x="0" y="-3"/>
            <a:ext cx="12192000" cy="6858000"/>
          </a:xfrm>
          <a:custGeom>
            <a:avLst/>
            <a:gdLst>
              <a:gd name="connsiteX0" fmla="*/ 9848479 w 12192000"/>
              <a:gd name="connsiteY0" fmla="*/ 4971492 h 6858000"/>
              <a:gd name="connsiteX1" fmla="*/ 9848637 w 12192000"/>
              <a:gd name="connsiteY1" fmla="*/ 4972367 h 6858000"/>
              <a:gd name="connsiteX2" fmla="*/ 9849043 w 12192000"/>
              <a:gd name="connsiteY2" fmla="*/ 4971818 h 6858000"/>
              <a:gd name="connsiteX3" fmla="*/ 3418462 w 12192000"/>
              <a:gd name="connsiteY3" fmla="*/ 1259120 h 6858000"/>
              <a:gd name="connsiteX4" fmla="*/ 3418618 w 12192000"/>
              <a:gd name="connsiteY4" fmla="*/ 1259993 h 6858000"/>
              <a:gd name="connsiteX5" fmla="*/ 3419024 w 12192000"/>
              <a:gd name="connsiteY5" fmla="*/ 1259444 h 6858000"/>
              <a:gd name="connsiteX6" fmla="*/ 7965465 w 12192000"/>
              <a:gd name="connsiteY6" fmla="*/ 0 h 6858000"/>
              <a:gd name="connsiteX7" fmla="*/ 12192000 w 12192000"/>
              <a:gd name="connsiteY7" fmla="*/ 0 h 6858000"/>
              <a:gd name="connsiteX8" fmla="*/ 12192000 w 12192000"/>
              <a:gd name="connsiteY8" fmla="*/ 6858000 h 6858000"/>
              <a:gd name="connsiteX9" fmla="*/ 11453891 w 12192000"/>
              <a:gd name="connsiteY9" fmla="*/ 6858000 h 6858000"/>
              <a:gd name="connsiteX10" fmla="*/ 11412751 w 12192000"/>
              <a:gd name="connsiteY10" fmla="*/ 6815162 h 6858000"/>
              <a:gd name="connsiteX11" fmla="*/ 11289597 w 12192000"/>
              <a:gd name="connsiteY11" fmla="*/ 6217433 h 6858000"/>
              <a:gd name="connsiteX12" fmla="*/ 11169959 w 12192000"/>
              <a:gd name="connsiteY12" fmla="*/ 5812733 h 6858000"/>
              <a:gd name="connsiteX13" fmla="*/ 10803229 w 12192000"/>
              <a:gd name="connsiteY13" fmla="*/ 5927798 h 6858000"/>
              <a:gd name="connsiteX14" fmla="*/ 10019849 w 12192000"/>
              <a:gd name="connsiteY14" fmla="*/ 6076112 h 6858000"/>
              <a:gd name="connsiteX15" fmla="*/ 9636342 w 12192000"/>
              <a:gd name="connsiteY15" fmla="*/ 5271760 h 6858000"/>
              <a:gd name="connsiteX16" fmla="*/ 9525372 w 12192000"/>
              <a:gd name="connsiteY16" fmla="*/ 4836737 h 6858000"/>
              <a:gd name="connsiteX17" fmla="*/ 9206679 w 12192000"/>
              <a:gd name="connsiteY17" fmla="*/ 4887483 h 6858000"/>
              <a:gd name="connsiteX18" fmla="*/ 9147680 w 12192000"/>
              <a:gd name="connsiteY18" fmla="*/ 4924210 h 6858000"/>
              <a:gd name="connsiteX19" fmla="*/ 9124161 w 12192000"/>
              <a:gd name="connsiteY19" fmla="*/ 4944484 h 6858000"/>
              <a:gd name="connsiteX20" fmla="*/ 9042018 w 12192000"/>
              <a:gd name="connsiteY20" fmla="*/ 4989282 h 6858000"/>
              <a:gd name="connsiteX21" fmla="*/ 8921199 w 12192000"/>
              <a:gd name="connsiteY21" fmla="*/ 5062844 h 6858000"/>
              <a:gd name="connsiteX22" fmla="*/ 8321246 w 12192000"/>
              <a:gd name="connsiteY22" fmla="*/ 5086583 h 6858000"/>
              <a:gd name="connsiteX23" fmla="*/ 8028426 w 12192000"/>
              <a:gd name="connsiteY23" fmla="*/ 4369922 h 6858000"/>
              <a:gd name="connsiteX24" fmla="*/ 7910835 w 12192000"/>
              <a:gd name="connsiteY24" fmla="*/ 3931077 h 6858000"/>
              <a:gd name="connsiteX25" fmla="*/ 7310682 w 12192000"/>
              <a:gd name="connsiteY25" fmla="*/ 4052693 h 6858000"/>
              <a:gd name="connsiteX26" fmla="*/ 6686835 w 12192000"/>
              <a:gd name="connsiteY26" fmla="*/ 4169457 h 6858000"/>
              <a:gd name="connsiteX27" fmla="*/ 6360308 w 12192000"/>
              <a:gd name="connsiteY27" fmla="*/ 3612051 h 6858000"/>
              <a:gd name="connsiteX28" fmla="*/ 6351881 w 12192000"/>
              <a:gd name="connsiteY28" fmla="*/ 3403504 h 6858000"/>
              <a:gd name="connsiteX29" fmla="*/ 6348681 w 12192000"/>
              <a:gd name="connsiteY29" fmla="*/ 3342060 h 6858000"/>
              <a:gd name="connsiteX30" fmla="*/ 6350035 w 12192000"/>
              <a:gd name="connsiteY30" fmla="*/ 3334078 h 6858000"/>
              <a:gd name="connsiteX31" fmla="*/ 6349219 w 12192000"/>
              <a:gd name="connsiteY31" fmla="*/ 3285618 h 6858000"/>
              <a:gd name="connsiteX32" fmla="*/ 6242624 w 12192000"/>
              <a:gd name="connsiteY32" fmla="*/ 3041905 h 6858000"/>
              <a:gd name="connsiteX33" fmla="*/ 6219524 w 12192000"/>
              <a:gd name="connsiteY33" fmla="*/ 3024059 h 6858000"/>
              <a:gd name="connsiteX34" fmla="*/ 6329195 w 12192000"/>
              <a:gd name="connsiteY34" fmla="*/ 2834103 h 6858000"/>
              <a:gd name="connsiteX35" fmla="*/ 0 w 12192000"/>
              <a:gd name="connsiteY35" fmla="*/ 0 h 6858000"/>
              <a:gd name="connsiteX36" fmla="*/ 7965461 w 12192000"/>
              <a:gd name="connsiteY36" fmla="*/ 0 h 6858000"/>
              <a:gd name="connsiteX37" fmla="*/ 6331536 w 12192000"/>
              <a:gd name="connsiteY37" fmla="*/ 2830043 h 6858000"/>
              <a:gd name="connsiteX38" fmla="*/ 6210400 w 12192000"/>
              <a:gd name="connsiteY38" fmla="*/ 3039855 h 6858000"/>
              <a:gd name="connsiteX39" fmla="*/ 6153762 w 12192000"/>
              <a:gd name="connsiteY39" fmla="*/ 3040629 h 6858000"/>
              <a:gd name="connsiteX40" fmla="*/ 5850888 w 12192000"/>
              <a:gd name="connsiteY40" fmla="*/ 3174553 h 6858000"/>
              <a:gd name="connsiteX41" fmla="*/ 5167421 w 12192000"/>
              <a:gd name="connsiteY41" fmla="*/ 3256896 h 6858000"/>
              <a:gd name="connsiteX42" fmla="*/ 4859578 w 12192000"/>
              <a:gd name="connsiteY42" fmla="*/ 2505059 h 6858000"/>
              <a:gd name="connsiteX43" fmla="*/ 4739941 w 12192000"/>
              <a:gd name="connsiteY43" fmla="*/ 2100360 h 6858000"/>
              <a:gd name="connsiteX44" fmla="*/ 4373210 w 12192000"/>
              <a:gd name="connsiteY44" fmla="*/ 2215424 h 6858000"/>
              <a:gd name="connsiteX45" fmla="*/ 3589832 w 12192000"/>
              <a:gd name="connsiteY45" fmla="*/ 2363739 h 6858000"/>
              <a:gd name="connsiteX46" fmla="*/ 3206324 w 12192000"/>
              <a:gd name="connsiteY46" fmla="*/ 1559387 h 6858000"/>
              <a:gd name="connsiteX47" fmla="*/ 3095355 w 12192000"/>
              <a:gd name="connsiteY47" fmla="*/ 1124364 h 6858000"/>
              <a:gd name="connsiteX48" fmla="*/ 2776662 w 12192000"/>
              <a:gd name="connsiteY48" fmla="*/ 1175111 h 6858000"/>
              <a:gd name="connsiteX49" fmla="*/ 2717662 w 12192000"/>
              <a:gd name="connsiteY49" fmla="*/ 1211837 h 6858000"/>
              <a:gd name="connsiteX50" fmla="*/ 2694143 w 12192000"/>
              <a:gd name="connsiteY50" fmla="*/ 1232111 h 6858000"/>
              <a:gd name="connsiteX51" fmla="*/ 2612003 w 12192000"/>
              <a:gd name="connsiteY51" fmla="*/ 1276911 h 6858000"/>
              <a:gd name="connsiteX52" fmla="*/ 2491182 w 12192000"/>
              <a:gd name="connsiteY52" fmla="*/ 1350471 h 6858000"/>
              <a:gd name="connsiteX53" fmla="*/ 1891229 w 12192000"/>
              <a:gd name="connsiteY53" fmla="*/ 1374211 h 6858000"/>
              <a:gd name="connsiteX54" fmla="*/ 1598408 w 12192000"/>
              <a:gd name="connsiteY54" fmla="*/ 657549 h 6858000"/>
              <a:gd name="connsiteX55" fmla="*/ 1480818 w 12192000"/>
              <a:gd name="connsiteY55" fmla="*/ 218704 h 6858000"/>
              <a:gd name="connsiteX56" fmla="*/ 880664 w 12192000"/>
              <a:gd name="connsiteY56" fmla="*/ 340320 h 6858000"/>
              <a:gd name="connsiteX57" fmla="*/ 256820 w 12192000"/>
              <a:gd name="connsiteY57" fmla="*/ 457086 h 6858000"/>
              <a:gd name="connsiteX58" fmla="*/ 7821 w 12192000"/>
              <a:gd name="connsiteY58" fmla="*/ 218775 h 6858000"/>
              <a:gd name="connsiteX59" fmla="*/ 0 w 12192000"/>
              <a:gd name="connsiteY59" fmla="*/ 200305 h 6858000"/>
              <a:gd name="connsiteX0" fmla="*/ 9848479 w 12192000"/>
              <a:gd name="connsiteY0" fmla="*/ 4971492 h 6858000"/>
              <a:gd name="connsiteX1" fmla="*/ 9848637 w 12192000"/>
              <a:gd name="connsiteY1" fmla="*/ 4972367 h 6858000"/>
              <a:gd name="connsiteX2" fmla="*/ 9849043 w 12192000"/>
              <a:gd name="connsiteY2" fmla="*/ 4971818 h 6858000"/>
              <a:gd name="connsiteX3" fmla="*/ 9848479 w 12192000"/>
              <a:gd name="connsiteY3" fmla="*/ 4971492 h 6858000"/>
              <a:gd name="connsiteX4" fmla="*/ 3418462 w 12192000"/>
              <a:gd name="connsiteY4" fmla="*/ 1259120 h 6858000"/>
              <a:gd name="connsiteX5" fmla="*/ 3418618 w 12192000"/>
              <a:gd name="connsiteY5" fmla="*/ 1259993 h 6858000"/>
              <a:gd name="connsiteX6" fmla="*/ 3419024 w 12192000"/>
              <a:gd name="connsiteY6" fmla="*/ 1259444 h 6858000"/>
              <a:gd name="connsiteX7" fmla="*/ 3418462 w 12192000"/>
              <a:gd name="connsiteY7" fmla="*/ 1259120 h 6858000"/>
              <a:gd name="connsiteX8" fmla="*/ 7965465 w 12192000"/>
              <a:gd name="connsiteY8" fmla="*/ 0 h 6858000"/>
              <a:gd name="connsiteX9" fmla="*/ 12192000 w 12192000"/>
              <a:gd name="connsiteY9" fmla="*/ 0 h 6858000"/>
              <a:gd name="connsiteX10" fmla="*/ 12192000 w 12192000"/>
              <a:gd name="connsiteY10" fmla="*/ 6858000 h 6858000"/>
              <a:gd name="connsiteX11" fmla="*/ 11453891 w 12192000"/>
              <a:gd name="connsiteY11" fmla="*/ 6858000 h 6858000"/>
              <a:gd name="connsiteX12" fmla="*/ 11412751 w 12192000"/>
              <a:gd name="connsiteY12" fmla="*/ 6815162 h 6858000"/>
              <a:gd name="connsiteX13" fmla="*/ 11289597 w 12192000"/>
              <a:gd name="connsiteY13" fmla="*/ 6217433 h 6858000"/>
              <a:gd name="connsiteX14" fmla="*/ 11169959 w 12192000"/>
              <a:gd name="connsiteY14" fmla="*/ 5812733 h 6858000"/>
              <a:gd name="connsiteX15" fmla="*/ 10803229 w 12192000"/>
              <a:gd name="connsiteY15" fmla="*/ 5927798 h 6858000"/>
              <a:gd name="connsiteX16" fmla="*/ 10019849 w 12192000"/>
              <a:gd name="connsiteY16" fmla="*/ 6076112 h 6858000"/>
              <a:gd name="connsiteX17" fmla="*/ 9636342 w 12192000"/>
              <a:gd name="connsiteY17" fmla="*/ 5271760 h 6858000"/>
              <a:gd name="connsiteX18" fmla="*/ 9525372 w 12192000"/>
              <a:gd name="connsiteY18" fmla="*/ 4836737 h 6858000"/>
              <a:gd name="connsiteX19" fmla="*/ 9206679 w 12192000"/>
              <a:gd name="connsiteY19" fmla="*/ 4887483 h 6858000"/>
              <a:gd name="connsiteX20" fmla="*/ 9147680 w 12192000"/>
              <a:gd name="connsiteY20" fmla="*/ 4924210 h 6858000"/>
              <a:gd name="connsiteX21" fmla="*/ 9124161 w 12192000"/>
              <a:gd name="connsiteY21" fmla="*/ 4944484 h 6858000"/>
              <a:gd name="connsiteX22" fmla="*/ 9042018 w 12192000"/>
              <a:gd name="connsiteY22" fmla="*/ 4989282 h 6858000"/>
              <a:gd name="connsiteX23" fmla="*/ 8921199 w 12192000"/>
              <a:gd name="connsiteY23" fmla="*/ 5062844 h 6858000"/>
              <a:gd name="connsiteX24" fmla="*/ 8321246 w 12192000"/>
              <a:gd name="connsiteY24" fmla="*/ 5086583 h 6858000"/>
              <a:gd name="connsiteX25" fmla="*/ 8028426 w 12192000"/>
              <a:gd name="connsiteY25" fmla="*/ 4369922 h 6858000"/>
              <a:gd name="connsiteX26" fmla="*/ 7910835 w 12192000"/>
              <a:gd name="connsiteY26" fmla="*/ 3931077 h 6858000"/>
              <a:gd name="connsiteX27" fmla="*/ 7310682 w 12192000"/>
              <a:gd name="connsiteY27" fmla="*/ 4052693 h 6858000"/>
              <a:gd name="connsiteX28" fmla="*/ 6686835 w 12192000"/>
              <a:gd name="connsiteY28" fmla="*/ 4169457 h 6858000"/>
              <a:gd name="connsiteX29" fmla="*/ 6360308 w 12192000"/>
              <a:gd name="connsiteY29" fmla="*/ 3612051 h 6858000"/>
              <a:gd name="connsiteX30" fmla="*/ 6351881 w 12192000"/>
              <a:gd name="connsiteY30" fmla="*/ 3403504 h 6858000"/>
              <a:gd name="connsiteX31" fmla="*/ 6348681 w 12192000"/>
              <a:gd name="connsiteY31" fmla="*/ 3342060 h 6858000"/>
              <a:gd name="connsiteX32" fmla="*/ 6350035 w 12192000"/>
              <a:gd name="connsiteY32" fmla="*/ 3334078 h 6858000"/>
              <a:gd name="connsiteX33" fmla="*/ 6349219 w 12192000"/>
              <a:gd name="connsiteY33" fmla="*/ 3285618 h 6858000"/>
              <a:gd name="connsiteX34" fmla="*/ 6242624 w 12192000"/>
              <a:gd name="connsiteY34" fmla="*/ 3041905 h 6858000"/>
              <a:gd name="connsiteX35" fmla="*/ 6207618 w 12192000"/>
              <a:gd name="connsiteY35" fmla="*/ 3047871 h 6858000"/>
              <a:gd name="connsiteX36" fmla="*/ 6329195 w 12192000"/>
              <a:gd name="connsiteY36" fmla="*/ 2834103 h 6858000"/>
              <a:gd name="connsiteX37" fmla="*/ 7965465 w 12192000"/>
              <a:gd name="connsiteY37" fmla="*/ 0 h 6858000"/>
              <a:gd name="connsiteX38" fmla="*/ 0 w 12192000"/>
              <a:gd name="connsiteY38" fmla="*/ 0 h 6858000"/>
              <a:gd name="connsiteX39" fmla="*/ 7965461 w 12192000"/>
              <a:gd name="connsiteY39" fmla="*/ 0 h 6858000"/>
              <a:gd name="connsiteX40" fmla="*/ 6331536 w 12192000"/>
              <a:gd name="connsiteY40" fmla="*/ 2830043 h 6858000"/>
              <a:gd name="connsiteX41" fmla="*/ 6210400 w 12192000"/>
              <a:gd name="connsiteY41" fmla="*/ 3039855 h 6858000"/>
              <a:gd name="connsiteX42" fmla="*/ 6153762 w 12192000"/>
              <a:gd name="connsiteY42" fmla="*/ 3040629 h 6858000"/>
              <a:gd name="connsiteX43" fmla="*/ 5850888 w 12192000"/>
              <a:gd name="connsiteY43" fmla="*/ 3174553 h 6858000"/>
              <a:gd name="connsiteX44" fmla="*/ 5167421 w 12192000"/>
              <a:gd name="connsiteY44" fmla="*/ 3256896 h 6858000"/>
              <a:gd name="connsiteX45" fmla="*/ 4859578 w 12192000"/>
              <a:gd name="connsiteY45" fmla="*/ 2505059 h 6858000"/>
              <a:gd name="connsiteX46" fmla="*/ 4739941 w 12192000"/>
              <a:gd name="connsiteY46" fmla="*/ 2100360 h 6858000"/>
              <a:gd name="connsiteX47" fmla="*/ 4373210 w 12192000"/>
              <a:gd name="connsiteY47" fmla="*/ 2215424 h 6858000"/>
              <a:gd name="connsiteX48" fmla="*/ 3589832 w 12192000"/>
              <a:gd name="connsiteY48" fmla="*/ 2363739 h 6858000"/>
              <a:gd name="connsiteX49" fmla="*/ 3206324 w 12192000"/>
              <a:gd name="connsiteY49" fmla="*/ 1559387 h 6858000"/>
              <a:gd name="connsiteX50" fmla="*/ 3095355 w 12192000"/>
              <a:gd name="connsiteY50" fmla="*/ 1124364 h 6858000"/>
              <a:gd name="connsiteX51" fmla="*/ 2776662 w 12192000"/>
              <a:gd name="connsiteY51" fmla="*/ 1175111 h 6858000"/>
              <a:gd name="connsiteX52" fmla="*/ 2717662 w 12192000"/>
              <a:gd name="connsiteY52" fmla="*/ 1211837 h 6858000"/>
              <a:gd name="connsiteX53" fmla="*/ 2694143 w 12192000"/>
              <a:gd name="connsiteY53" fmla="*/ 1232111 h 6858000"/>
              <a:gd name="connsiteX54" fmla="*/ 2612003 w 12192000"/>
              <a:gd name="connsiteY54" fmla="*/ 1276911 h 6858000"/>
              <a:gd name="connsiteX55" fmla="*/ 2491182 w 12192000"/>
              <a:gd name="connsiteY55" fmla="*/ 1350471 h 6858000"/>
              <a:gd name="connsiteX56" fmla="*/ 1891229 w 12192000"/>
              <a:gd name="connsiteY56" fmla="*/ 1374211 h 6858000"/>
              <a:gd name="connsiteX57" fmla="*/ 1598408 w 12192000"/>
              <a:gd name="connsiteY57" fmla="*/ 657549 h 6858000"/>
              <a:gd name="connsiteX58" fmla="*/ 1480818 w 12192000"/>
              <a:gd name="connsiteY58" fmla="*/ 218704 h 6858000"/>
              <a:gd name="connsiteX59" fmla="*/ 880664 w 12192000"/>
              <a:gd name="connsiteY59" fmla="*/ 340320 h 6858000"/>
              <a:gd name="connsiteX60" fmla="*/ 256820 w 12192000"/>
              <a:gd name="connsiteY60" fmla="*/ 457086 h 6858000"/>
              <a:gd name="connsiteX61" fmla="*/ 7821 w 12192000"/>
              <a:gd name="connsiteY61" fmla="*/ 218775 h 6858000"/>
              <a:gd name="connsiteX62" fmla="*/ 0 w 12192000"/>
              <a:gd name="connsiteY62" fmla="*/ 200305 h 6858000"/>
              <a:gd name="connsiteX63" fmla="*/ 0 w 12192000"/>
              <a:gd name="connsiteY63" fmla="*/ 0 h 6858000"/>
              <a:gd name="connsiteX0" fmla="*/ 9848479 w 12192000"/>
              <a:gd name="connsiteY0" fmla="*/ 4971492 h 6858000"/>
              <a:gd name="connsiteX1" fmla="*/ 9848637 w 12192000"/>
              <a:gd name="connsiteY1" fmla="*/ 4972367 h 6858000"/>
              <a:gd name="connsiteX2" fmla="*/ 9849043 w 12192000"/>
              <a:gd name="connsiteY2" fmla="*/ 4971818 h 6858000"/>
              <a:gd name="connsiteX3" fmla="*/ 9848479 w 12192000"/>
              <a:gd name="connsiteY3" fmla="*/ 4971492 h 6858000"/>
              <a:gd name="connsiteX4" fmla="*/ 3418462 w 12192000"/>
              <a:gd name="connsiteY4" fmla="*/ 1259120 h 6858000"/>
              <a:gd name="connsiteX5" fmla="*/ 3418618 w 12192000"/>
              <a:gd name="connsiteY5" fmla="*/ 1259993 h 6858000"/>
              <a:gd name="connsiteX6" fmla="*/ 3419024 w 12192000"/>
              <a:gd name="connsiteY6" fmla="*/ 1259444 h 6858000"/>
              <a:gd name="connsiteX7" fmla="*/ 3418462 w 12192000"/>
              <a:gd name="connsiteY7" fmla="*/ 1259120 h 6858000"/>
              <a:gd name="connsiteX8" fmla="*/ 7965465 w 12192000"/>
              <a:gd name="connsiteY8" fmla="*/ 0 h 6858000"/>
              <a:gd name="connsiteX9" fmla="*/ 12192000 w 12192000"/>
              <a:gd name="connsiteY9" fmla="*/ 0 h 6858000"/>
              <a:gd name="connsiteX10" fmla="*/ 12192000 w 12192000"/>
              <a:gd name="connsiteY10" fmla="*/ 6858000 h 6858000"/>
              <a:gd name="connsiteX11" fmla="*/ 11453891 w 12192000"/>
              <a:gd name="connsiteY11" fmla="*/ 6858000 h 6858000"/>
              <a:gd name="connsiteX12" fmla="*/ 11412751 w 12192000"/>
              <a:gd name="connsiteY12" fmla="*/ 6815162 h 6858000"/>
              <a:gd name="connsiteX13" fmla="*/ 11289597 w 12192000"/>
              <a:gd name="connsiteY13" fmla="*/ 6217433 h 6858000"/>
              <a:gd name="connsiteX14" fmla="*/ 11169959 w 12192000"/>
              <a:gd name="connsiteY14" fmla="*/ 5812733 h 6858000"/>
              <a:gd name="connsiteX15" fmla="*/ 10803229 w 12192000"/>
              <a:gd name="connsiteY15" fmla="*/ 5927798 h 6858000"/>
              <a:gd name="connsiteX16" fmla="*/ 10019849 w 12192000"/>
              <a:gd name="connsiteY16" fmla="*/ 6076112 h 6858000"/>
              <a:gd name="connsiteX17" fmla="*/ 9636342 w 12192000"/>
              <a:gd name="connsiteY17" fmla="*/ 5271760 h 6858000"/>
              <a:gd name="connsiteX18" fmla="*/ 9525372 w 12192000"/>
              <a:gd name="connsiteY18" fmla="*/ 4836737 h 6858000"/>
              <a:gd name="connsiteX19" fmla="*/ 9206679 w 12192000"/>
              <a:gd name="connsiteY19" fmla="*/ 4887483 h 6858000"/>
              <a:gd name="connsiteX20" fmla="*/ 9147680 w 12192000"/>
              <a:gd name="connsiteY20" fmla="*/ 4924210 h 6858000"/>
              <a:gd name="connsiteX21" fmla="*/ 9124161 w 12192000"/>
              <a:gd name="connsiteY21" fmla="*/ 4944484 h 6858000"/>
              <a:gd name="connsiteX22" fmla="*/ 9042018 w 12192000"/>
              <a:gd name="connsiteY22" fmla="*/ 4989282 h 6858000"/>
              <a:gd name="connsiteX23" fmla="*/ 8921199 w 12192000"/>
              <a:gd name="connsiteY23" fmla="*/ 5062844 h 6858000"/>
              <a:gd name="connsiteX24" fmla="*/ 8321246 w 12192000"/>
              <a:gd name="connsiteY24" fmla="*/ 5086583 h 6858000"/>
              <a:gd name="connsiteX25" fmla="*/ 8028426 w 12192000"/>
              <a:gd name="connsiteY25" fmla="*/ 4369922 h 6858000"/>
              <a:gd name="connsiteX26" fmla="*/ 7910835 w 12192000"/>
              <a:gd name="connsiteY26" fmla="*/ 3931077 h 6858000"/>
              <a:gd name="connsiteX27" fmla="*/ 7310682 w 12192000"/>
              <a:gd name="connsiteY27" fmla="*/ 4052693 h 6858000"/>
              <a:gd name="connsiteX28" fmla="*/ 6686835 w 12192000"/>
              <a:gd name="connsiteY28" fmla="*/ 4169457 h 6858000"/>
              <a:gd name="connsiteX29" fmla="*/ 6360308 w 12192000"/>
              <a:gd name="connsiteY29" fmla="*/ 3612051 h 6858000"/>
              <a:gd name="connsiteX30" fmla="*/ 6351881 w 12192000"/>
              <a:gd name="connsiteY30" fmla="*/ 3403504 h 6858000"/>
              <a:gd name="connsiteX31" fmla="*/ 6348681 w 12192000"/>
              <a:gd name="connsiteY31" fmla="*/ 3342060 h 6858000"/>
              <a:gd name="connsiteX32" fmla="*/ 6350035 w 12192000"/>
              <a:gd name="connsiteY32" fmla="*/ 3334078 h 6858000"/>
              <a:gd name="connsiteX33" fmla="*/ 6349219 w 12192000"/>
              <a:gd name="connsiteY33" fmla="*/ 3285618 h 6858000"/>
              <a:gd name="connsiteX34" fmla="*/ 6247387 w 12192000"/>
              <a:gd name="connsiteY34" fmla="*/ 3056192 h 6858000"/>
              <a:gd name="connsiteX35" fmla="*/ 6207618 w 12192000"/>
              <a:gd name="connsiteY35" fmla="*/ 3047871 h 6858000"/>
              <a:gd name="connsiteX36" fmla="*/ 6329195 w 12192000"/>
              <a:gd name="connsiteY36" fmla="*/ 2834103 h 6858000"/>
              <a:gd name="connsiteX37" fmla="*/ 7965465 w 12192000"/>
              <a:gd name="connsiteY37" fmla="*/ 0 h 6858000"/>
              <a:gd name="connsiteX38" fmla="*/ 0 w 12192000"/>
              <a:gd name="connsiteY38" fmla="*/ 0 h 6858000"/>
              <a:gd name="connsiteX39" fmla="*/ 7965461 w 12192000"/>
              <a:gd name="connsiteY39" fmla="*/ 0 h 6858000"/>
              <a:gd name="connsiteX40" fmla="*/ 6331536 w 12192000"/>
              <a:gd name="connsiteY40" fmla="*/ 2830043 h 6858000"/>
              <a:gd name="connsiteX41" fmla="*/ 6210400 w 12192000"/>
              <a:gd name="connsiteY41" fmla="*/ 3039855 h 6858000"/>
              <a:gd name="connsiteX42" fmla="*/ 6153762 w 12192000"/>
              <a:gd name="connsiteY42" fmla="*/ 3040629 h 6858000"/>
              <a:gd name="connsiteX43" fmla="*/ 5850888 w 12192000"/>
              <a:gd name="connsiteY43" fmla="*/ 3174553 h 6858000"/>
              <a:gd name="connsiteX44" fmla="*/ 5167421 w 12192000"/>
              <a:gd name="connsiteY44" fmla="*/ 3256896 h 6858000"/>
              <a:gd name="connsiteX45" fmla="*/ 4859578 w 12192000"/>
              <a:gd name="connsiteY45" fmla="*/ 2505059 h 6858000"/>
              <a:gd name="connsiteX46" fmla="*/ 4739941 w 12192000"/>
              <a:gd name="connsiteY46" fmla="*/ 2100360 h 6858000"/>
              <a:gd name="connsiteX47" fmla="*/ 4373210 w 12192000"/>
              <a:gd name="connsiteY47" fmla="*/ 2215424 h 6858000"/>
              <a:gd name="connsiteX48" fmla="*/ 3589832 w 12192000"/>
              <a:gd name="connsiteY48" fmla="*/ 2363739 h 6858000"/>
              <a:gd name="connsiteX49" fmla="*/ 3206324 w 12192000"/>
              <a:gd name="connsiteY49" fmla="*/ 1559387 h 6858000"/>
              <a:gd name="connsiteX50" fmla="*/ 3095355 w 12192000"/>
              <a:gd name="connsiteY50" fmla="*/ 1124364 h 6858000"/>
              <a:gd name="connsiteX51" fmla="*/ 2776662 w 12192000"/>
              <a:gd name="connsiteY51" fmla="*/ 1175111 h 6858000"/>
              <a:gd name="connsiteX52" fmla="*/ 2717662 w 12192000"/>
              <a:gd name="connsiteY52" fmla="*/ 1211837 h 6858000"/>
              <a:gd name="connsiteX53" fmla="*/ 2694143 w 12192000"/>
              <a:gd name="connsiteY53" fmla="*/ 1232111 h 6858000"/>
              <a:gd name="connsiteX54" fmla="*/ 2612003 w 12192000"/>
              <a:gd name="connsiteY54" fmla="*/ 1276911 h 6858000"/>
              <a:gd name="connsiteX55" fmla="*/ 2491182 w 12192000"/>
              <a:gd name="connsiteY55" fmla="*/ 1350471 h 6858000"/>
              <a:gd name="connsiteX56" fmla="*/ 1891229 w 12192000"/>
              <a:gd name="connsiteY56" fmla="*/ 1374211 h 6858000"/>
              <a:gd name="connsiteX57" fmla="*/ 1598408 w 12192000"/>
              <a:gd name="connsiteY57" fmla="*/ 657549 h 6858000"/>
              <a:gd name="connsiteX58" fmla="*/ 1480818 w 12192000"/>
              <a:gd name="connsiteY58" fmla="*/ 218704 h 6858000"/>
              <a:gd name="connsiteX59" fmla="*/ 880664 w 12192000"/>
              <a:gd name="connsiteY59" fmla="*/ 340320 h 6858000"/>
              <a:gd name="connsiteX60" fmla="*/ 256820 w 12192000"/>
              <a:gd name="connsiteY60" fmla="*/ 457086 h 6858000"/>
              <a:gd name="connsiteX61" fmla="*/ 7821 w 12192000"/>
              <a:gd name="connsiteY61" fmla="*/ 218775 h 6858000"/>
              <a:gd name="connsiteX62" fmla="*/ 0 w 12192000"/>
              <a:gd name="connsiteY62" fmla="*/ 200305 h 6858000"/>
              <a:gd name="connsiteX63" fmla="*/ 0 w 12192000"/>
              <a:gd name="connsiteY63" fmla="*/ 0 h 6858000"/>
              <a:gd name="connsiteX0" fmla="*/ 9848479 w 12192000"/>
              <a:gd name="connsiteY0" fmla="*/ 4971492 h 6858000"/>
              <a:gd name="connsiteX1" fmla="*/ 9848637 w 12192000"/>
              <a:gd name="connsiteY1" fmla="*/ 4972367 h 6858000"/>
              <a:gd name="connsiteX2" fmla="*/ 9849043 w 12192000"/>
              <a:gd name="connsiteY2" fmla="*/ 4971818 h 6858000"/>
              <a:gd name="connsiteX3" fmla="*/ 9848479 w 12192000"/>
              <a:gd name="connsiteY3" fmla="*/ 4971492 h 6858000"/>
              <a:gd name="connsiteX4" fmla="*/ 3418462 w 12192000"/>
              <a:gd name="connsiteY4" fmla="*/ 1259120 h 6858000"/>
              <a:gd name="connsiteX5" fmla="*/ 3418618 w 12192000"/>
              <a:gd name="connsiteY5" fmla="*/ 1259993 h 6858000"/>
              <a:gd name="connsiteX6" fmla="*/ 3419024 w 12192000"/>
              <a:gd name="connsiteY6" fmla="*/ 1259444 h 6858000"/>
              <a:gd name="connsiteX7" fmla="*/ 3418462 w 12192000"/>
              <a:gd name="connsiteY7" fmla="*/ 1259120 h 6858000"/>
              <a:gd name="connsiteX8" fmla="*/ 7965465 w 12192000"/>
              <a:gd name="connsiteY8" fmla="*/ 0 h 6858000"/>
              <a:gd name="connsiteX9" fmla="*/ 12192000 w 12192000"/>
              <a:gd name="connsiteY9" fmla="*/ 0 h 6858000"/>
              <a:gd name="connsiteX10" fmla="*/ 12192000 w 12192000"/>
              <a:gd name="connsiteY10" fmla="*/ 6858000 h 6858000"/>
              <a:gd name="connsiteX11" fmla="*/ 11453891 w 12192000"/>
              <a:gd name="connsiteY11" fmla="*/ 6858000 h 6858000"/>
              <a:gd name="connsiteX12" fmla="*/ 11412751 w 12192000"/>
              <a:gd name="connsiteY12" fmla="*/ 6815162 h 6858000"/>
              <a:gd name="connsiteX13" fmla="*/ 11289597 w 12192000"/>
              <a:gd name="connsiteY13" fmla="*/ 6217433 h 6858000"/>
              <a:gd name="connsiteX14" fmla="*/ 11169959 w 12192000"/>
              <a:gd name="connsiteY14" fmla="*/ 5812733 h 6858000"/>
              <a:gd name="connsiteX15" fmla="*/ 10803229 w 12192000"/>
              <a:gd name="connsiteY15" fmla="*/ 5927798 h 6858000"/>
              <a:gd name="connsiteX16" fmla="*/ 10019849 w 12192000"/>
              <a:gd name="connsiteY16" fmla="*/ 6076112 h 6858000"/>
              <a:gd name="connsiteX17" fmla="*/ 9636342 w 12192000"/>
              <a:gd name="connsiteY17" fmla="*/ 5271760 h 6858000"/>
              <a:gd name="connsiteX18" fmla="*/ 9525372 w 12192000"/>
              <a:gd name="connsiteY18" fmla="*/ 4836737 h 6858000"/>
              <a:gd name="connsiteX19" fmla="*/ 9206679 w 12192000"/>
              <a:gd name="connsiteY19" fmla="*/ 4887483 h 6858000"/>
              <a:gd name="connsiteX20" fmla="*/ 9147680 w 12192000"/>
              <a:gd name="connsiteY20" fmla="*/ 4924210 h 6858000"/>
              <a:gd name="connsiteX21" fmla="*/ 9124161 w 12192000"/>
              <a:gd name="connsiteY21" fmla="*/ 4944484 h 6858000"/>
              <a:gd name="connsiteX22" fmla="*/ 9042018 w 12192000"/>
              <a:gd name="connsiteY22" fmla="*/ 4989282 h 6858000"/>
              <a:gd name="connsiteX23" fmla="*/ 8921199 w 12192000"/>
              <a:gd name="connsiteY23" fmla="*/ 5062844 h 6858000"/>
              <a:gd name="connsiteX24" fmla="*/ 8321246 w 12192000"/>
              <a:gd name="connsiteY24" fmla="*/ 5086583 h 6858000"/>
              <a:gd name="connsiteX25" fmla="*/ 8028426 w 12192000"/>
              <a:gd name="connsiteY25" fmla="*/ 4369922 h 6858000"/>
              <a:gd name="connsiteX26" fmla="*/ 7910835 w 12192000"/>
              <a:gd name="connsiteY26" fmla="*/ 3931077 h 6858000"/>
              <a:gd name="connsiteX27" fmla="*/ 7310682 w 12192000"/>
              <a:gd name="connsiteY27" fmla="*/ 4052693 h 6858000"/>
              <a:gd name="connsiteX28" fmla="*/ 6686835 w 12192000"/>
              <a:gd name="connsiteY28" fmla="*/ 4169457 h 6858000"/>
              <a:gd name="connsiteX29" fmla="*/ 6360308 w 12192000"/>
              <a:gd name="connsiteY29" fmla="*/ 3612051 h 6858000"/>
              <a:gd name="connsiteX30" fmla="*/ 6351881 w 12192000"/>
              <a:gd name="connsiteY30" fmla="*/ 3403504 h 6858000"/>
              <a:gd name="connsiteX31" fmla="*/ 6348681 w 12192000"/>
              <a:gd name="connsiteY31" fmla="*/ 3342060 h 6858000"/>
              <a:gd name="connsiteX32" fmla="*/ 6350035 w 12192000"/>
              <a:gd name="connsiteY32" fmla="*/ 3334078 h 6858000"/>
              <a:gd name="connsiteX33" fmla="*/ 6349219 w 12192000"/>
              <a:gd name="connsiteY33" fmla="*/ 3285618 h 6858000"/>
              <a:gd name="connsiteX34" fmla="*/ 6247387 w 12192000"/>
              <a:gd name="connsiteY34" fmla="*/ 3056192 h 6858000"/>
              <a:gd name="connsiteX35" fmla="*/ 6207618 w 12192000"/>
              <a:gd name="connsiteY35" fmla="*/ 3047871 h 6858000"/>
              <a:gd name="connsiteX36" fmla="*/ 6329195 w 12192000"/>
              <a:gd name="connsiteY36" fmla="*/ 2834103 h 6858000"/>
              <a:gd name="connsiteX37" fmla="*/ 7965465 w 12192000"/>
              <a:gd name="connsiteY37" fmla="*/ 0 h 6858000"/>
              <a:gd name="connsiteX38" fmla="*/ 0 w 12192000"/>
              <a:gd name="connsiteY38" fmla="*/ 0 h 6858000"/>
              <a:gd name="connsiteX39" fmla="*/ 7965461 w 12192000"/>
              <a:gd name="connsiteY39" fmla="*/ 0 h 6858000"/>
              <a:gd name="connsiteX40" fmla="*/ 6331536 w 12192000"/>
              <a:gd name="connsiteY40" fmla="*/ 2830043 h 6858000"/>
              <a:gd name="connsiteX41" fmla="*/ 6177062 w 12192000"/>
              <a:gd name="connsiteY41" fmla="*/ 2999374 h 6858000"/>
              <a:gd name="connsiteX42" fmla="*/ 6153762 w 12192000"/>
              <a:gd name="connsiteY42" fmla="*/ 3040629 h 6858000"/>
              <a:gd name="connsiteX43" fmla="*/ 5850888 w 12192000"/>
              <a:gd name="connsiteY43" fmla="*/ 3174553 h 6858000"/>
              <a:gd name="connsiteX44" fmla="*/ 5167421 w 12192000"/>
              <a:gd name="connsiteY44" fmla="*/ 3256896 h 6858000"/>
              <a:gd name="connsiteX45" fmla="*/ 4859578 w 12192000"/>
              <a:gd name="connsiteY45" fmla="*/ 2505059 h 6858000"/>
              <a:gd name="connsiteX46" fmla="*/ 4739941 w 12192000"/>
              <a:gd name="connsiteY46" fmla="*/ 2100360 h 6858000"/>
              <a:gd name="connsiteX47" fmla="*/ 4373210 w 12192000"/>
              <a:gd name="connsiteY47" fmla="*/ 2215424 h 6858000"/>
              <a:gd name="connsiteX48" fmla="*/ 3589832 w 12192000"/>
              <a:gd name="connsiteY48" fmla="*/ 2363739 h 6858000"/>
              <a:gd name="connsiteX49" fmla="*/ 3206324 w 12192000"/>
              <a:gd name="connsiteY49" fmla="*/ 1559387 h 6858000"/>
              <a:gd name="connsiteX50" fmla="*/ 3095355 w 12192000"/>
              <a:gd name="connsiteY50" fmla="*/ 1124364 h 6858000"/>
              <a:gd name="connsiteX51" fmla="*/ 2776662 w 12192000"/>
              <a:gd name="connsiteY51" fmla="*/ 1175111 h 6858000"/>
              <a:gd name="connsiteX52" fmla="*/ 2717662 w 12192000"/>
              <a:gd name="connsiteY52" fmla="*/ 1211837 h 6858000"/>
              <a:gd name="connsiteX53" fmla="*/ 2694143 w 12192000"/>
              <a:gd name="connsiteY53" fmla="*/ 1232111 h 6858000"/>
              <a:gd name="connsiteX54" fmla="*/ 2612003 w 12192000"/>
              <a:gd name="connsiteY54" fmla="*/ 1276911 h 6858000"/>
              <a:gd name="connsiteX55" fmla="*/ 2491182 w 12192000"/>
              <a:gd name="connsiteY55" fmla="*/ 1350471 h 6858000"/>
              <a:gd name="connsiteX56" fmla="*/ 1891229 w 12192000"/>
              <a:gd name="connsiteY56" fmla="*/ 1374211 h 6858000"/>
              <a:gd name="connsiteX57" fmla="*/ 1598408 w 12192000"/>
              <a:gd name="connsiteY57" fmla="*/ 657549 h 6858000"/>
              <a:gd name="connsiteX58" fmla="*/ 1480818 w 12192000"/>
              <a:gd name="connsiteY58" fmla="*/ 218704 h 6858000"/>
              <a:gd name="connsiteX59" fmla="*/ 880664 w 12192000"/>
              <a:gd name="connsiteY59" fmla="*/ 340320 h 6858000"/>
              <a:gd name="connsiteX60" fmla="*/ 256820 w 12192000"/>
              <a:gd name="connsiteY60" fmla="*/ 457086 h 6858000"/>
              <a:gd name="connsiteX61" fmla="*/ 7821 w 12192000"/>
              <a:gd name="connsiteY61" fmla="*/ 218775 h 6858000"/>
              <a:gd name="connsiteX62" fmla="*/ 0 w 12192000"/>
              <a:gd name="connsiteY62" fmla="*/ 200305 h 6858000"/>
              <a:gd name="connsiteX63" fmla="*/ 0 w 12192000"/>
              <a:gd name="connsiteY63" fmla="*/ 0 h 6858000"/>
              <a:gd name="connsiteX0" fmla="*/ 9848479 w 12192000"/>
              <a:gd name="connsiteY0" fmla="*/ 4971492 h 6858000"/>
              <a:gd name="connsiteX1" fmla="*/ 9848637 w 12192000"/>
              <a:gd name="connsiteY1" fmla="*/ 4972367 h 6858000"/>
              <a:gd name="connsiteX2" fmla="*/ 9849043 w 12192000"/>
              <a:gd name="connsiteY2" fmla="*/ 4971818 h 6858000"/>
              <a:gd name="connsiteX3" fmla="*/ 9848479 w 12192000"/>
              <a:gd name="connsiteY3" fmla="*/ 4971492 h 6858000"/>
              <a:gd name="connsiteX4" fmla="*/ 3418462 w 12192000"/>
              <a:gd name="connsiteY4" fmla="*/ 1259120 h 6858000"/>
              <a:gd name="connsiteX5" fmla="*/ 3418618 w 12192000"/>
              <a:gd name="connsiteY5" fmla="*/ 1259993 h 6858000"/>
              <a:gd name="connsiteX6" fmla="*/ 3419024 w 12192000"/>
              <a:gd name="connsiteY6" fmla="*/ 1259444 h 6858000"/>
              <a:gd name="connsiteX7" fmla="*/ 3418462 w 12192000"/>
              <a:gd name="connsiteY7" fmla="*/ 1259120 h 6858000"/>
              <a:gd name="connsiteX8" fmla="*/ 7965465 w 12192000"/>
              <a:gd name="connsiteY8" fmla="*/ 0 h 6858000"/>
              <a:gd name="connsiteX9" fmla="*/ 12192000 w 12192000"/>
              <a:gd name="connsiteY9" fmla="*/ 0 h 6858000"/>
              <a:gd name="connsiteX10" fmla="*/ 12192000 w 12192000"/>
              <a:gd name="connsiteY10" fmla="*/ 6858000 h 6858000"/>
              <a:gd name="connsiteX11" fmla="*/ 11453891 w 12192000"/>
              <a:gd name="connsiteY11" fmla="*/ 6858000 h 6858000"/>
              <a:gd name="connsiteX12" fmla="*/ 11412751 w 12192000"/>
              <a:gd name="connsiteY12" fmla="*/ 6815162 h 6858000"/>
              <a:gd name="connsiteX13" fmla="*/ 11289597 w 12192000"/>
              <a:gd name="connsiteY13" fmla="*/ 6217433 h 6858000"/>
              <a:gd name="connsiteX14" fmla="*/ 11169959 w 12192000"/>
              <a:gd name="connsiteY14" fmla="*/ 5812733 h 6858000"/>
              <a:gd name="connsiteX15" fmla="*/ 10803229 w 12192000"/>
              <a:gd name="connsiteY15" fmla="*/ 5927798 h 6858000"/>
              <a:gd name="connsiteX16" fmla="*/ 10019849 w 12192000"/>
              <a:gd name="connsiteY16" fmla="*/ 6076112 h 6858000"/>
              <a:gd name="connsiteX17" fmla="*/ 9636342 w 12192000"/>
              <a:gd name="connsiteY17" fmla="*/ 5271760 h 6858000"/>
              <a:gd name="connsiteX18" fmla="*/ 9525372 w 12192000"/>
              <a:gd name="connsiteY18" fmla="*/ 4836737 h 6858000"/>
              <a:gd name="connsiteX19" fmla="*/ 9206679 w 12192000"/>
              <a:gd name="connsiteY19" fmla="*/ 4887483 h 6858000"/>
              <a:gd name="connsiteX20" fmla="*/ 9147680 w 12192000"/>
              <a:gd name="connsiteY20" fmla="*/ 4924210 h 6858000"/>
              <a:gd name="connsiteX21" fmla="*/ 9124161 w 12192000"/>
              <a:gd name="connsiteY21" fmla="*/ 4944484 h 6858000"/>
              <a:gd name="connsiteX22" fmla="*/ 9042018 w 12192000"/>
              <a:gd name="connsiteY22" fmla="*/ 4989282 h 6858000"/>
              <a:gd name="connsiteX23" fmla="*/ 8921199 w 12192000"/>
              <a:gd name="connsiteY23" fmla="*/ 5062844 h 6858000"/>
              <a:gd name="connsiteX24" fmla="*/ 8321246 w 12192000"/>
              <a:gd name="connsiteY24" fmla="*/ 5086583 h 6858000"/>
              <a:gd name="connsiteX25" fmla="*/ 8028426 w 12192000"/>
              <a:gd name="connsiteY25" fmla="*/ 4369922 h 6858000"/>
              <a:gd name="connsiteX26" fmla="*/ 7910835 w 12192000"/>
              <a:gd name="connsiteY26" fmla="*/ 3931077 h 6858000"/>
              <a:gd name="connsiteX27" fmla="*/ 7310682 w 12192000"/>
              <a:gd name="connsiteY27" fmla="*/ 4052693 h 6858000"/>
              <a:gd name="connsiteX28" fmla="*/ 6686835 w 12192000"/>
              <a:gd name="connsiteY28" fmla="*/ 4169457 h 6858000"/>
              <a:gd name="connsiteX29" fmla="*/ 6360308 w 12192000"/>
              <a:gd name="connsiteY29" fmla="*/ 3612051 h 6858000"/>
              <a:gd name="connsiteX30" fmla="*/ 6351881 w 12192000"/>
              <a:gd name="connsiteY30" fmla="*/ 3403504 h 6858000"/>
              <a:gd name="connsiteX31" fmla="*/ 6348681 w 12192000"/>
              <a:gd name="connsiteY31" fmla="*/ 3342060 h 6858000"/>
              <a:gd name="connsiteX32" fmla="*/ 6350035 w 12192000"/>
              <a:gd name="connsiteY32" fmla="*/ 3334078 h 6858000"/>
              <a:gd name="connsiteX33" fmla="*/ 6349219 w 12192000"/>
              <a:gd name="connsiteY33" fmla="*/ 3285618 h 6858000"/>
              <a:gd name="connsiteX34" fmla="*/ 6247387 w 12192000"/>
              <a:gd name="connsiteY34" fmla="*/ 3056192 h 6858000"/>
              <a:gd name="connsiteX35" fmla="*/ 6207618 w 12192000"/>
              <a:gd name="connsiteY35" fmla="*/ 3047871 h 6858000"/>
              <a:gd name="connsiteX36" fmla="*/ 6329195 w 12192000"/>
              <a:gd name="connsiteY36" fmla="*/ 2834103 h 6858000"/>
              <a:gd name="connsiteX37" fmla="*/ 7965465 w 12192000"/>
              <a:gd name="connsiteY37" fmla="*/ 0 h 6858000"/>
              <a:gd name="connsiteX38" fmla="*/ 0 w 12192000"/>
              <a:gd name="connsiteY38" fmla="*/ 0 h 6858000"/>
              <a:gd name="connsiteX39" fmla="*/ 7965461 w 12192000"/>
              <a:gd name="connsiteY39" fmla="*/ 0 h 6858000"/>
              <a:gd name="connsiteX40" fmla="*/ 6331536 w 12192000"/>
              <a:gd name="connsiteY40" fmla="*/ 2830043 h 6858000"/>
              <a:gd name="connsiteX41" fmla="*/ 6210399 w 12192000"/>
              <a:gd name="connsiteY41" fmla="*/ 3042236 h 6858000"/>
              <a:gd name="connsiteX42" fmla="*/ 6153762 w 12192000"/>
              <a:gd name="connsiteY42" fmla="*/ 3040629 h 6858000"/>
              <a:gd name="connsiteX43" fmla="*/ 5850888 w 12192000"/>
              <a:gd name="connsiteY43" fmla="*/ 3174553 h 6858000"/>
              <a:gd name="connsiteX44" fmla="*/ 5167421 w 12192000"/>
              <a:gd name="connsiteY44" fmla="*/ 3256896 h 6858000"/>
              <a:gd name="connsiteX45" fmla="*/ 4859578 w 12192000"/>
              <a:gd name="connsiteY45" fmla="*/ 2505059 h 6858000"/>
              <a:gd name="connsiteX46" fmla="*/ 4739941 w 12192000"/>
              <a:gd name="connsiteY46" fmla="*/ 2100360 h 6858000"/>
              <a:gd name="connsiteX47" fmla="*/ 4373210 w 12192000"/>
              <a:gd name="connsiteY47" fmla="*/ 2215424 h 6858000"/>
              <a:gd name="connsiteX48" fmla="*/ 3589832 w 12192000"/>
              <a:gd name="connsiteY48" fmla="*/ 2363739 h 6858000"/>
              <a:gd name="connsiteX49" fmla="*/ 3206324 w 12192000"/>
              <a:gd name="connsiteY49" fmla="*/ 1559387 h 6858000"/>
              <a:gd name="connsiteX50" fmla="*/ 3095355 w 12192000"/>
              <a:gd name="connsiteY50" fmla="*/ 1124364 h 6858000"/>
              <a:gd name="connsiteX51" fmla="*/ 2776662 w 12192000"/>
              <a:gd name="connsiteY51" fmla="*/ 1175111 h 6858000"/>
              <a:gd name="connsiteX52" fmla="*/ 2717662 w 12192000"/>
              <a:gd name="connsiteY52" fmla="*/ 1211837 h 6858000"/>
              <a:gd name="connsiteX53" fmla="*/ 2694143 w 12192000"/>
              <a:gd name="connsiteY53" fmla="*/ 1232111 h 6858000"/>
              <a:gd name="connsiteX54" fmla="*/ 2612003 w 12192000"/>
              <a:gd name="connsiteY54" fmla="*/ 1276911 h 6858000"/>
              <a:gd name="connsiteX55" fmla="*/ 2491182 w 12192000"/>
              <a:gd name="connsiteY55" fmla="*/ 1350471 h 6858000"/>
              <a:gd name="connsiteX56" fmla="*/ 1891229 w 12192000"/>
              <a:gd name="connsiteY56" fmla="*/ 1374211 h 6858000"/>
              <a:gd name="connsiteX57" fmla="*/ 1598408 w 12192000"/>
              <a:gd name="connsiteY57" fmla="*/ 657549 h 6858000"/>
              <a:gd name="connsiteX58" fmla="*/ 1480818 w 12192000"/>
              <a:gd name="connsiteY58" fmla="*/ 218704 h 6858000"/>
              <a:gd name="connsiteX59" fmla="*/ 880664 w 12192000"/>
              <a:gd name="connsiteY59" fmla="*/ 340320 h 6858000"/>
              <a:gd name="connsiteX60" fmla="*/ 256820 w 12192000"/>
              <a:gd name="connsiteY60" fmla="*/ 457086 h 6858000"/>
              <a:gd name="connsiteX61" fmla="*/ 7821 w 12192000"/>
              <a:gd name="connsiteY61" fmla="*/ 218775 h 6858000"/>
              <a:gd name="connsiteX62" fmla="*/ 0 w 12192000"/>
              <a:gd name="connsiteY62" fmla="*/ 200305 h 6858000"/>
              <a:gd name="connsiteX63" fmla="*/ 0 w 12192000"/>
              <a:gd name="connsiteY63"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12192000" h="6858000">
                <a:moveTo>
                  <a:pt x="9848479" y="4971492"/>
                </a:moveTo>
                <a:lnTo>
                  <a:pt x="9848637" y="4972367"/>
                </a:lnTo>
                <a:lnTo>
                  <a:pt x="9849043" y="4971818"/>
                </a:lnTo>
                <a:lnTo>
                  <a:pt x="9848479" y="4971492"/>
                </a:lnTo>
                <a:close/>
                <a:moveTo>
                  <a:pt x="3418462" y="1259120"/>
                </a:moveTo>
                <a:lnTo>
                  <a:pt x="3418618" y="1259993"/>
                </a:lnTo>
                <a:lnTo>
                  <a:pt x="3419024" y="1259444"/>
                </a:lnTo>
                <a:lnTo>
                  <a:pt x="3418462" y="1259120"/>
                </a:lnTo>
                <a:close/>
                <a:moveTo>
                  <a:pt x="7965465" y="0"/>
                </a:moveTo>
                <a:lnTo>
                  <a:pt x="12192000" y="0"/>
                </a:lnTo>
                <a:lnTo>
                  <a:pt x="12192000" y="6858000"/>
                </a:lnTo>
                <a:lnTo>
                  <a:pt x="11453891" y="6858000"/>
                </a:lnTo>
                <a:lnTo>
                  <a:pt x="11412751" y="6815162"/>
                </a:lnTo>
                <a:cubicBezTo>
                  <a:pt x="11279527" y="6642192"/>
                  <a:pt x="11285140" y="6420212"/>
                  <a:pt x="11289597" y="6217433"/>
                </a:cubicBezTo>
                <a:cubicBezTo>
                  <a:pt x="11290419" y="6032434"/>
                  <a:pt x="11300666" y="5861703"/>
                  <a:pt x="11169959" y="5812733"/>
                </a:cubicBezTo>
                <a:cubicBezTo>
                  <a:pt x="11036454" y="5753316"/>
                  <a:pt x="10925062" y="5839160"/>
                  <a:pt x="10803229" y="5927798"/>
                </a:cubicBezTo>
                <a:cubicBezTo>
                  <a:pt x="10606207" y="6070182"/>
                  <a:pt x="10391084" y="6228612"/>
                  <a:pt x="10019849" y="6076112"/>
                </a:cubicBezTo>
                <a:cubicBezTo>
                  <a:pt x="9624919" y="5918754"/>
                  <a:pt x="9634971" y="5580093"/>
                  <a:pt x="9636342" y="5271760"/>
                </a:cubicBezTo>
                <a:cubicBezTo>
                  <a:pt x="9640988" y="5080134"/>
                  <a:pt x="9641813" y="4895127"/>
                  <a:pt x="9525372" y="4836737"/>
                </a:cubicBezTo>
                <a:cubicBezTo>
                  <a:pt x="9426009" y="4779369"/>
                  <a:pt x="9318729" y="4821762"/>
                  <a:pt x="9206679" y="4887483"/>
                </a:cubicBezTo>
                <a:lnTo>
                  <a:pt x="9147680" y="4924210"/>
                </a:lnTo>
                <a:lnTo>
                  <a:pt x="9124161" y="4944484"/>
                </a:lnTo>
                <a:lnTo>
                  <a:pt x="9042018" y="4989282"/>
                </a:lnTo>
                <a:lnTo>
                  <a:pt x="8921199" y="5062844"/>
                </a:lnTo>
                <a:cubicBezTo>
                  <a:pt x="8744839" y="5158918"/>
                  <a:pt x="8552648" y="5213563"/>
                  <a:pt x="8321246" y="5086583"/>
                </a:cubicBezTo>
                <a:cubicBezTo>
                  <a:pt x="8019331" y="4921112"/>
                  <a:pt x="8022479" y="4640295"/>
                  <a:pt x="8028426" y="4369922"/>
                </a:cubicBezTo>
                <a:cubicBezTo>
                  <a:pt x="8033074" y="4178294"/>
                  <a:pt x="8036699" y="4003744"/>
                  <a:pt x="7910835" y="3931077"/>
                </a:cubicBezTo>
                <a:cubicBezTo>
                  <a:pt x="7751855" y="3839289"/>
                  <a:pt x="7522735" y="3945483"/>
                  <a:pt x="7310682" y="4052693"/>
                </a:cubicBezTo>
                <a:cubicBezTo>
                  <a:pt x="7088187" y="4162702"/>
                  <a:pt x="6869515" y="4266090"/>
                  <a:pt x="6686835" y="4169457"/>
                </a:cubicBezTo>
                <a:cubicBezTo>
                  <a:pt x="6439760" y="4046679"/>
                  <a:pt x="6378761" y="3842546"/>
                  <a:pt x="6360308" y="3612051"/>
                </a:cubicBezTo>
                <a:lnTo>
                  <a:pt x="6351881" y="3403504"/>
                </a:lnTo>
                <a:lnTo>
                  <a:pt x="6348681" y="3342060"/>
                </a:lnTo>
                <a:lnTo>
                  <a:pt x="6350035" y="3334078"/>
                </a:lnTo>
                <a:lnTo>
                  <a:pt x="6349219" y="3285618"/>
                </a:lnTo>
                <a:cubicBezTo>
                  <a:pt x="6347858" y="3165593"/>
                  <a:pt x="6299835" y="3103033"/>
                  <a:pt x="6247387" y="3056192"/>
                </a:cubicBezTo>
                <a:lnTo>
                  <a:pt x="6207618" y="3047871"/>
                </a:lnTo>
                <a:cubicBezTo>
                  <a:pt x="6244175" y="2984552"/>
                  <a:pt x="6292638" y="2897422"/>
                  <a:pt x="6329195" y="2834103"/>
                </a:cubicBezTo>
                <a:lnTo>
                  <a:pt x="7965465" y="0"/>
                </a:lnTo>
                <a:close/>
                <a:moveTo>
                  <a:pt x="0" y="0"/>
                </a:moveTo>
                <a:lnTo>
                  <a:pt x="7965461" y="0"/>
                </a:lnTo>
                <a:lnTo>
                  <a:pt x="6331536" y="2830043"/>
                </a:lnTo>
                <a:lnTo>
                  <a:pt x="6210399" y="3042236"/>
                </a:lnTo>
                <a:lnTo>
                  <a:pt x="6153762" y="3040629"/>
                </a:lnTo>
                <a:cubicBezTo>
                  <a:pt x="6034881" y="3053073"/>
                  <a:pt x="5940096" y="3115652"/>
                  <a:pt x="5850888" y="3174553"/>
                </a:cubicBezTo>
                <a:cubicBezTo>
                  <a:pt x="5661517" y="3303686"/>
                  <a:pt x="5475961" y="3426194"/>
                  <a:pt x="5167421" y="3256896"/>
                </a:cubicBezTo>
                <a:cubicBezTo>
                  <a:pt x="4845636" y="3079939"/>
                  <a:pt x="4853635" y="2775431"/>
                  <a:pt x="4859578" y="2505059"/>
                </a:cubicBezTo>
                <a:cubicBezTo>
                  <a:pt x="4860401" y="2320061"/>
                  <a:pt x="4870650" y="2149331"/>
                  <a:pt x="4739941" y="2100360"/>
                </a:cubicBezTo>
                <a:cubicBezTo>
                  <a:pt x="4606435" y="2040942"/>
                  <a:pt x="4495042" y="2126786"/>
                  <a:pt x="4373210" y="2215424"/>
                </a:cubicBezTo>
                <a:cubicBezTo>
                  <a:pt x="4176188" y="2357808"/>
                  <a:pt x="3961067" y="2516240"/>
                  <a:pt x="3589832" y="2363739"/>
                </a:cubicBezTo>
                <a:cubicBezTo>
                  <a:pt x="3194902" y="2206382"/>
                  <a:pt x="3204954" y="1867721"/>
                  <a:pt x="3206324" y="1559387"/>
                </a:cubicBezTo>
                <a:cubicBezTo>
                  <a:pt x="3210971" y="1367762"/>
                  <a:pt x="3211796" y="1182755"/>
                  <a:pt x="3095355" y="1124364"/>
                </a:cubicBezTo>
                <a:cubicBezTo>
                  <a:pt x="2995992" y="1066997"/>
                  <a:pt x="2888711" y="1109389"/>
                  <a:pt x="2776662" y="1175111"/>
                </a:cubicBezTo>
                <a:lnTo>
                  <a:pt x="2717662" y="1211837"/>
                </a:lnTo>
                <a:lnTo>
                  <a:pt x="2694143" y="1232111"/>
                </a:lnTo>
                <a:lnTo>
                  <a:pt x="2612003" y="1276911"/>
                </a:lnTo>
                <a:lnTo>
                  <a:pt x="2491182" y="1350471"/>
                </a:lnTo>
                <a:cubicBezTo>
                  <a:pt x="2314822" y="1446546"/>
                  <a:pt x="2122633" y="1501192"/>
                  <a:pt x="1891229" y="1374211"/>
                </a:cubicBezTo>
                <a:cubicBezTo>
                  <a:pt x="1589315" y="1208740"/>
                  <a:pt x="1592463" y="927924"/>
                  <a:pt x="1598408" y="657549"/>
                </a:cubicBezTo>
                <a:cubicBezTo>
                  <a:pt x="1603056" y="465922"/>
                  <a:pt x="1606681" y="291372"/>
                  <a:pt x="1480818" y="218704"/>
                </a:cubicBezTo>
                <a:cubicBezTo>
                  <a:pt x="1321837" y="126917"/>
                  <a:pt x="1092718" y="233111"/>
                  <a:pt x="880664" y="340320"/>
                </a:cubicBezTo>
                <a:cubicBezTo>
                  <a:pt x="658169" y="450330"/>
                  <a:pt x="439497" y="553718"/>
                  <a:pt x="256820" y="457086"/>
                </a:cubicBezTo>
                <a:cubicBezTo>
                  <a:pt x="133281" y="395697"/>
                  <a:pt x="56262" y="313968"/>
                  <a:pt x="7821" y="218775"/>
                </a:cubicBezTo>
                <a:lnTo>
                  <a:pt x="0" y="200305"/>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grpSp>
        <p:nvGrpSpPr>
          <p:cNvPr id="9" name="Group 8">
            <a:extLst>
              <a:ext uri="{FF2B5EF4-FFF2-40B4-BE49-F238E27FC236}">
                <a16:creationId xmlns:a16="http://schemas.microsoft.com/office/drawing/2014/main" id="{60CF2EFC-C477-453B-92F8-9A22946DB3D6}"/>
              </a:ext>
            </a:extLst>
          </p:cNvPr>
          <p:cNvGrpSpPr/>
          <p:nvPr userDrawn="1"/>
        </p:nvGrpSpPr>
        <p:grpSpPr>
          <a:xfrm>
            <a:off x="0" y="910846"/>
            <a:ext cx="9886231" cy="5947154"/>
            <a:chOff x="0" y="910846"/>
            <a:chExt cx="9886231" cy="5947154"/>
          </a:xfrm>
        </p:grpSpPr>
        <p:sp>
          <p:nvSpPr>
            <p:cNvPr id="6" name="Freeform: Shape 5">
              <a:extLst>
                <a:ext uri="{FF2B5EF4-FFF2-40B4-BE49-F238E27FC236}">
                  <a16:creationId xmlns:a16="http://schemas.microsoft.com/office/drawing/2014/main" id="{5D848C68-2AD4-4B05-B09C-4952D1C49A4D}"/>
                </a:ext>
              </a:extLst>
            </p:cNvPr>
            <p:cNvSpPr/>
            <p:nvPr userDrawn="1"/>
          </p:nvSpPr>
          <p:spPr>
            <a:xfrm flipH="1">
              <a:off x="0" y="910846"/>
              <a:ext cx="9886231" cy="5947154"/>
            </a:xfrm>
            <a:custGeom>
              <a:avLst/>
              <a:gdLst>
                <a:gd name="connsiteX0" fmla="*/ 3506461 w 9886230"/>
                <a:gd name="connsiteY0" fmla="*/ 5598007 h 5947154"/>
                <a:gd name="connsiteX1" fmla="*/ 3506868 w 9886230"/>
                <a:gd name="connsiteY1" fmla="*/ 5598556 h 5947154"/>
                <a:gd name="connsiteX2" fmla="*/ 3506305 w 9886230"/>
                <a:gd name="connsiteY2" fmla="*/ 5598880 h 5947154"/>
                <a:gd name="connsiteX3" fmla="*/ 1814508 w 9886230"/>
                <a:gd name="connsiteY3" fmla="*/ 5598007 h 5947154"/>
                <a:gd name="connsiteX4" fmla="*/ 1814352 w 9886230"/>
                <a:gd name="connsiteY4" fmla="*/ 5598880 h 5947154"/>
                <a:gd name="connsiteX5" fmla="*/ 1814914 w 9886230"/>
                <a:gd name="connsiteY5" fmla="*/ 5598556 h 5947154"/>
                <a:gd name="connsiteX6" fmla="*/ 3865223 w 9886230"/>
                <a:gd name="connsiteY6" fmla="*/ 3518710 h 5947154"/>
                <a:gd name="connsiteX7" fmla="*/ 4246778 w 9886230"/>
                <a:gd name="connsiteY7" fmla="*/ 3683447 h 5947154"/>
                <a:gd name="connsiteX8" fmla="*/ 4549652 w 9886230"/>
                <a:gd name="connsiteY8" fmla="*/ 3817371 h 5947154"/>
                <a:gd name="connsiteX9" fmla="*/ 4606290 w 9886230"/>
                <a:gd name="connsiteY9" fmla="*/ 3818145 h 5947154"/>
                <a:gd name="connsiteX10" fmla="*/ 4727426 w 9886230"/>
                <a:gd name="connsiteY10" fmla="*/ 4027957 h 5947154"/>
                <a:gd name="connsiteX11" fmla="*/ 4947436 w 9886230"/>
                <a:gd name="connsiteY11" fmla="*/ 4409025 h 5947154"/>
                <a:gd name="connsiteX12" fmla="*/ 4947456 w 9886230"/>
                <a:gd name="connsiteY12" fmla="*/ 4487335 h 5947154"/>
                <a:gd name="connsiteX13" fmla="*/ 4827784 w 9886230"/>
                <a:gd name="connsiteY13" fmla="*/ 4757640 h 5947154"/>
                <a:gd name="connsiteX14" fmla="*/ 4461053 w 9886230"/>
                <a:gd name="connsiteY14" fmla="*/ 4642576 h 5947154"/>
                <a:gd name="connsiteX15" fmla="*/ 3677675 w 9886230"/>
                <a:gd name="connsiteY15" fmla="*/ 4494261 h 5947154"/>
                <a:gd name="connsiteX16" fmla="*/ 3294167 w 9886230"/>
                <a:gd name="connsiteY16" fmla="*/ 5298613 h 5947154"/>
                <a:gd name="connsiteX17" fmla="*/ 3183199 w 9886230"/>
                <a:gd name="connsiteY17" fmla="*/ 5733636 h 5947154"/>
                <a:gd name="connsiteX18" fmla="*/ 2864505 w 9886230"/>
                <a:gd name="connsiteY18" fmla="*/ 5682889 h 5947154"/>
                <a:gd name="connsiteX19" fmla="*/ 2805505 w 9886230"/>
                <a:gd name="connsiteY19" fmla="*/ 5646163 h 5947154"/>
                <a:gd name="connsiteX20" fmla="*/ 2781986 w 9886230"/>
                <a:gd name="connsiteY20" fmla="*/ 5625889 h 5947154"/>
                <a:gd name="connsiteX21" fmla="*/ 2699847 w 9886230"/>
                <a:gd name="connsiteY21" fmla="*/ 5581089 h 5947154"/>
                <a:gd name="connsiteX22" fmla="*/ 2579026 w 9886230"/>
                <a:gd name="connsiteY22" fmla="*/ 5507529 h 5947154"/>
                <a:gd name="connsiteX23" fmla="*/ 1979073 w 9886230"/>
                <a:gd name="connsiteY23" fmla="*/ 5483789 h 5947154"/>
                <a:gd name="connsiteX24" fmla="*/ 1696683 w 9886230"/>
                <a:gd name="connsiteY24" fmla="*/ 5898508 h 5947154"/>
                <a:gd name="connsiteX25" fmla="*/ 1691953 w 9886230"/>
                <a:gd name="connsiteY25" fmla="*/ 5947154 h 5947154"/>
                <a:gd name="connsiteX26" fmla="*/ 0 w 9886230"/>
                <a:gd name="connsiteY26" fmla="*/ 5947154 h 5947154"/>
                <a:gd name="connsiteX27" fmla="*/ 4730 w 9886230"/>
                <a:gd name="connsiteY27" fmla="*/ 5898508 h 5947154"/>
                <a:gd name="connsiteX28" fmla="*/ 287119 w 9886230"/>
                <a:gd name="connsiteY28" fmla="*/ 5483789 h 5947154"/>
                <a:gd name="connsiteX29" fmla="*/ 887072 w 9886230"/>
                <a:gd name="connsiteY29" fmla="*/ 5507529 h 5947154"/>
                <a:gd name="connsiteX30" fmla="*/ 1007893 w 9886230"/>
                <a:gd name="connsiteY30" fmla="*/ 5581089 h 5947154"/>
                <a:gd name="connsiteX31" fmla="*/ 1090033 w 9886230"/>
                <a:gd name="connsiteY31" fmla="*/ 5625889 h 5947154"/>
                <a:gd name="connsiteX32" fmla="*/ 1113552 w 9886230"/>
                <a:gd name="connsiteY32" fmla="*/ 5646163 h 5947154"/>
                <a:gd name="connsiteX33" fmla="*/ 1172552 w 9886230"/>
                <a:gd name="connsiteY33" fmla="*/ 5682889 h 5947154"/>
                <a:gd name="connsiteX34" fmla="*/ 1491245 w 9886230"/>
                <a:gd name="connsiteY34" fmla="*/ 5733636 h 5947154"/>
                <a:gd name="connsiteX35" fmla="*/ 1602214 w 9886230"/>
                <a:gd name="connsiteY35" fmla="*/ 5298613 h 5947154"/>
                <a:gd name="connsiteX36" fmla="*/ 1985722 w 9886230"/>
                <a:gd name="connsiteY36" fmla="*/ 4494261 h 5947154"/>
                <a:gd name="connsiteX37" fmla="*/ 2769101 w 9886230"/>
                <a:gd name="connsiteY37" fmla="*/ 4642576 h 5947154"/>
                <a:gd name="connsiteX38" fmla="*/ 3135832 w 9886230"/>
                <a:gd name="connsiteY38" fmla="*/ 4757640 h 5947154"/>
                <a:gd name="connsiteX39" fmla="*/ 3255469 w 9886230"/>
                <a:gd name="connsiteY39" fmla="*/ 4352941 h 5947154"/>
                <a:gd name="connsiteX40" fmla="*/ 3563312 w 9886230"/>
                <a:gd name="connsiteY40" fmla="*/ 3601104 h 5947154"/>
                <a:gd name="connsiteX41" fmla="*/ 3865223 w 9886230"/>
                <a:gd name="connsiteY41" fmla="*/ 3518710 h 5947154"/>
                <a:gd name="connsiteX42" fmla="*/ 8244527 w 9886230"/>
                <a:gd name="connsiteY42" fmla="*/ 1885633 h 5947154"/>
                <a:gd name="connsiteX43" fmla="*/ 8244369 w 9886230"/>
                <a:gd name="connsiteY43" fmla="*/ 1886508 h 5947154"/>
                <a:gd name="connsiteX44" fmla="*/ 8244933 w 9886230"/>
                <a:gd name="connsiteY44" fmla="*/ 1886182 h 5947154"/>
                <a:gd name="connsiteX45" fmla="*/ 9849781 w 9886230"/>
                <a:gd name="connsiteY45" fmla="*/ 0 h 5947154"/>
                <a:gd name="connsiteX46" fmla="*/ 9886230 w 9886230"/>
                <a:gd name="connsiteY46" fmla="*/ 0 h 5947154"/>
                <a:gd name="connsiteX47" fmla="*/ 9886230 w 9886230"/>
                <a:gd name="connsiteY47" fmla="*/ 926156 h 5947154"/>
                <a:gd name="connsiteX48" fmla="*/ 9880965 w 9886230"/>
                <a:gd name="connsiteY48" fmla="*/ 930594 h 5947154"/>
                <a:gd name="connsiteX49" fmla="*/ 9724185 w 9886230"/>
                <a:gd name="connsiteY49" fmla="*/ 1586240 h 5947154"/>
                <a:gd name="connsiteX50" fmla="*/ 9613215 w 9886230"/>
                <a:gd name="connsiteY50" fmla="*/ 2021263 h 5947154"/>
                <a:gd name="connsiteX51" fmla="*/ 9294522 w 9886230"/>
                <a:gd name="connsiteY51" fmla="*/ 1970517 h 5947154"/>
                <a:gd name="connsiteX52" fmla="*/ 9235523 w 9886230"/>
                <a:gd name="connsiteY52" fmla="*/ 1933790 h 5947154"/>
                <a:gd name="connsiteX53" fmla="*/ 9212004 w 9886230"/>
                <a:gd name="connsiteY53" fmla="*/ 1913516 h 5947154"/>
                <a:gd name="connsiteX54" fmla="*/ 9129861 w 9886230"/>
                <a:gd name="connsiteY54" fmla="*/ 1868718 h 5947154"/>
                <a:gd name="connsiteX55" fmla="*/ 9009042 w 9886230"/>
                <a:gd name="connsiteY55" fmla="*/ 1795156 h 5947154"/>
                <a:gd name="connsiteX56" fmla="*/ 8409089 w 9886230"/>
                <a:gd name="connsiteY56" fmla="*/ 1771417 h 5947154"/>
                <a:gd name="connsiteX57" fmla="*/ 8116269 w 9886230"/>
                <a:gd name="connsiteY57" fmla="*/ 2488078 h 5947154"/>
                <a:gd name="connsiteX58" fmla="*/ 7998678 w 9886230"/>
                <a:gd name="connsiteY58" fmla="*/ 2926923 h 5947154"/>
                <a:gd name="connsiteX59" fmla="*/ 7398525 w 9886230"/>
                <a:gd name="connsiteY59" fmla="*/ 2805307 h 5947154"/>
                <a:gd name="connsiteX60" fmla="*/ 6774678 w 9886230"/>
                <a:gd name="connsiteY60" fmla="*/ 2688543 h 5947154"/>
                <a:gd name="connsiteX61" fmla="*/ 6448151 w 9886230"/>
                <a:gd name="connsiteY61" fmla="*/ 3245949 h 5947154"/>
                <a:gd name="connsiteX62" fmla="*/ 6439724 w 9886230"/>
                <a:gd name="connsiteY62" fmla="*/ 3454496 h 5947154"/>
                <a:gd name="connsiteX63" fmla="*/ 6436524 w 9886230"/>
                <a:gd name="connsiteY63" fmla="*/ 3515940 h 5947154"/>
                <a:gd name="connsiteX64" fmla="*/ 6437878 w 9886230"/>
                <a:gd name="connsiteY64" fmla="*/ 3523922 h 5947154"/>
                <a:gd name="connsiteX65" fmla="*/ 6437062 w 9886230"/>
                <a:gd name="connsiteY65" fmla="*/ 3572382 h 5947154"/>
                <a:gd name="connsiteX66" fmla="*/ 6330467 w 9886230"/>
                <a:gd name="connsiteY66" fmla="*/ 3816095 h 5947154"/>
                <a:gd name="connsiteX67" fmla="*/ 6307367 w 9886230"/>
                <a:gd name="connsiteY67" fmla="*/ 3833941 h 5947154"/>
                <a:gd name="connsiteX68" fmla="*/ 6417038 w 9886230"/>
                <a:gd name="connsiteY68" fmla="*/ 4023897 h 5947154"/>
                <a:gd name="connsiteX69" fmla="*/ 7527431 w 9886230"/>
                <a:gd name="connsiteY69" fmla="*/ 5947154 h 5947154"/>
                <a:gd name="connsiteX70" fmla="*/ 7527427 w 9886230"/>
                <a:gd name="connsiteY70" fmla="*/ 5947154 h 5947154"/>
                <a:gd name="connsiteX71" fmla="*/ 6419379 w 9886230"/>
                <a:gd name="connsiteY71" fmla="*/ 4027957 h 5947154"/>
                <a:gd name="connsiteX72" fmla="*/ 6298243 w 9886230"/>
                <a:gd name="connsiteY72" fmla="*/ 3818145 h 5947154"/>
                <a:gd name="connsiteX73" fmla="*/ 6241605 w 9886230"/>
                <a:gd name="connsiteY73" fmla="*/ 3817371 h 5947154"/>
                <a:gd name="connsiteX74" fmla="*/ 5938731 w 9886230"/>
                <a:gd name="connsiteY74" fmla="*/ 3683447 h 5947154"/>
                <a:gd name="connsiteX75" fmla="*/ 5255265 w 9886230"/>
                <a:gd name="connsiteY75" fmla="*/ 3601104 h 5947154"/>
                <a:gd name="connsiteX76" fmla="*/ 4947421 w 9886230"/>
                <a:gd name="connsiteY76" fmla="*/ 4352941 h 5947154"/>
                <a:gd name="connsiteX77" fmla="*/ 4947436 w 9886230"/>
                <a:gd name="connsiteY77" fmla="*/ 4409019 h 5947154"/>
                <a:gd name="connsiteX78" fmla="*/ 4725086 w 9886230"/>
                <a:gd name="connsiteY78" fmla="*/ 4023897 h 5947154"/>
                <a:gd name="connsiteX79" fmla="*/ 4615415 w 9886230"/>
                <a:gd name="connsiteY79" fmla="*/ 3833941 h 5947154"/>
                <a:gd name="connsiteX80" fmla="*/ 4638514 w 9886230"/>
                <a:gd name="connsiteY80" fmla="*/ 3816095 h 5947154"/>
                <a:gd name="connsiteX81" fmla="*/ 4745110 w 9886230"/>
                <a:gd name="connsiteY81" fmla="*/ 3572382 h 5947154"/>
                <a:gd name="connsiteX82" fmla="*/ 4745925 w 9886230"/>
                <a:gd name="connsiteY82" fmla="*/ 3523922 h 5947154"/>
                <a:gd name="connsiteX83" fmla="*/ 4744571 w 9886230"/>
                <a:gd name="connsiteY83" fmla="*/ 3515940 h 5947154"/>
                <a:gd name="connsiteX84" fmla="*/ 4747772 w 9886230"/>
                <a:gd name="connsiteY84" fmla="*/ 3454496 h 5947154"/>
                <a:gd name="connsiteX85" fmla="*/ 4756198 w 9886230"/>
                <a:gd name="connsiteY85" fmla="*/ 3245949 h 5947154"/>
                <a:gd name="connsiteX86" fmla="*/ 5082726 w 9886230"/>
                <a:gd name="connsiteY86" fmla="*/ 2688543 h 5947154"/>
                <a:gd name="connsiteX87" fmla="*/ 5706572 w 9886230"/>
                <a:gd name="connsiteY87" fmla="*/ 2805307 h 5947154"/>
                <a:gd name="connsiteX88" fmla="*/ 6306725 w 9886230"/>
                <a:gd name="connsiteY88" fmla="*/ 2926923 h 5947154"/>
                <a:gd name="connsiteX89" fmla="*/ 6424316 w 9886230"/>
                <a:gd name="connsiteY89" fmla="*/ 2488078 h 5947154"/>
                <a:gd name="connsiteX90" fmla="*/ 6717136 w 9886230"/>
                <a:gd name="connsiteY90" fmla="*/ 1771417 h 5947154"/>
                <a:gd name="connsiteX91" fmla="*/ 7317089 w 9886230"/>
                <a:gd name="connsiteY91" fmla="*/ 1795156 h 5947154"/>
                <a:gd name="connsiteX92" fmla="*/ 7437908 w 9886230"/>
                <a:gd name="connsiteY92" fmla="*/ 1868718 h 5947154"/>
                <a:gd name="connsiteX93" fmla="*/ 7520051 w 9886230"/>
                <a:gd name="connsiteY93" fmla="*/ 1913516 h 5947154"/>
                <a:gd name="connsiteX94" fmla="*/ 7543570 w 9886230"/>
                <a:gd name="connsiteY94" fmla="*/ 1933790 h 5947154"/>
                <a:gd name="connsiteX95" fmla="*/ 7602569 w 9886230"/>
                <a:gd name="connsiteY95" fmla="*/ 1970517 h 5947154"/>
                <a:gd name="connsiteX96" fmla="*/ 7921262 w 9886230"/>
                <a:gd name="connsiteY96" fmla="*/ 2021263 h 5947154"/>
                <a:gd name="connsiteX97" fmla="*/ 8032232 w 9886230"/>
                <a:gd name="connsiteY97" fmla="*/ 1586240 h 5947154"/>
                <a:gd name="connsiteX98" fmla="*/ 8415739 w 9886230"/>
                <a:gd name="connsiteY98" fmla="*/ 781888 h 5947154"/>
                <a:gd name="connsiteX99" fmla="*/ 9199119 w 9886230"/>
                <a:gd name="connsiteY99" fmla="*/ 930202 h 5947154"/>
                <a:gd name="connsiteX100" fmla="*/ 9565849 w 9886230"/>
                <a:gd name="connsiteY100" fmla="*/ 1045267 h 5947154"/>
                <a:gd name="connsiteX101" fmla="*/ 9685487 w 9886230"/>
                <a:gd name="connsiteY101" fmla="*/ 640567 h 5947154"/>
                <a:gd name="connsiteX102" fmla="*/ 9808641 w 9886230"/>
                <a:gd name="connsiteY102" fmla="*/ 42838 h 5947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886230" h="5947154">
                  <a:moveTo>
                    <a:pt x="3506461" y="5598007"/>
                  </a:moveTo>
                  <a:lnTo>
                    <a:pt x="3506868" y="5598556"/>
                  </a:lnTo>
                  <a:lnTo>
                    <a:pt x="3506305" y="5598880"/>
                  </a:lnTo>
                  <a:close/>
                  <a:moveTo>
                    <a:pt x="1814508" y="5598007"/>
                  </a:moveTo>
                  <a:lnTo>
                    <a:pt x="1814352" y="5598880"/>
                  </a:lnTo>
                  <a:lnTo>
                    <a:pt x="1814914" y="5598556"/>
                  </a:lnTo>
                  <a:close/>
                  <a:moveTo>
                    <a:pt x="3865223" y="3518710"/>
                  </a:moveTo>
                  <a:cubicBezTo>
                    <a:pt x="4011555" y="3524619"/>
                    <a:pt x="4128422" y="3602739"/>
                    <a:pt x="4246778" y="3683447"/>
                  </a:cubicBezTo>
                  <a:cubicBezTo>
                    <a:pt x="4335986" y="3742348"/>
                    <a:pt x="4430771" y="3804927"/>
                    <a:pt x="4549652" y="3817371"/>
                  </a:cubicBezTo>
                  <a:lnTo>
                    <a:pt x="4606290" y="3818145"/>
                  </a:lnTo>
                  <a:lnTo>
                    <a:pt x="4727426" y="4027957"/>
                  </a:lnTo>
                  <a:lnTo>
                    <a:pt x="4947436" y="4409025"/>
                  </a:lnTo>
                  <a:lnTo>
                    <a:pt x="4947456" y="4487335"/>
                  </a:lnTo>
                  <a:cubicBezTo>
                    <a:pt x="4944559" y="4615694"/>
                    <a:pt x="4925816" y="4720911"/>
                    <a:pt x="4827784" y="4757640"/>
                  </a:cubicBezTo>
                  <a:cubicBezTo>
                    <a:pt x="4694278" y="4817058"/>
                    <a:pt x="4582885" y="4731214"/>
                    <a:pt x="4461053" y="4642576"/>
                  </a:cubicBezTo>
                  <a:cubicBezTo>
                    <a:pt x="4264031" y="4500192"/>
                    <a:pt x="4048910" y="4341760"/>
                    <a:pt x="3677675" y="4494261"/>
                  </a:cubicBezTo>
                  <a:cubicBezTo>
                    <a:pt x="3282746" y="4651618"/>
                    <a:pt x="3292798" y="4990279"/>
                    <a:pt x="3294167" y="5298613"/>
                  </a:cubicBezTo>
                  <a:cubicBezTo>
                    <a:pt x="3298814" y="5490238"/>
                    <a:pt x="3299640" y="5675245"/>
                    <a:pt x="3183199" y="5733636"/>
                  </a:cubicBezTo>
                  <a:cubicBezTo>
                    <a:pt x="3083835" y="5791003"/>
                    <a:pt x="2976554" y="5748611"/>
                    <a:pt x="2864505" y="5682889"/>
                  </a:cubicBezTo>
                  <a:lnTo>
                    <a:pt x="2805505" y="5646163"/>
                  </a:lnTo>
                  <a:lnTo>
                    <a:pt x="2781986" y="5625889"/>
                  </a:lnTo>
                  <a:lnTo>
                    <a:pt x="2699847" y="5581089"/>
                  </a:lnTo>
                  <a:lnTo>
                    <a:pt x="2579026" y="5507529"/>
                  </a:lnTo>
                  <a:cubicBezTo>
                    <a:pt x="2402667" y="5411454"/>
                    <a:pt x="2210476" y="5356808"/>
                    <a:pt x="1979073" y="5483789"/>
                  </a:cubicBezTo>
                  <a:cubicBezTo>
                    <a:pt x="1790376" y="5587209"/>
                    <a:pt x="1720845" y="5735685"/>
                    <a:pt x="1696683" y="5898508"/>
                  </a:cubicBezTo>
                  <a:lnTo>
                    <a:pt x="1691953" y="5947154"/>
                  </a:lnTo>
                  <a:lnTo>
                    <a:pt x="0" y="5947154"/>
                  </a:lnTo>
                  <a:lnTo>
                    <a:pt x="4730" y="5898508"/>
                  </a:lnTo>
                  <a:cubicBezTo>
                    <a:pt x="28892" y="5735685"/>
                    <a:pt x="98423" y="5587209"/>
                    <a:pt x="287119" y="5483789"/>
                  </a:cubicBezTo>
                  <a:cubicBezTo>
                    <a:pt x="518523" y="5356808"/>
                    <a:pt x="710712" y="5411454"/>
                    <a:pt x="887072" y="5507529"/>
                  </a:cubicBezTo>
                  <a:lnTo>
                    <a:pt x="1007893" y="5581089"/>
                  </a:lnTo>
                  <a:lnTo>
                    <a:pt x="1090033" y="5625889"/>
                  </a:lnTo>
                  <a:lnTo>
                    <a:pt x="1113552" y="5646163"/>
                  </a:lnTo>
                  <a:lnTo>
                    <a:pt x="1172552" y="5682889"/>
                  </a:lnTo>
                  <a:cubicBezTo>
                    <a:pt x="1284601" y="5748611"/>
                    <a:pt x="1391882" y="5791003"/>
                    <a:pt x="1491245" y="5733636"/>
                  </a:cubicBezTo>
                  <a:cubicBezTo>
                    <a:pt x="1607686" y="5675245"/>
                    <a:pt x="1606861" y="5490238"/>
                    <a:pt x="1602214" y="5298613"/>
                  </a:cubicBezTo>
                  <a:cubicBezTo>
                    <a:pt x="1600844" y="4990279"/>
                    <a:pt x="1590792" y="4651618"/>
                    <a:pt x="1985722" y="4494261"/>
                  </a:cubicBezTo>
                  <a:cubicBezTo>
                    <a:pt x="2356958" y="4341760"/>
                    <a:pt x="2572078" y="4500192"/>
                    <a:pt x="2769101" y="4642576"/>
                  </a:cubicBezTo>
                  <a:cubicBezTo>
                    <a:pt x="2890932" y="4731214"/>
                    <a:pt x="3002326" y="4817058"/>
                    <a:pt x="3135832" y="4757640"/>
                  </a:cubicBezTo>
                  <a:cubicBezTo>
                    <a:pt x="3266541" y="4708669"/>
                    <a:pt x="3256292" y="4537939"/>
                    <a:pt x="3255469" y="4352941"/>
                  </a:cubicBezTo>
                  <a:cubicBezTo>
                    <a:pt x="3249526" y="4082569"/>
                    <a:pt x="3241526" y="3778061"/>
                    <a:pt x="3563312" y="3601104"/>
                  </a:cubicBezTo>
                  <a:cubicBezTo>
                    <a:pt x="3679014" y="3537617"/>
                    <a:pt x="3777423" y="3515166"/>
                    <a:pt x="3865223" y="3518710"/>
                  </a:cubicBezTo>
                  <a:close/>
                  <a:moveTo>
                    <a:pt x="8244527" y="1885633"/>
                  </a:moveTo>
                  <a:lnTo>
                    <a:pt x="8244369" y="1886508"/>
                  </a:lnTo>
                  <a:lnTo>
                    <a:pt x="8244933" y="1886182"/>
                  </a:lnTo>
                  <a:close/>
                  <a:moveTo>
                    <a:pt x="9849781" y="0"/>
                  </a:moveTo>
                  <a:lnTo>
                    <a:pt x="9886230" y="0"/>
                  </a:lnTo>
                  <a:lnTo>
                    <a:pt x="9886230" y="926156"/>
                  </a:lnTo>
                  <a:lnTo>
                    <a:pt x="9880965" y="930594"/>
                  </a:lnTo>
                  <a:cubicBezTo>
                    <a:pt x="9717245" y="1106681"/>
                    <a:pt x="9723157" y="1354990"/>
                    <a:pt x="9724185" y="1586240"/>
                  </a:cubicBezTo>
                  <a:cubicBezTo>
                    <a:pt x="9728831" y="1777866"/>
                    <a:pt x="9729656" y="1962873"/>
                    <a:pt x="9613215" y="2021263"/>
                  </a:cubicBezTo>
                  <a:cubicBezTo>
                    <a:pt x="9513852" y="2078631"/>
                    <a:pt x="9406572" y="2036238"/>
                    <a:pt x="9294522" y="1970517"/>
                  </a:cubicBezTo>
                  <a:lnTo>
                    <a:pt x="9235523" y="1933790"/>
                  </a:lnTo>
                  <a:lnTo>
                    <a:pt x="9212004" y="1913516"/>
                  </a:lnTo>
                  <a:lnTo>
                    <a:pt x="9129861" y="1868718"/>
                  </a:lnTo>
                  <a:lnTo>
                    <a:pt x="9009042" y="1795156"/>
                  </a:lnTo>
                  <a:cubicBezTo>
                    <a:pt x="8832682" y="1699082"/>
                    <a:pt x="8640491" y="1644437"/>
                    <a:pt x="8409089" y="1771417"/>
                  </a:cubicBezTo>
                  <a:cubicBezTo>
                    <a:pt x="8107174" y="1936888"/>
                    <a:pt x="8110322" y="2217705"/>
                    <a:pt x="8116269" y="2488078"/>
                  </a:cubicBezTo>
                  <a:cubicBezTo>
                    <a:pt x="8120917" y="2679706"/>
                    <a:pt x="8124542" y="2854256"/>
                    <a:pt x="7998678" y="2926923"/>
                  </a:cubicBezTo>
                  <a:cubicBezTo>
                    <a:pt x="7839698" y="3018711"/>
                    <a:pt x="7610578" y="2912517"/>
                    <a:pt x="7398525" y="2805307"/>
                  </a:cubicBezTo>
                  <a:cubicBezTo>
                    <a:pt x="7176030" y="2695298"/>
                    <a:pt x="6957358" y="2591910"/>
                    <a:pt x="6774678" y="2688543"/>
                  </a:cubicBezTo>
                  <a:cubicBezTo>
                    <a:pt x="6527603" y="2811321"/>
                    <a:pt x="6466604" y="3015454"/>
                    <a:pt x="6448151" y="3245949"/>
                  </a:cubicBezTo>
                  <a:lnTo>
                    <a:pt x="6439724" y="3454496"/>
                  </a:lnTo>
                  <a:lnTo>
                    <a:pt x="6436524" y="3515940"/>
                  </a:lnTo>
                  <a:lnTo>
                    <a:pt x="6437878" y="3523922"/>
                  </a:lnTo>
                  <a:lnTo>
                    <a:pt x="6437062" y="3572382"/>
                  </a:lnTo>
                  <a:cubicBezTo>
                    <a:pt x="6435701" y="3692407"/>
                    <a:pt x="6382915" y="3769254"/>
                    <a:pt x="6330467" y="3816095"/>
                  </a:cubicBezTo>
                  <a:lnTo>
                    <a:pt x="6307367" y="3833941"/>
                  </a:lnTo>
                  <a:lnTo>
                    <a:pt x="6417038" y="4023897"/>
                  </a:lnTo>
                  <a:lnTo>
                    <a:pt x="7527431" y="5947154"/>
                  </a:lnTo>
                  <a:lnTo>
                    <a:pt x="7527427" y="5947154"/>
                  </a:lnTo>
                  <a:lnTo>
                    <a:pt x="6419379" y="4027957"/>
                  </a:lnTo>
                  <a:lnTo>
                    <a:pt x="6298243" y="3818145"/>
                  </a:lnTo>
                  <a:lnTo>
                    <a:pt x="6241605" y="3817371"/>
                  </a:lnTo>
                  <a:cubicBezTo>
                    <a:pt x="6122724" y="3804927"/>
                    <a:pt x="6027939" y="3742348"/>
                    <a:pt x="5938731" y="3683447"/>
                  </a:cubicBezTo>
                  <a:cubicBezTo>
                    <a:pt x="5749360" y="3554314"/>
                    <a:pt x="5563804" y="3431806"/>
                    <a:pt x="5255265" y="3601104"/>
                  </a:cubicBezTo>
                  <a:cubicBezTo>
                    <a:pt x="4933480" y="3778061"/>
                    <a:pt x="4941478" y="4082569"/>
                    <a:pt x="4947421" y="4352941"/>
                  </a:cubicBezTo>
                  <a:lnTo>
                    <a:pt x="4947436" y="4409019"/>
                  </a:lnTo>
                  <a:lnTo>
                    <a:pt x="4725086" y="4023897"/>
                  </a:lnTo>
                  <a:lnTo>
                    <a:pt x="4615415" y="3833941"/>
                  </a:lnTo>
                  <a:lnTo>
                    <a:pt x="4638514" y="3816095"/>
                  </a:lnTo>
                  <a:cubicBezTo>
                    <a:pt x="4690962" y="3769254"/>
                    <a:pt x="4743748" y="3692407"/>
                    <a:pt x="4745110" y="3572382"/>
                  </a:cubicBezTo>
                  <a:lnTo>
                    <a:pt x="4745925" y="3523922"/>
                  </a:lnTo>
                  <a:lnTo>
                    <a:pt x="4744571" y="3515940"/>
                  </a:lnTo>
                  <a:lnTo>
                    <a:pt x="4747772" y="3454496"/>
                  </a:lnTo>
                  <a:lnTo>
                    <a:pt x="4756198" y="3245949"/>
                  </a:lnTo>
                  <a:cubicBezTo>
                    <a:pt x="4774652" y="3015454"/>
                    <a:pt x="4835651" y="2811321"/>
                    <a:pt x="5082726" y="2688543"/>
                  </a:cubicBezTo>
                  <a:cubicBezTo>
                    <a:pt x="5265406" y="2591910"/>
                    <a:pt x="5484077" y="2695298"/>
                    <a:pt x="5706572" y="2805307"/>
                  </a:cubicBezTo>
                  <a:cubicBezTo>
                    <a:pt x="5918625" y="2912517"/>
                    <a:pt x="6147745" y="3018711"/>
                    <a:pt x="6306725" y="2926923"/>
                  </a:cubicBezTo>
                  <a:cubicBezTo>
                    <a:pt x="6432589" y="2854256"/>
                    <a:pt x="6428964" y="2679706"/>
                    <a:pt x="6424316" y="2488078"/>
                  </a:cubicBezTo>
                  <a:cubicBezTo>
                    <a:pt x="6418369" y="2217705"/>
                    <a:pt x="6415221" y="1936888"/>
                    <a:pt x="6717136" y="1771417"/>
                  </a:cubicBezTo>
                  <a:cubicBezTo>
                    <a:pt x="6948538" y="1644437"/>
                    <a:pt x="7140729" y="1699082"/>
                    <a:pt x="7317089" y="1795156"/>
                  </a:cubicBezTo>
                  <a:lnTo>
                    <a:pt x="7437908" y="1868718"/>
                  </a:lnTo>
                  <a:lnTo>
                    <a:pt x="7520051" y="1913516"/>
                  </a:lnTo>
                  <a:lnTo>
                    <a:pt x="7543570" y="1933790"/>
                  </a:lnTo>
                  <a:lnTo>
                    <a:pt x="7602569" y="1970517"/>
                  </a:lnTo>
                  <a:cubicBezTo>
                    <a:pt x="7714619" y="2036238"/>
                    <a:pt x="7821899" y="2078631"/>
                    <a:pt x="7921262" y="2021263"/>
                  </a:cubicBezTo>
                  <a:cubicBezTo>
                    <a:pt x="8037703" y="1962873"/>
                    <a:pt x="8036878" y="1777866"/>
                    <a:pt x="8032232" y="1586240"/>
                  </a:cubicBezTo>
                  <a:cubicBezTo>
                    <a:pt x="8030861" y="1277907"/>
                    <a:pt x="8020809" y="939246"/>
                    <a:pt x="8415739" y="781888"/>
                  </a:cubicBezTo>
                  <a:cubicBezTo>
                    <a:pt x="8786974" y="629388"/>
                    <a:pt x="9002097" y="787818"/>
                    <a:pt x="9199119" y="930202"/>
                  </a:cubicBezTo>
                  <a:cubicBezTo>
                    <a:pt x="9320952" y="1018840"/>
                    <a:pt x="9432344" y="1104684"/>
                    <a:pt x="9565849" y="1045267"/>
                  </a:cubicBezTo>
                  <a:cubicBezTo>
                    <a:pt x="9696556" y="996297"/>
                    <a:pt x="9686309" y="825566"/>
                    <a:pt x="9685487" y="640567"/>
                  </a:cubicBezTo>
                  <a:cubicBezTo>
                    <a:pt x="9681030" y="437788"/>
                    <a:pt x="9675417" y="215808"/>
                    <a:pt x="9808641" y="42838"/>
                  </a:cubicBezTo>
                  <a:close/>
                </a:path>
              </a:pathLst>
            </a:custGeom>
            <a:solidFill>
              <a:schemeClr val="accent2">
                <a:lumMod val="50000"/>
                <a:alpha val="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7" name="Freeform: Shape 6">
              <a:extLst>
                <a:ext uri="{FF2B5EF4-FFF2-40B4-BE49-F238E27FC236}">
                  <a16:creationId xmlns:a16="http://schemas.microsoft.com/office/drawing/2014/main" id="{09B5E42C-B13C-44D8-8EB1-CFCF68E9539B}"/>
                </a:ext>
              </a:extLst>
            </p:cNvPr>
            <p:cNvSpPr/>
            <p:nvPr userDrawn="1"/>
          </p:nvSpPr>
          <p:spPr>
            <a:xfrm flipH="1">
              <a:off x="0" y="3561016"/>
              <a:ext cx="5485327" cy="3296984"/>
            </a:xfrm>
            <a:custGeom>
              <a:avLst/>
              <a:gdLst>
                <a:gd name="connsiteX0" fmla="*/ 3503552 w 5485326"/>
                <a:gd name="connsiteY0" fmla="*/ 2947837 h 3296984"/>
                <a:gd name="connsiteX1" fmla="*/ 3503959 w 5485326"/>
                <a:gd name="connsiteY1" fmla="*/ 2948386 h 3296984"/>
                <a:gd name="connsiteX2" fmla="*/ 3503396 w 5485326"/>
                <a:gd name="connsiteY2" fmla="*/ 2948710 h 3296984"/>
                <a:gd name="connsiteX3" fmla="*/ 1811599 w 5485326"/>
                <a:gd name="connsiteY3" fmla="*/ 2947837 h 3296984"/>
                <a:gd name="connsiteX4" fmla="*/ 1811443 w 5485326"/>
                <a:gd name="connsiteY4" fmla="*/ 2948710 h 3296984"/>
                <a:gd name="connsiteX5" fmla="*/ 1812005 w 5485326"/>
                <a:gd name="connsiteY5" fmla="*/ 2948386 h 3296984"/>
                <a:gd name="connsiteX6" fmla="*/ 3862313 w 5485326"/>
                <a:gd name="connsiteY6" fmla="*/ 868540 h 3296984"/>
                <a:gd name="connsiteX7" fmla="*/ 4243869 w 5485326"/>
                <a:gd name="connsiteY7" fmla="*/ 1033277 h 3296984"/>
                <a:gd name="connsiteX8" fmla="*/ 4546743 w 5485326"/>
                <a:gd name="connsiteY8" fmla="*/ 1167201 h 3296984"/>
                <a:gd name="connsiteX9" fmla="*/ 4603381 w 5485326"/>
                <a:gd name="connsiteY9" fmla="*/ 1167975 h 3296984"/>
                <a:gd name="connsiteX10" fmla="*/ 4724517 w 5485326"/>
                <a:gd name="connsiteY10" fmla="*/ 1377787 h 3296984"/>
                <a:gd name="connsiteX11" fmla="*/ 4944527 w 5485326"/>
                <a:gd name="connsiteY11" fmla="*/ 1758855 h 3296984"/>
                <a:gd name="connsiteX12" fmla="*/ 4944547 w 5485326"/>
                <a:gd name="connsiteY12" fmla="*/ 1837165 h 3296984"/>
                <a:gd name="connsiteX13" fmla="*/ 4824875 w 5485326"/>
                <a:gd name="connsiteY13" fmla="*/ 2107470 h 3296984"/>
                <a:gd name="connsiteX14" fmla="*/ 4458144 w 5485326"/>
                <a:gd name="connsiteY14" fmla="*/ 1992406 h 3296984"/>
                <a:gd name="connsiteX15" fmla="*/ 3674766 w 5485326"/>
                <a:gd name="connsiteY15" fmla="*/ 1844091 h 3296984"/>
                <a:gd name="connsiteX16" fmla="*/ 3291258 w 5485326"/>
                <a:gd name="connsiteY16" fmla="*/ 2648443 h 3296984"/>
                <a:gd name="connsiteX17" fmla="*/ 3180290 w 5485326"/>
                <a:gd name="connsiteY17" fmla="*/ 3083466 h 3296984"/>
                <a:gd name="connsiteX18" fmla="*/ 2861596 w 5485326"/>
                <a:gd name="connsiteY18" fmla="*/ 3032719 h 3296984"/>
                <a:gd name="connsiteX19" fmla="*/ 2802596 w 5485326"/>
                <a:gd name="connsiteY19" fmla="*/ 2995993 h 3296984"/>
                <a:gd name="connsiteX20" fmla="*/ 2779077 w 5485326"/>
                <a:gd name="connsiteY20" fmla="*/ 2975719 h 3296984"/>
                <a:gd name="connsiteX21" fmla="*/ 2696938 w 5485326"/>
                <a:gd name="connsiteY21" fmla="*/ 2930919 h 3296984"/>
                <a:gd name="connsiteX22" fmla="*/ 2576117 w 5485326"/>
                <a:gd name="connsiteY22" fmla="*/ 2857359 h 3296984"/>
                <a:gd name="connsiteX23" fmla="*/ 1976163 w 5485326"/>
                <a:gd name="connsiteY23" fmla="*/ 2833619 h 3296984"/>
                <a:gd name="connsiteX24" fmla="*/ 1714306 w 5485326"/>
                <a:gd name="connsiteY24" fmla="*/ 3152611 h 3296984"/>
                <a:gd name="connsiteX25" fmla="*/ 1691953 w 5485326"/>
                <a:gd name="connsiteY25" fmla="*/ 3296984 h 3296984"/>
                <a:gd name="connsiteX26" fmla="*/ 0 w 5485326"/>
                <a:gd name="connsiteY26" fmla="*/ 3296984 h 3296984"/>
                <a:gd name="connsiteX27" fmla="*/ 22353 w 5485326"/>
                <a:gd name="connsiteY27" fmla="*/ 3152611 h 3296984"/>
                <a:gd name="connsiteX28" fmla="*/ 284210 w 5485326"/>
                <a:gd name="connsiteY28" fmla="*/ 2833619 h 3296984"/>
                <a:gd name="connsiteX29" fmla="*/ 884163 w 5485326"/>
                <a:gd name="connsiteY29" fmla="*/ 2857359 h 3296984"/>
                <a:gd name="connsiteX30" fmla="*/ 1004984 w 5485326"/>
                <a:gd name="connsiteY30" fmla="*/ 2930919 h 3296984"/>
                <a:gd name="connsiteX31" fmla="*/ 1087124 w 5485326"/>
                <a:gd name="connsiteY31" fmla="*/ 2975719 h 3296984"/>
                <a:gd name="connsiteX32" fmla="*/ 1110643 w 5485326"/>
                <a:gd name="connsiteY32" fmla="*/ 2995993 h 3296984"/>
                <a:gd name="connsiteX33" fmla="*/ 1169643 w 5485326"/>
                <a:gd name="connsiteY33" fmla="*/ 3032719 h 3296984"/>
                <a:gd name="connsiteX34" fmla="*/ 1488337 w 5485326"/>
                <a:gd name="connsiteY34" fmla="*/ 3083466 h 3296984"/>
                <a:gd name="connsiteX35" fmla="*/ 1599305 w 5485326"/>
                <a:gd name="connsiteY35" fmla="*/ 2648443 h 3296984"/>
                <a:gd name="connsiteX36" fmla="*/ 1982813 w 5485326"/>
                <a:gd name="connsiteY36" fmla="*/ 1844091 h 3296984"/>
                <a:gd name="connsiteX37" fmla="*/ 2766192 w 5485326"/>
                <a:gd name="connsiteY37" fmla="*/ 1992406 h 3296984"/>
                <a:gd name="connsiteX38" fmla="*/ 3132922 w 5485326"/>
                <a:gd name="connsiteY38" fmla="*/ 2107470 h 3296984"/>
                <a:gd name="connsiteX39" fmla="*/ 3252560 w 5485326"/>
                <a:gd name="connsiteY39" fmla="*/ 1702771 h 3296984"/>
                <a:gd name="connsiteX40" fmla="*/ 3560402 w 5485326"/>
                <a:gd name="connsiteY40" fmla="*/ 950934 h 3296984"/>
                <a:gd name="connsiteX41" fmla="*/ 3862313 w 5485326"/>
                <a:gd name="connsiteY41" fmla="*/ 868540 h 3296984"/>
                <a:gd name="connsiteX42" fmla="*/ 5223073 w 5485326"/>
                <a:gd name="connsiteY42" fmla="*/ 381 h 3296984"/>
                <a:gd name="connsiteX43" fmla="*/ 5456666 w 5485326"/>
                <a:gd name="connsiteY43" fmla="*/ 44369 h 3296984"/>
                <a:gd name="connsiteX44" fmla="*/ 5485326 w 5485326"/>
                <a:gd name="connsiteY44" fmla="*/ 55829 h 3296984"/>
                <a:gd name="connsiteX45" fmla="*/ 5485326 w 5485326"/>
                <a:gd name="connsiteY45" fmla="*/ 872815 h 3296984"/>
                <a:gd name="connsiteX46" fmla="*/ 5462682 w 5485326"/>
                <a:gd name="connsiteY46" fmla="*/ 874218 h 3296984"/>
                <a:gd name="connsiteX47" fmla="*/ 5252356 w 5485326"/>
                <a:gd name="connsiteY47" fmla="*/ 950934 h 3296984"/>
                <a:gd name="connsiteX48" fmla="*/ 4944512 w 5485326"/>
                <a:gd name="connsiteY48" fmla="*/ 1702771 h 3296984"/>
                <a:gd name="connsiteX49" fmla="*/ 4944527 w 5485326"/>
                <a:gd name="connsiteY49" fmla="*/ 1758849 h 3296984"/>
                <a:gd name="connsiteX50" fmla="*/ 4722177 w 5485326"/>
                <a:gd name="connsiteY50" fmla="*/ 1373727 h 3296984"/>
                <a:gd name="connsiteX51" fmla="*/ 4612506 w 5485326"/>
                <a:gd name="connsiteY51" fmla="*/ 1183771 h 3296984"/>
                <a:gd name="connsiteX52" fmla="*/ 4635605 w 5485326"/>
                <a:gd name="connsiteY52" fmla="*/ 1165925 h 3296984"/>
                <a:gd name="connsiteX53" fmla="*/ 4742201 w 5485326"/>
                <a:gd name="connsiteY53" fmla="*/ 922212 h 3296984"/>
                <a:gd name="connsiteX54" fmla="*/ 4743016 w 5485326"/>
                <a:gd name="connsiteY54" fmla="*/ 873752 h 3296984"/>
                <a:gd name="connsiteX55" fmla="*/ 4741662 w 5485326"/>
                <a:gd name="connsiteY55" fmla="*/ 865770 h 3296984"/>
                <a:gd name="connsiteX56" fmla="*/ 4744863 w 5485326"/>
                <a:gd name="connsiteY56" fmla="*/ 804326 h 3296984"/>
                <a:gd name="connsiteX57" fmla="*/ 4753289 w 5485326"/>
                <a:gd name="connsiteY57" fmla="*/ 595779 h 3296984"/>
                <a:gd name="connsiteX58" fmla="*/ 5079817 w 5485326"/>
                <a:gd name="connsiteY58" fmla="*/ 38373 h 3296984"/>
                <a:gd name="connsiteX59" fmla="*/ 5223073 w 5485326"/>
                <a:gd name="connsiteY59" fmla="*/ 381 h 3296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5485326" h="3296984">
                  <a:moveTo>
                    <a:pt x="3503552" y="2947837"/>
                  </a:moveTo>
                  <a:lnTo>
                    <a:pt x="3503959" y="2948386"/>
                  </a:lnTo>
                  <a:lnTo>
                    <a:pt x="3503396" y="2948710"/>
                  </a:lnTo>
                  <a:close/>
                  <a:moveTo>
                    <a:pt x="1811599" y="2947837"/>
                  </a:moveTo>
                  <a:lnTo>
                    <a:pt x="1811443" y="2948710"/>
                  </a:lnTo>
                  <a:lnTo>
                    <a:pt x="1812005" y="2948386"/>
                  </a:lnTo>
                  <a:close/>
                  <a:moveTo>
                    <a:pt x="3862313" y="868540"/>
                  </a:moveTo>
                  <a:cubicBezTo>
                    <a:pt x="4008646" y="874449"/>
                    <a:pt x="4125513" y="952569"/>
                    <a:pt x="4243869" y="1033277"/>
                  </a:cubicBezTo>
                  <a:cubicBezTo>
                    <a:pt x="4333077" y="1092178"/>
                    <a:pt x="4427862" y="1154757"/>
                    <a:pt x="4546743" y="1167201"/>
                  </a:cubicBezTo>
                  <a:lnTo>
                    <a:pt x="4603381" y="1167975"/>
                  </a:lnTo>
                  <a:lnTo>
                    <a:pt x="4724517" y="1377787"/>
                  </a:lnTo>
                  <a:lnTo>
                    <a:pt x="4944527" y="1758855"/>
                  </a:lnTo>
                  <a:lnTo>
                    <a:pt x="4944547" y="1837165"/>
                  </a:lnTo>
                  <a:cubicBezTo>
                    <a:pt x="4941650" y="1965524"/>
                    <a:pt x="4922907" y="2070741"/>
                    <a:pt x="4824875" y="2107470"/>
                  </a:cubicBezTo>
                  <a:cubicBezTo>
                    <a:pt x="4691369" y="2166888"/>
                    <a:pt x="4579976" y="2081044"/>
                    <a:pt x="4458144" y="1992406"/>
                  </a:cubicBezTo>
                  <a:cubicBezTo>
                    <a:pt x="4261122" y="1850022"/>
                    <a:pt x="4046001" y="1691590"/>
                    <a:pt x="3674766" y="1844091"/>
                  </a:cubicBezTo>
                  <a:cubicBezTo>
                    <a:pt x="3279837" y="2001448"/>
                    <a:pt x="3289888" y="2340109"/>
                    <a:pt x="3291258" y="2648443"/>
                  </a:cubicBezTo>
                  <a:cubicBezTo>
                    <a:pt x="3295905" y="2840068"/>
                    <a:pt x="3296731" y="3025075"/>
                    <a:pt x="3180290" y="3083466"/>
                  </a:cubicBezTo>
                  <a:cubicBezTo>
                    <a:pt x="3080926" y="3140833"/>
                    <a:pt x="2973645" y="3098441"/>
                    <a:pt x="2861596" y="3032719"/>
                  </a:cubicBezTo>
                  <a:lnTo>
                    <a:pt x="2802596" y="2995993"/>
                  </a:lnTo>
                  <a:lnTo>
                    <a:pt x="2779077" y="2975719"/>
                  </a:lnTo>
                  <a:lnTo>
                    <a:pt x="2696938" y="2930919"/>
                  </a:lnTo>
                  <a:lnTo>
                    <a:pt x="2576117" y="2857359"/>
                  </a:lnTo>
                  <a:cubicBezTo>
                    <a:pt x="2399757" y="2761284"/>
                    <a:pt x="2207567" y="2706638"/>
                    <a:pt x="1976163" y="2833619"/>
                  </a:cubicBezTo>
                  <a:cubicBezTo>
                    <a:pt x="1825206" y="2916355"/>
                    <a:pt x="1750515" y="3027926"/>
                    <a:pt x="1714306" y="3152611"/>
                  </a:cubicBezTo>
                  <a:lnTo>
                    <a:pt x="1691953" y="3296984"/>
                  </a:lnTo>
                  <a:lnTo>
                    <a:pt x="0" y="3296984"/>
                  </a:lnTo>
                  <a:lnTo>
                    <a:pt x="22353" y="3152611"/>
                  </a:lnTo>
                  <a:cubicBezTo>
                    <a:pt x="58562" y="3027926"/>
                    <a:pt x="133253" y="2916355"/>
                    <a:pt x="284210" y="2833619"/>
                  </a:cubicBezTo>
                  <a:cubicBezTo>
                    <a:pt x="515615" y="2706638"/>
                    <a:pt x="707804" y="2761284"/>
                    <a:pt x="884163" y="2857359"/>
                  </a:cubicBezTo>
                  <a:lnTo>
                    <a:pt x="1004984" y="2930919"/>
                  </a:lnTo>
                  <a:lnTo>
                    <a:pt x="1087124" y="2975719"/>
                  </a:lnTo>
                  <a:lnTo>
                    <a:pt x="1110643" y="2995993"/>
                  </a:lnTo>
                  <a:lnTo>
                    <a:pt x="1169643" y="3032719"/>
                  </a:lnTo>
                  <a:cubicBezTo>
                    <a:pt x="1281693" y="3098441"/>
                    <a:pt x="1388973" y="3140833"/>
                    <a:pt x="1488337" y="3083466"/>
                  </a:cubicBezTo>
                  <a:cubicBezTo>
                    <a:pt x="1604778" y="3025075"/>
                    <a:pt x="1603952" y="2840068"/>
                    <a:pt x="1599305" y="2648443"/>
                  </a:cubicBezTo>
                  <a:cubicBezTo>
                    <a:pt x="1597935" y="2340109"/>
                    <a:pt x="1587883" y="2001448"/>
                    <a:pt x="1982813" y="1844091"/>
                  </a:cubicBezTo>
                  <a:cubicBezTo>
                    <a:pt x="2354048" y="1691590"/>
                    <a:pt x="2569169" y="1850022"/>
                    <a:pt x="2766192" y="1992406"/>
                  </a:cubicBezTo>
                  <a:cubicBezTo>
                    <a:pt x="2888023" y="2081044"/>
                    <a:pt x="2999417" y="2166888"/>
                    <a:pt x="3132922" y="2107470"/>
                  </a:cubicBezTo>
                  <a:cubicBezTo>
                    <a:pt x="3263632" y="2058499"/>
                    <a:pt x="3253383" y="1887769"/>
                    <a:pt x="3252560" y="1702771"/>
                  </a:cubicBezTo>
                  <a:cubicBezTo>
                    <a:pt x="3246616" y="1432399"/>
                    <a:pt x="3238617" y="1127891"/>
                    <a:pt x="3560402" y="950934"/>
                  </a:cubicBezTo>
                  <a:cubicBezTo>
                    <a:pt x="3676105" y="887447"/>
                    <a:pt x="3774513" y="864996"/>
                    <a:pt x="3862313" y="868540"/>
                  </a:cubicBezTo>
                  <a:close/>
                  <a:moveTo>
                    <a:pt x="5223073" y="381"/>
                  </a:moveTo>
                  <a:cubicBezTo>
                    <a:pt x="5297572" y="-2886"/>
                    <a:pt x="5376002" y="15177"/>
                    <a:pt x="5456666" y="44369"/>
                  </a:cubicBezTo>
                  <a:lnTo>
                    <a:pt x="5485326" y="55829"/>
                  </a:lnTo>
                  <a:lnTo>
                    <a:pt x="5485326" y="872815"/>
                  </a:lnTo>
                  <a:lnTo>
                    <a:pt x="5462682" y="874218"/>
                  </a:lnTo>
                  <a:cubicBezTo>
                    <a:pt x="5398939" y="884523"/>
                    <a:pt x="5329491" y="908610"/>
                    <a:pt x="5252356" y="950934"/>
                  </a:cubicBezTo>
                  <a:cubicBezTo>
                    <a:pt x="4930571" y="1127891"/>
                    <a:pt x="4938569" y="1432399"/>
                    <a:pt x="4944512" y="1702771"/>
                  </a:cubicBezTo>
                  <a:lnTo>
                    <a:pt x="4944527" y="1758849"/>
                  </a:lnTo>
                  <a:lnTo>
                    <a:pt x="4722177" y="1373727"/>
                  </a:lnTo>
                  <a:lnTo>
                    <a:pt x="4612506" y="1183771"/>
                  </a:lnTo>
                  <a:lnTo>
                    <a:pt x="4635605" y="1165925"/>
                  </a:lnTo>
                  <a:cubicBezTo>
                    <a:pt x="4688053" y="1119084"/>
                    <a:pt x="4740839" y="1042237"/>
                    <a:pt x="4742201" y="922212"/>
                  </a:cubicBezTo>
                  <a:lnTo>
                    <a:pt x="4743016" y="873752"/>
                  </a:lnTo>
                  <a:lnTo>
                    <a:pt x="4741662" y="865770"/>
                  </a:lnTo>
                  <a:lnTo>
                    <a:pt x="4744863" y="804326"/>
                  </a:lnTo>
                  <a:lnTo>
                    <a:pt x="4753289" y="595779"/>
                  </a:lnTo>
                  <a:cubicBezTo>
                    <a:pt x="4771743" y="365284"/>
                    <a:pt x="4832742" y="161151"/>
                    <a:pt x="5079817" y="38373"/>
                  </a:cubicBezTo>
                  <a:cubicBezTo>
                    <a:pt x="5125487" y="14215"/>
                    <a:pt x="5173406" y="2558"/>
                    <a:pt x="5223073" y="381"/>
                  </a:cubicBezTo>
                  <a:close/>
                </a:path>
              </a:pathLst>
            </a:custGeom>
            <a:solidFill>
              <a:schemeClr val="accent2">
                <a:lumMod val="50000"/>
                <a:alpha val="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8" name="Freeform: Shape 7">
              <a:extLst>
                <a:ext uri="{FF2B5EF4-FFF2-40B4-BE49-F238E27FC236}">
                  <a16:creationId xmlns:a16="http://schemas.microsoft.com/office/drawing/2014/main" id="{7942C339-A8DC-4E9C-8E18-CEAEF41974A3}"/>
                </a:ext>
              </a:extLst>
            </p:cNvPr>
            <p:cNvSpPr/>
            <p:nvPr userDrawn="1"/>
          </p:nvSpPr>
          <p:spPr>
            <a:xfrm flipH="1">
              <a:off x="1" y="6320364"/>
              <a:ext cx="689528" cy="537636"/>
            </a:xfrm>
            <a:custGeom>
              <a:avLst/>
              <a:gdLst>
                <a:gd name="connsiteX0" fmla="*/ 529229 w 689528"/>
                <a:gd name="connsiteY0" fmla="*/ 648 h 537636"/>
                <a:gd name="connsiteX1" fmla="*/ 677847 w 689528"/>
                <a:gd name="connsiteY1" fmla="*/ 14798 h 537636"/>
                <a:gd name="connsiteX2" fmla="*/ 689528 w 689528"/>
                <a:gd name="connsiteY2" fmla="*/ 18286 h 537636"/>
                <a:gd name="connsiteX3" fmla="*/ 689528 w 689528"/>
                <a:gd name="connsiteY3" fmla="*/ 537636 h 537636"/>
                <a:gd name="connsiteX4" fmla="*/ 0 w 689528"/>
                <a:gd name="connsiteY4" fmla="*/ 537636 h 537636"/>
                <a:gd name="connsiteX5" fmla="*/ 22353 w 689528"/>
                <a:gd name="connsiteY5" fmla="*/ 393263 h 537636"/>
                <a:gd name="connsiteX6" fmla="*/ 284210 w 689528"/>
                <a:gd name="connsiteY6" fmla="*/ 74271 h 537636"/>
                <a:gd name="connsiteX7" fmla="*/ 529229 w 689528"/>
                <a:gd name="connsiteY7" fmla="*/ 648 h 537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9528" h="537636">
                  <a:moveTo>
                    <a:pt x="529229" y="648"/>
                  </a:moveTo>
                  <a:cubicBezTo>
                    <a:pt x="580549" y="-1971"/>
                    <a:pt x="629967" y="3476"/>
                    <a:pt x="677847" y="14798"/>
                  </a:cubicBezTo>
                  <a:lnTo>
                    <a:pt x="689528" y="18286"/>
                  </a:lnTo>
                  <a:lnTo>
                    <a:pt x="689528" y="537636"/>
                  </a:lnTo>
                  <a:lnTo>
                    <a:pt x="0" y="537636"/>
                  </a:lnTo>
                  <a:lnTo>
                    <a:pt x="22353" y="393263"/>
                  </a:lnTo>
                  <a:cubicBezTo>
                    <a:pt x="58562" y="268578"/>
                    <a:pt x="133253" y="157007"/>
                    <a:pt x="284210" y="74271"/>
                  </a:cubicBezTo>
                  <a:cubicBezTo>
                    <a:pt x="370987" y="26653"/>
                    <a:pt x="452248" y="4577"/>
                    <a:pt x="529229" y="648"/>
                  </a:cubicBezTo>
                  <a:close/>
                </a:path>
              </a:pathLst>
            </a:custGeom>
            <a:solidFill>
              <a:schemeClr val="accent2">
                <a:lumMod val="50000"/>
                <a:alpha val="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grpSp>
      <p:sp>
        <p:nvSpPr>
          <p:cNvPr id="10" name="TextBox 9">
            <a:extLst>
              <a:ext uri="{FF2B5EF4-FFF2-40B4-BE49-F238E27FC236}">
                <a16:creationId xmlns:a16="http://schemas.microsoft.com/office/drawing/2014/main" id="{04DDC962-B9ED-4978-B06F-FEFAA00EA89F}"/>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bg1"/>
                </a:solidFill>
                <a:latin typeface="+mj-lt"/>
                <a:ea typeface="Roboto Condensed" panose="02000000000000000000" pitchFamily="2" charset="0"/>
                <a:cs typeface="Segoe UI" panose="020B0502040204020203" pitchFamily="34" charset="0"/>
              </a:rPr>
              <a:pPr algn="ctr"/>
              <a:t>‹#›</a:t>
            </a:fld>
            <a:endParaRPr lang="id-ID" sz="4400" i="0">
              <a:solidFill>
                <a:schemeClr val="bg1"/>
              </a:solidFill>
              <a:latin typeface="+mj-lt"/>
              <a:ea typeface="Roboto Condensed" panose="02000000000000000000" pitchFamily="2" charset="0"/>
              <a:cs typeface="Segoe UI" panose="020B0502040204020203" pitchFamily="34" charset="0"/>
            </a:endParaRPr>
          </a:p>
        </p:txBody>
      </p:sp>
      <p:sp>
        <p:nvSpPr>
          <p:cNvPr id="19" name="Freeform: Shape 18">
            <a:extLst>
              <a:ext uri="{FF2B5EF4-FFF2-40B4-BE49-F238E27FC236}">
                <a16:creationId xmlns:a16="http://schemas.microsoft.com/office/drawing/2014/main" id="{47125CF6-839A-48DD-9B5C-9E087C487F4B}"/>
              </a:ext>
            </a:extLst>
          </p:cNvPr>
          <p:cNvSpPr/>
          <p:nvPr userDrawn="1"/>
        </p:nvSpPr>
        <p:spPr>
          <a:xfrm>
            <a:off x="11471504" y="6083574"/>
            <a:ext cx="720496" cy="774426"/>
          </a:xfrm>
          <a:custGeom>
            <a:avLst/>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pic>
        <p:nvPicPr>
          <p:cNvPr id="23" name="Gráfico 22">
            <a:extLst>
              <a:ext uri="{FF2B5EF4-FFF2-40B4-BE49-F238E27FC236}">
                <a16:creationId xmlns:a16="http://schemas.microsoft.com/office/drawing/2014/main" id="{B29774FF-522F-C3E9-3B80-D084D42746F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045000" y="241591"/>
            <a:ext cx="758823" cy="834705"/>
          </a:xfrm>
          <a:prstGeom prst="rect">
            <a:avLst/>
          </a:prstGeom>
        </p:spPr>
      </p:pic>
      <p:pic>
        <p:nvPicPr>
          <p:cNvPr id="24" name="Gráfico 23">
            <a:extLst>
              <a:ext uri="{FF2B5EF4-FFF2-40B4-BE49-F238E27FC236}">
                <a16:creationId xmlns:a16="http://schemas.microsoft.com/office/drawing/2014/main" id="{C33D3B91-148E-4EDC-381C-FFC7F2D4BE6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045000" y="1593526"/>
            <a:ext cx="758823" cy="834705"/>
          </a:xfrm>
          <a:prstGeom prst="rect">
            <a:avLst/>
          </a:prstGeom>
        </p:spPr>
      </p:pic>
      <p:pic>
        <p:nvPicPr>
          <p:cNvPr id="25" name="Gráfico 24">
            <a:extLst>
              <a:ext uri="{FF2B5EF4-FFF2-40B4-BE49-F238E27FC236}">
                <a16:creationId xmlns:a16="http://schemas.microsoft.com/office/drawing/2014/main" id="{768CB258-A39D-8256-757B-27B2F87A19D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044999" y="2945461"/>
            <a:ext cx="758823" cy="834705"/>
          </a:xfrm>
          <a:prstGeom prst="rect">
            <a:avLst/>
          </a:prstGeom>
        </p:spPr>
      </p:pic>
      <p:pic>
        <p:nvPicPr>
          <p:cNvPr id="26" name="Gráfico 25">
            <a:extLst>
              <a:ext uri="{FF2B5EF4-FFF2-40B4-BE49-F238E27FC236}">
                <a16:creationId xmlns:a16="http://schemas.microsoft.com/office/drawing/2014/main" id="{4933ADDF-8A2B-25D7-CBA2-19A89BBDAAF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044998" y="4247775"/>
            <a:ext cx="758823" cy="834705"/>
          </a:xfrm>
          <a:prstGeom prst="rect">
            <a:avLst/>
          </a:prstGeom>
        </p:spPr>
      </p:pic>
      <p:pic>
        <p:nvPicPr>
          <p:cNvPr id="28" name="Gráfico 27">
            <a:extLst>
              <a:ext uri="{FF2B5EF4-FFF2-40B4-BE49-F238E27FC236}">
                <a16:creationId xmlns:a16="http://schemas.microsoft.com/office/drawing/2014/main" id="{C5A3920D-DF3A-292B-6A65-FA32F4FE00D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2269200" y="689621"/>
            <a:ext cx="758823" cy="834705"/>
          </a:xfrm>
          <a:prstGeom prst="rect">
            <a:avLst/>
          </a:prstGeom>
        </p:spPr>
      </p:pic>
      <p:pic>
        <p:nvPicPr>
          <p:cNvPr id="30" name="Gráfico 29">
            <a:extLst>
              <a:ext uri="{FF2B5EF4-FFF2-40B4-BE49-F238E27FC236}">
                <a16:creationId xmlns:a16="http://schemas.microsoft.com/office/drawing/2014/main" id="{77D00A42-C679-BA3D-F522-359BED1C79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503681" y="241591"/>
            <a:ext cx="758823" cy="834705"/>
          </a:xfrm>
          <a:prstGeom prst="rect">
            <a:avLst/>
          </a:prstGeom>
        </p:spPr>
      </p:pic>
      <p:pic>
        <p:nvPicPr>
          <p:cNvPr id="31" name="Gráfico 30">
            <a:extLst>
              <a:ext uri="{FF2B5EF4-FFF2-40B4-BE49-F238E27FC236}">
                <a16:creationId xmlns:a16="http://schemas.microsoft.com/office/drawing/2014/main" id="{69DB9A2E-E99A-EC8D-0A01-B44AD30ED17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503681" y="1593526"/>
            <a:ext cx="758823" cy="834705"/>
          </a:xfrm>
          <a:prstGeom prst="rect">
            <a:avLst/>
          </a:prstGeom>
        </p:spPr>
      </p:pic>
      <p:pic>
        <p:nvPicPr>
          <p:cNvPr id="32" name="Gráfico 31">
            <a:extLst>
              <a:ext uri="{FF2B5EF4-FFF2-40B4-BE49-F238E27FC236}">
                <a16:creationId xmlns:a16="http://schemas.microsoft.com/office/drawing/2014/main" id="{B592667B-C876-B86E-EF9E-4F929AD0926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503680" y="2945461"/>
            <a:ext cx="758823" cy="834705"/>
          </a:xfrm>
          <a:prstGeom prst="rect">
            <a:avLst/>
          </a:prstGeom>
        </p:spPr>
      </p:pic>
      <p:pic>
        <p:nvPicPr>
          <p:cNvPr id="35" name="Gráfico 34">
            <a:extLst>
              <a:ext uri="{FF2B5EF4-FFF2-40B4-BE49-F238E27FC236}">
                <a16:creationId xmlns:a16="http://schemas.microsoft.com/office/drawing/2014/main" id="{AF72EBFA-343A-0D3C-B95C-0CAE376B99A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727883" y="711239"/>
            <a:ext cx="758823" cy="834705"/>
          </a:xfrm>
          <a:prstGeom prst="rect">
            <a:avLst/>
          </a:prstGeom>
        </p:spPr>
      </p:pic>
      <p:pic>
        <p:nvPicPr>
          <p:cNvPr id="36" name="Gráfico 35">
            <a:extLst>
              <a:ext uri="{FF2B5EF4-FFF2-40B4-BE49-F238E27FC236}">
                <a16:creationId xmlns:a16="http://schemas.microsoft.com/office/drawing/2014/main" id="{5DAEE7E3-75BC-4B50-9B62-DB9EF9EA9F9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727883" y="2128464"/>
            <a:ext cx="758823" cy="834705"/>
          </a:xfrm>
          <a:prstGeom prst="rect">
            <a:avLst/>
          </a:prstGeom>
        </p:spPr>
      </p:pic>
      <p:pic>
        <p:nvPicPr>
          <p:cNvPr id="37" name="Gráfico 36">
            <a:extLst>
              <a:ext uri="{FF2B5EF4-FFF2-40B4-BE49-F238E27FC236}">
                <a16:creationId xmlns:a16="http://schemas.microsoft.com/office/drawing/2014/main" id="{A1DFD8AD-8045-D5BC-9CE4-D45DA798B10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717677" y="3545689"/>
            <a:ext cx="758823" cy="834705"/>
          </a:xfrm>
          <a:prstGeom prst="rect">
            <a:avLst/>
          </a:prstGeom>
        </p:spPr>
      </p:pic>
      <p:pic>
        <p:nvPicPr>
          <p:cNvPr id="41" name="Imagen 40" descr="Logotipo&#10;&#10;El contenido generado por IA puede ser incorrecto.">
            <a:extLst>
              <a:ext uri="{FF2B5EF4-FFF2-40B4-BE49-F238E27FC236}">
                <a16:creationId xmlns:a16="http://schemas.microsoft.com/office/drawing/2014/main" id="{3ACC8A67-8AE0-5865-2286-E0A2B848547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91707" y="6182190"/>
            <a:ext cx="1399441" cy="291970"/>
          </a:xfrm>
          <a:prstGeom prst="rect">
            <a:avLst/>
          </a:prstGeom>
        </p:spPr>
      </p:pic>
      <p:sp>
        <p:nvSpPr>
          <p:cNvPr id="42" name="TextBox 7">
            <a:extLst>
              <a:ext uri="{FF2B5EF4-FFF2-40B4-BE49-F238E27FC236}">
                <a16:creationId xmlns:a16="http://schemas.microsoft.com/office/drawing/2014/main" id="{3A75D47C-9747-468A-0728-A1BBD0DE4B4E}"/>
              </a:ext>
            </a:extLst>
          </p:cNvPr>
          <p:cNvSpPr txBox="1"/>
          <p:nvPr userDrawn="1"/>
        </p:nvSpPr>
        <p:spPr>
          <a:xfrm>
            <a:off x="10294951" y="6335935"/>
            <a:ext cx="1355580" cy="261610"/>
          </a:xfrm>
          <a:prstGeom prst="rect">
            <a:avLst/>
          </a:prstGeom>
          <a:noFill/>
        </p:spPr>
        <p:txBody>
          <a:bodyPr wrap="square" rtlCol="0">
            <a:spAutoFit/>
          </a:bodyPr>
          <a:lstStyle/>
          <a:p>
            <a:r>
              <a:rPr lang="en-US" sz="1100" b="0">
                <a:solidFill>
                  <a:schemeClr val="bg1"/>
                </a:solidFill>
                <a:latin typeface="Segoe UI" panose="020B0502040204020203" pitchFamily="34" charset="0"/>
                <a:cs typeface="Segoe UI" panose="020B0502040204020203" pitchFamily="34" charset="0"/>
              </a:rPr>
              <a:t>#BizzSummit2026</a:t>
            </a:r>
            <a:endParaRPr lang="en-GB" sz="1100" b="0">
              <a:solidFill>
                <a:schemeClr val="bg1"/>
              </a:solidFill>
              <a:latin typeface="Segoe UI" panose="020B0502040204020203" pitchFamily="34" charset="0"/>
              <a:cs typeface="Segoe UI" panose="020B0502040204020203" pitchFamily="34" charset="0"/>
            </a:endParaRPr>
          </a:p>
        </p:txBody>
      </p:sp>
      <p:pic>
        <p:nvPicPr>
          <p:cNvPr id="44" name="Gráfico 43">
            <a:extLst>
              <a:ext uri="{FF2B5EF4-FFF2-40B4-BE49-F238E27FC236}">
                <a16:creationId xmlns:a16="http://schemas.microsoft.com/office/drawing/2014/main" id="{78E4B039-D47A-2B91-E017-CD6F4835437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355108" y="709200"/>
            <a:ext cx="758823" cy="834705"/>
          </a:xfrm>
          <a:prstGeom prst="rect">
            <a:avLst/>
          </a:prstGeom>
        </p:spPr>
      </p:pic>
      <p:pic>
        <p:nvPicPr>
          <p:cNvPr id="45" name="Gráfico 44">
            <a:extLst>
              <a:ext uri="{FF2B5EF4-FFF2-40B4-BE49-F238E27FC236}">
                <a16:creationId xmlns:a16="http://schemas.microsoft.com/office/drawing/2014/main" id="{C4D67617-EDFF-B1EC-F509-931FB1FC937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355108" y="2061135"/>
            <a:ext cx="758823" cy="834705"/>
          </a:xfrm>
          <a:prstGeom prst="rect">
            <a:avLst/>
          </a:prstGeom>
        </p:spPr>
      </p:pic>
      <p:pic>
        <p:nvPicPr>
          <p:cNvPr id="46" name="Gráfico 45">
            <a:extLst>
              <a:ext uri="{FF2B5EF4-FFF2-40B4-BE49-F238E27FC236}">
                <a16:creationId xmlns:a16="http://schemas.microsoft.com/office/drawing/2014/main" id="{6B60269F-C6A6-5EAE-D0BA-1BB85BBC8A0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355107" y="3413070"/>
            <a:ext cx="758823" cy="834705"/>
          </a:xfrm>
          <a:prstGeom prst="rect">
            <a:avLst/>
          </a:prstGeom>
        </p:spPr>
      </p:pic>
      <p:pic>
        <p:nvPicPr>
          <p:cNvPr id="48" name="Gráfico 47">
            <a:extLst>
              <a:ext uri="{FF2B5EF4-FFF2-40B4-BE49-F238E27FC236}">
                <a16:creationId xmlns:a16="http://schemas.microsoft.com/office/drawing/2014/main" id="{8E07B6F1-FE74-90A8-F9E5-E95B2F33D4E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130904" y="255213"/>
            <a:ext cx="758823" cy="834705"/>
          </a:xfrm>
          <a:prstGeom prst="rect">
            <a:avLst/>
          </a:prstGeom>
        </p:spPr>
      </p:pic>
      <p:pic>
        <p:nvPicPr>
          <p:cNvPr id="49" name="Gráfico 48">
            <a:extLst>
              <a:ext uri="{FF2B5EF4-FFF2-40B4-BE49-F238E27FC236}">
                <a16:creationId xmlns:a16="http://schemas.microsoft.com/office/drawing/2014/main" id="{27D212E7-049B-7034-BDB6-3DBB5F1D58A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130904" y="1607148"/>
            <a:ext cx="758823" cy="834705"/>
          </a:xfrm>
          <a:prstGeom prst="rect">
            <a:avLst/>
          </a:prstGeom>
        </p:spPr>
      </p:pic>
      <p:pic>
        <p:nvPicPr>
          <p:cNvPr id="51" name="Gráfico 50">
            <a:extLst>
              <a:ext uri="{FF2B5EF4-FFF2-40B4-BE49-F238E27FC236}">
                <a16:creationId xmlns:a16="http://schemas.microsoft.com/office/drawing/2014/main" id="{6C032A56-6678-CA1F-B852-2674F9CA8DC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890991" y="709200"/>
            <a:ext cx="758823" cy="834705"/>
          </a:xfrm>
          <a:prstGeom prst="rect">
            <a:avLst/>
          </a:prstGeom>
        </p:spPr>
      </p:pic>
      <p:pic>
        <p:nvPicPr>
          <p:cNvPr id="53" name="Gráfico 52">
            <a:extLst>
              <a:ext uri="{FF2B5EF4-FFF2-40B4-BE49-F238E27FC236}">
                <a16:creationId xmlns:a16="http://schemas.microsoft.com/office/drawing/2014/main" id="{5B620D51-882F-078C-A7FE-5B397480D37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786808" y="241591"/>
            <a:ext cx="758823" cy="834705"/>
          </a:xfrm>
          <a:prstGeom prst="rect">
            <a:avLst/>
          </a:prstGeom>
        </p:spPr>
      </p:pic>
      <p:pic>
        <p:nvPicPr>
          <p:cNvPr id="56" name="Gráfico 55">
            <a:extLst>
              <a:ext uri="{FF2B5EF4-FFF2-40B4-BE49-F238E27FC236}">
                <a16:creationId xmlns:a16="http://schemas.microsoft.com/office/drawing/2014/main" id="{AC4EE173-AA68-F4DE-615C-322A676823F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646599" y="689621"/>
            <a:ext cx="758823" cy="834705"/>
          </a:xfrm>
          <a:prstGeom prst="rect">
            <a:avLst/>
          </a:prstGeom>
        </p:spPr>
      </p:pic>
    </p:spTree>
    <p:extLst>
      <p:ext uri="{BB962C8B-B14F-4D97-AF65-F5344CB8AC3E}">
        <p14:creationId xmlns:p14="http://schemas.microsoft.com/office/powerpoint/2010/main" val="4021146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0-#ppt_w/2"/>
                                          </p:val>
                                        </p:tav>
                                        <p:tav tm="100000">
                                          <p:val>
                                            <p:strVal val="#ppt_x"/>
                                          </p:val>
                                        </p:tav>
                                      </p:tavLst>
                                    </p:anim>
                                    <p:anim calcmode="lin" valueType="num">
                                      <p:cBhvr additive="base">
                                        <p:cTn id="8" dur="10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416207C-FF11-40DE-B9C0-CEB4888F4E26}"/>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tx1">
                    <a:lumMod val="50000"/>
                    <a:lumOff val="50000"/>
                  </a:schemeClr>
                </a:solidFill>
                <a:latin typeface="+mj-lt"/>
                <a:ea typeface="Roboto Condensed" panose="02000000000000000000" pitchFamily="2" charset="0"/>
                <a:cs typeface="Segoe UI" panose="020B0502040204020203" pitchFamily="34" charset="0"/>
              </a:rPr>
              <a:pPr algn="ctr"/>
              <a:t>‹#›</a:t>
            </a:fld>
            <a:endParaRPr lang="id-ID" sz="4400" i="0">
              <a:solidFill>
                <a:schemeClr val="tx1">
                  <a:lumMod val="50000"/>
                  <a:lumOff val="50000"/>
                </a:schemeClr>
              </a:solidFill>
              <a:latin typeface="+mj-lt"/>
              <a:ea typeface="Roboto Condensed" panose="02000000000000000000" pitchFamily="2" charset="0"/>
              <a:cs typeface="Segoe UI" panose="020B0502040204020203" pitchFamily="34" charset="0"/>
            </a:endParaRPr>
          </a:p>
        </p:txBody>
      </p:sp>
      <p:sp>
        <p:nvSpPr>
          <p:cNvPr id="8" name="TextBox 7">
            <a:extLst>
              <a:ext uri="{FF2B5EF4-FFF2-40B4-BE49-F238E27FC236}">
                <a16:creationId xmlns:a16="http://schemas.microsoft.com/office/drawing/2014/main" id="{CE9DEFE9-F2E2-4331-AFC6-5ABE82E6A5F7}"/>
              </a:ext>
            </a:extLst>
          </p:cNvPr>
          <p:cNvSpPr txBox="1"/>
          <p:nvPr userDrawn="1"/>
        </p:nvSpPr>
        <p:spPr>
          <a:xfrm>
            <a:off x="10294951" y="6335935"/>
            <a:ext cx="1355580" cy="261610"/>
          </a:xfrm>
          <a:prstGeom prst="rect">
            <a:avLst/>
          </a:prstGeom>
          <a:noFill/>
        </p:spPr>
        <p:txBody>
          <a:bodyPr wrap="square" rtlCol="0">
            <a:spAutoFit/>
          </a:bodyPr>
          <a:lstStyle/>
          <a:p>
            <a:r>
              <a:rPr lang="en-US" sz="1100" b="0">
                <a:solidFill>
                  <a:schemeClr val="tx1">
                    <a:lumMod val="75000"/>
                    <a:lumOff val="25000"/>
                  </a:schemeClr>
                </a:solidFill>
                <a:latin typeface="Segoe UI" panose="020B0502040204020203" pitchFamily="34" charset="0"/>
                <a:cs typeface="Segoe UI" panose="020B0502040204020203" pitchFamily="34" charset="0"/>
              </a:rPr>
              <a:t>#BizzSummit2026</a:t>
            </a:r>
            <a:endParaRPr lang="en-GB" sz="1100" b="0">
              <a:solidFill>
                <a:schemeClr val="tx1">
                  <a:lumMod val="75000"/>
                  <a:lumOff val="25000"/>
                </a:schemeClr>
              </a:solidFill>
              <a:latin typeface="Segoe UI" panose="020B0502040204020203" pitchFamily="34" charset="0"/>
              <a:cs typeface="Segoe UI" panose="020B0502040204020203" pitchFamily="34" charset="0"/>
            </a:endParaRPr>
          </a:p>
        </p:txBody>
      </p:sp>
      <p:sp>
        <p:nvSpPr>
          <p:cNvPr id="25" name="Freeform: Shape 24">
            <a:extLst>
              <a:ext uri="{FF2B5EF4-FFF2-40B4-BE49-F238E27FC236}">
                <a16:creationId xmlns:a16="http://schemas.microsoft.com/office/drawing/2014/main" id="{023CAFE7-6A74-4343-8542-B856EF27BD7E}"/>
              </a:ext>
            </a:extLst>
          </p:cNvPr>
          <p:cNvSpPr/>
          <p:nvPr userDrawn="1"/>
        </p:nvSpPr>
        <p:spPr>
          <a:xfrm>
            <a:off x="11471504" y="6083574"/>
            <a:ext cx="720496" cy="774426"/>
          </a:xfrm>
          <a:custGeom>
            <a:avLst/>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4" name="Imagen 23" descr="Logotipo&#10;&#10;El contenido generado por IA puede ser incorrecto.">
            <a:extLst>
              <a:ext uri="{FF2B5EF4-FFF2-40B4-BE49-F238E27FC236}">
                <a16:creationId xmlns:a16="http://schemas.microsoft.com/office/drawing/2014/main" id="{561FFF6A-3E14-EF5B-FE90-AAD61F730520}"/>
              </a:ext>
            </a:extLst>
          </p:cNvPr>
          <p:cNvPicPr>
            <a:picLocks noChangeAspect="1"/>
          </p:cNvPicPr>
          <p:nvPr userDrawn="1"/>
        </p:nvPicPr>
        <p:blipFill>
          <a:blip r:embed="rId53">
            <a:extLst>
              <a:ext uri="{28A0092B-C50C-407E-A947-70E740481C1C}">
                <a14:useLocalDpi xmlns:a14="http://schemas.microsoft.com/office/drawing/2010/main" val="0"/>
              </a:ext>
            </a:extLst>
          </a:blip>
          <a:stretch>
            <a:fillRect/>
          </a:stretch>
        </p:blipFill>
        <p:spPr>
          <a:xfrm>
            <a:off x="263997" y="6177177"/>
            <a:ext cx="1536779" cy="317516"/>
          </a:xfrm>
          <a:prstGeom prst="rect">
            <a:avLst/>
          </a:prstGeom>
        </p:spPr>
      </p:pic>
    </p:spTree>
    <p:extLst>
      <p:ext uri="{BB962C8B-B14F-4D97-AF65-F5344CB8AC3E}">
        <p14:creationId xmlns:p14="http://schemas.microsoft.com/office/powerpoint/2010/main" val="28598228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74" r:id="rId4"/>
    <p:sldLayoutId id="2147483686" r:id="rId5"/>
    <p:sldLayoutId id="2147483655" r:id="rId6"/>
    <p:sldLayoutId id="2147483654" r:id="rId7"/>
    <p:sldLayoutId id="2147483675" r:id="rId8"/>
    <p:sldLayoutId id="2147483656" r:id="rId9"/>
    <p:sldLayoutId id="2147483657" r:id="rId10"/>
    <p:sldLayoutId id="2147483673" r:id="rId11"/>
    <p:sldLayoutId id="2147483685" r:id="rId12"/>
    <p:sldLayoutId id="2147483696" r:id="rId13"/>
    <p:sldLayoutId id="2147483698" r:id="rId14"/>
    <p:sldLayoutId id="2147483660" r:id="rId15"/>
    <p:sldLayoutId id="2147483661" r:id="rId16"/>
    <p:sldLayoutId id="2147483663" r:id="rId17"/>
    <p:sldLayoutId id="2147483664" r:id="rId18"/>
    <p:sldLayoutId id="2147483665" r:id="rId19"/>
    <p:sldLayoutId id="2147483666" r:id="rId20"/>
    <p:sldLayoutId id="2147483667" r:id="rId21"/>
    <p:sldLayoutId id="2147483653" r:id="rId22"/>
    <p:sldLayoutId id="2147483668" r:id="rId23"/>
    <p:sldLayoutId id="2147483669" r:id="rId24"/>
    <p:sldLayoutId id="2147483670" r:id="rId25"/>
    <p:sldLayoutId id="2147483671" r:id="rId26"/>
    <p:sldLayoutId id="2147483672" r:id="rId27"/>
    <p:sldLayoutId id="2147483676" r:id="rId28"/>
    <p:sldLayoutId id="2147483677" r:id="rId29"/>
    <p:sldLayoutId id="2147483678" r:id="rId30"/>
    <p:sldLayoutId id="2147483679" r:id="rId31"/>
    <p:sldLayoutId id="2147483680" r:id="rId32"/>
    <p:sldLayoutId id="2147483682" r:id="rId33"/>
    <p:sldLayoutId id="2147483683" r:id="rId34"/>
    <p:sldLayoutId id="2147483684" r:id="rId35"/>
    <p:sldLayoutId id="2147483687" r:id="rId36"/>
    <p:sldLayoutId id="2147483688" r:id="rId37"/>
    <p:sldLayoutId id="2147483689" r:id="rId38"/>
    <p:sldLayoutId id="2147483690" r:id="rId39"/>
    <p:sldLayoutId id="2147483691" r:id="rId40"/>
    <p:sldLayoutId id="2147483693" r:id="rId41"/>
    <p:sldLayoutId id="2147483695" r:id="rId42"/>
    <p:sldLayoutId id="2147483700" r:id="rId43"/>
    <p:sldLayoutId id="2147483705" r:id="rId44"/>
    <p:sldLayoutId id="2147483706" r:id="rId45"/>
    <p:sldLayoutId id="2147483707" r:id="rId46"/>
    <p:sldLayoutId id="2147483708" r:id="rId47"/>
    <p:sldLayoutId id="2147483709" r:id="rId48"/>
    <p:sldLayoutId id="2147483710" r:id="rId49"/>
    <p:sldLayoutId id="2147483711" r:id="rId50"/>
    <p:sldLayoutId id="2147483713" r:id="rId51"/>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8" Type="http://schemas.openxmlformats.org/officeDocument/2006/relationships/image" Target="../media/image14.gif"/><Relationship Id="rId13" Type="http://schemas.openxmlformats.org/officeDocument/2006/relationships/image" Target="../media/image19.svg"/><Relationship Id="rId18" Type="http://schemas.openxmlformats.org/officeDocument/2006/relationships/image" Target="../media/image24.svg"/><Relationship Id="rId3" Type="http://schemas.openxmlformats.org/officeDocument/2006/relationships/image" Target="../media/image9.sv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svg"/><Relationship Id="rId2" Type="http://schemas.openxmlformats.org/officeDocument/2006/relationships/image" Target="../media/image8.png"/><Relationship Id="rId16" Type="http://schemas.openxmlformats.org/officeDocument/2006/relationships/image" Target="../media/image22.svg"/><Relationship Id="rId20"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7.svg"/><Relationship Id="rId5" Type="http://schemas.openxmlformats.org/officeDocument/2006/relationships/image" Target="../media/image11.png"/><Relationship Id="rId15" Type="http://schemas.openxmlformats.org/officeDocument/2006/relationships/image" Target="../media/image21.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svg"/><Relationship Id="rId14" Type="http://schemas.openxmlformats.org/officeDocument/2006/relationships/image" Target="../media/image20.png"/></Relationships>
</file>

<file path=ppt/slides/_rels/slide3.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1.png"/><Relationship Id="rId7" Type="http://schemas.openxmlformats.org/officeDocument/2006/relationships/image" Target="../media/image31.png"/><Relationship Id="rId12" Type="http://schemas.openxmlformats.org/officeDocument/2006/relationships/image" Target="../media/image3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30.svg"/><Relationship Id="rId11" Type="http://schemas.openxmlformats.org/officeDocument/2006/relationships/image" Target="../media/image35.sv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28.jpg"/><Relationship Id="rId9" Type="http://schemas.openxmlformats.org/officeDocument/2006/relationships/image" Target="../media/image3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8.jp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1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48.png"/></Relationships>
</file>

<file path=ppt/slides/_rels/slide16.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1.png"/><Relationship Id="rId7" Type="http://schemas.openxmlformats.org/officeDocument/2006/relationships/image" Target="../media/image31.png"/><Relationship Id="rId12" Type="http://schemas.openxmlformats.org/officeDocument/2006/relationships/image" Target="../media/image36.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0.svg"/><Relationship Id="rId11" Type="http://schemas.openxmlformats.org/officeDocument/2006/relationships/image" Target="../media/image35.sv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28.jpg"/><Relationship Id="rId9"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92B45"/>
        </a:solidFill>
        <a:effectLst/>
      </p:bgPr>
    </p:bg>
    <p:spTree>
      <p:nvGrpSpPr>
        <p:cNvPr id="1" name=""/>
        <p:cNvGrpSpPr/>
        <p:nvPr/>
      </p:nvGrpSpPr>
      <p:grpSpPr>
        <a:xfrm>
          <a:off x="0" y="0"/>
          <a:ext cx="0" cy="0"/>
          <a:chOff x="0" y="0"/>
          <a:chExt cx="0" cy="0"/>
        </a:xfrm>
      </p:grpSpPr>
      <p:sp>
        <p:nvSpPr>
          <p:cNvPr id="56" name="Freeform: Shape 55">
            <a:extLst>
              <a:ext uri="{FF2B5EF4-FFF2-40B4-BE49-F238E27FC236}">
                <a16:creationId xmlns:a16="http://schemas.microsoft.com/office/drawing/2014/main" id="{BBFEAC38-689B-4588-A133-2649219EA9F2}"/>
              </a:ext>
            </a:extLst>
          </p:cNvPr>
          <p:cNvSpPr/>
          <p:nvPr/>
        </p:nvSpPr>
        <p:spPr>
          <a:xfrm>
            <a:off x="457200" y="457200"/>
            <a:ext cx="3566160" cy="1645920"/>
          </a:xfrm>
          <a:custGeom>
            <a:avLst/>
            <a:gdLst>
              <a:gd name="connsiteX0" fmla="*/ 127835 w 1590675"/>
              <a:gd name="connsiteY0" fmla="*/ 692754 h 1657350"/>
              <a:gd name="connsiteX1" fmla="*/ 77353 w 1590675"/>
              <a:gd name="connsiteY1" fmla="*/ 1431894 h 1657350"/>
              <a:gd name="connsiteX2" fmla="*/ 1012708 w 1590675"/>
              <a:gd name="connsiteY2" fmla="*/ 1276636 h 1657350"/>
              <a:gd name="connsiteX3" fmla="*/ 1316556 w 1590675"/>
              <a:gd name="connsiteY3" fmla="*/ 1147096 h 1657350"/>
              <a:gd name="connsiteX4" fmla="*/ 1569920 w 1590675"/>
              <a:gd name="connsiteY4" fmla="*/ 755619 h 1657350"/>
              <a:gd name="connsiteX5" fmla="*/ 764105 w 1590675"/>
              <a:gd name="connsiteY5" fmla="*/ 424149 h 1657350"/>
              <a:gd name="connsiteX6" fmla="*/ 224990 w 1590675"/>
              <a:gd name="connsiteY6" fmla="*/ 15526 h 1657350"/>
              <a:gd name="connsiteX7" fmla="*/ 127835 w 1590675"/>
              <a:gd name="connsiteY7" fmla="*/ 692754 h 1657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0675" h="1657350">
                <a:moveTo>
                  <a:pt x="127835" y="692754"/>
                </a:moveTo>
                <a:cubicBezTo>
                  <a:pt x="184985" y="850869"/>
                  <a:pt x="-143627" y="1093756"/>
                  <a:pt x="77353" y="1431894"/>
                </a:cubicBezTo>
                <a:cubicBezTo>
                  <a:pt x="325003" y="1810989"/>
                  <a:pt x="853640" y="1710024"/>
                  <a:pt x="1012708" y="1276636"/>
                </a:cubicBezTo>
                <a:cubicBezTo>
                  <a:pt x="1052713" y="1167099"/>
                  <a:pt x="1183206" y="1151859"/>
                  <a:pt x="1316556" y="1147096"/>
                </a:cubicBezTo>
                <a:cubicBezTo>
                  <a:pt x="1577540" y="1138524"/>
                  <a:pt x="1644215" y="880396"/>
                  <a:pt x="1569920" y="755619"/>
                </a:cubicBezTo>
                <a:cubicBezTo>
                  <a:pt x="1391803" y="457486"/>
                  <a:pt x="887930" y="581311"/>
                  <a:pt x="764105" y="424149"/>
                </a:cubicBezTo>
                <a:cubicBezTo>
                  <a:pt x="663140" y="296514"/>
                  <a:pt x="498358" y="-80676"/>
                  <a:pt x="224990" y="15526"/>
                </a:cubicBezTo>
                <a:cubicBezTo>
                  <a:pt x="-116005" y="135541"/>
                  <a:pt x="65923" y="522256"/>
                  <a:pt x="127835" y="692754"/>
                </a:cubicBezTo>
                <a:close/>
              </a:path>
            </a:pathLst>
          </a:custGeom>
          <a:solidFill>
            <a:schemeClr val="accent1">
              <a:lumMod val="50000"/>
              <a:alpha val="15000"/>
            </a:schemeClr>
          </a:solidFill>
          <a:ln w="9525" cap="flat">
            <a:noFill/>
            <a:prstDash val="solid"/>
            <a:miter/>
          </a:ln>
        </p:spPr>
        <p:txBody>
          <a:bodyPr rtlCol="0" anchor="ctr"/>
          <a:lstStyle/>
          <a:p>
            <a:endParaRPr lang="en-GB"/>
          </a:p>
        </p:txBody>
      </p:sp>
      <p:sp>
        <p:nvSpPr>
          <p:cNvPr id="38" name="Freeform: Shape 37">
            <a:extLst>
              <a:ext uri="{FF2B5EF4-FFF2-40B4-BE49-F238E27FC236}">
                <a16:creationId xmlns:a16="http://schemas.microsoft.com/office/drawing/2014/main" id="{E7EA2659-962F-4074-82E3-32B4D6EA78FF}"/>
              </a:ext>
            </a:extLst>
          </p:cNvPr>
          <p:cNvSpPr/>
          <p:nvPr/>
        </p:nvSpPr>
        <p:spPr>
          <a:xfrm>
            <a:off x="9418320" y="3657600"/>
            <a:ext cx="2286000" cy="2724912"/>
          </a:xfrm>
          <a:custGeom>
            <a:avLst/>
            <a:gdLst>
              <a:gd name="connsiteX0" fmla="*/ 3209951 w 3467100"/>
              <a:gd name="connsiteY0" fmla="*/ 1102921 h 3152775"/>
              <a:gd name="connsiteX1" fmla="*/ 2526056 w 3467100"/>
              <a:gd name="connsiteY1" fmla="*/ 759068 h 3152775"/>
              <a:gd name="connsiteX2" fmla="*/ 2387943 w 3467100"/>
              <a:gd name="connsiteY2" fmla="*/ 725731 h 3152775"/>
              <a:gd name="connsiteX3" fmla="*/ 1954556 w 3467100"/>
              <a:gd name="connsiteY3" fmla="*/ 497131 h 3152775"/>
              <a:gd name="connsiteX4" fmla="*/ 1952651 w 3467100"/>
              <a:gd name="connsiteY4" fmla="*/ 495226 h 3152775"/>
              <a:gd name="connsiteX5" fmla="*/ 1560221 w 3467100"/>
              <a:gd name="connsiteY5" fmla="*/ 127561 h 3152775"/>
              <a:gd name="connsiteX6" fmla="*/ 829653 w 3467100"/>
              <a:gd name="connsiteY6" fmla="*/ 60886 h 3152775"/>
              <a:gd name="connsiteX7" fmla="*/ 398171 w 3467100"/>
              <a:gd name="connsiteY7" fmla="*/ 648578 h 3152775"/>
              <a:gd name="connsiteX8" fmla="*/ 479133 w 3467100"/>
              <a:gd name="connsiteY8" fmla="*/ 1555358 h 3152775"/>
              <a:gd name="connsiteX9" fmla="*/ 26 w 3467100"/>
              <a:gd name="connsiteY9" fmla="*/ 2563103 h 3152775"/>
              <a:gd name="connsiteX10" fmla="*/ 255296 w 3467100"/>
              <a:gd name="connsiteY10" fmla="*/ 3033639 h 3152775"/>
              <a:gd name="connsiteX11" fmla="*/ 787743 w 3467100"/>
              <a:gd name="connsiteY11" fmla="*/ 3151748 h 3152775"/>
              <a:gd name="connsiteX12" fmla="*/ 1568793 w 3467100"/>
              <a:gd name="connsiteY12" fmla="*/ 2828851 h 3152775"/>
              <a:gd name="connsiteX13" fmla="*/ 2439378 w 3467100"/>
              <a:gd name="connsiteY13" fmla="*/ 2565008 h 3152775"/>
              <a:gd name="connsiteX14" fmla="*/ 3042311 w 3467100"/>
              <a:gd name="connsiteY14" fmla="*/ 2438326 h 3152775"/>
              <a:gd name="connsiteX15" fmla="*/ 3469983 w 3467100"/>
              <a:gd name="connsiteY15" fmla="*/ 1817296 h 3152775"/>
              <a:gd name="connsiteX16" fmla="*/ 3209951 w 3467100"/>
              <a:gd name="connsiteY16" fmla="*/ 1102921 h 3152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67100" h="3152775">
                <a:moveTo>
                  <a:pt x="3209951" y="1102921"/>
                </a:moveTo>
                <a:cubicBezTo>
                  <a:pt x="3027071" y="920993"/>
                  <a:pt x="2776563" y="822886"/>
                  <a:pt x="2526056" y="759068"/>
                </a:cubicBezTo>
                <a:cubicBezTo>
                  <a:pt x="2480336" y="747638"/>
                  <a:pt x="2433663" y="736208"/>
                  <a:pt x="2387943" y="725731"/>
                </a:cubicBezTo>
                <a:cubicBezTo>
                  <a:pt x="2226018" y="689536"/>
                  <a:pt x="2075523" y="611431"/>
                  <a:pt x="1954556" y="497131"/>
                </a:cubicBezTo>
                <a:cubicBezTo>
                  <a:pt x="1953603" y="496178"/>
                  <a:pt x="1952651" y="496178"/>
                  <a:pt x="1952651" y="495226"/>
                </a:cubicBezTo>
                <a:cubicBezTo>
                  <a:pt x="1822158" y="371401"/>
                  <a:pt x="1709763" y="225668"/>
                  <a:pt x="1560221" y="127561"/>
                </a:cubicBezTo>
                <a:cubicBezTo>
                  <a:pt x="1347813" y="-12457"/>
                  <a:pt x="1063016" y="-41032"/>
                  <a:pt x="829653" y="60886"/>
                </a:cubicBezTo>
                <a:cubicBezTo>
                  <a:pt x="596291" y="162803"/>
                  <a:pt x="422936" y="394261"/>
                  <a:pt x="398171" y="648578"/>
                </a:cubicBezTo>
                <a:cubicBezTo>
                  <a:pt x="368643" y="952426"/>
                  <a:pt x="538188" y="1255321"/>
                  <a:pt x="479133" y="1555358"/>
                </a:cubicBezTo>
                <a:cubicBezTo>
                  <a:pt x="406743" y="1924928"/>
                  <a:pt x="3836" y="2186866"/>
                  <a:pt x="26" y="2563103"/>
                </a:cubicBezTo>
                <a:cubicBezTo>
                  <a:pt x="-1879" y="2748841"/>
                  <a:pt x="102896" y="2927911"/>
                  <a:pt x="255296" y="3033639"/>
                </a:cubicBezTo>
                <a:cubicBezTo>
                  <a:pt x="407696" y="3139366"/>
                  <a:pt x="602958" y="3175561"/>
                  <a:pt x="787743" y="3151748"/>
                </a:cubicBezTo>
                <a:cubicBezTo>
                  <a:pt x="1068731" y="3115553"/>
                  <a:pt x="1314476" y="2952676"/>
                  <a:pt x="1568793" y="2828851"/>
                </a:cubicBezTo>
                <a:cubicBezTo>
                  <a:pt x="1843113" y="2696453"/>
                  <a:pt x="2138388" y="2606918"/>
                  <a:pt x="2439378" y="2565008"/>
                </a:cubicBezTo>
                <a:cubicBezTo>
                  <a:pt x="2644166" y="2536433"/>
                  <a:pt x="2856573" y="2527861"/>
                  <a:pt x="3042311" y="2438326"/>
                </a:cubicBezTo>
                <a:cubicBezTo>
                  <a:pt x="3278531" y="2324026"/>
                  <a:pt x="3442361" y="2078281"/>
                  <a:pt x="3469983" y="1817296"/>
                </a:cubicBezTo>
                <a:cubicBezTo>
                  <a:pt x="3499511" y="1556311"/>
                  <a:pt x="3396641" y="1287706"/>
                  <a:pt x="3209951" y="1102921"/>
                </a:cubicBezTo>
                <a:close/>
              </a:path>
            </a:pathLst>
          </a:custGeom>
          <a:solidFill>
            <a:schemeClr val="accent2"/>
          </a:solidFill>
          <a:ln w="9525" cap="flat">
            <a:noFill/>
            <a:prstDash val="solid"/>
            <a:miter/>
          </a:ln>
        </p:spPr>
        <p:txBody>
          <a:bodyPr rtlCol="0" anchor="ctr"/>
          <a:lstStyle/>
          <a:p>
            <a:endParaRPr lang="en-GB"/>
          </a:p>
        </p:txBody>
      </p:sp>
      <p:sp>
        <p:nvSpPr>
          <p:cNvPr id="42" name="Freeform: Shape 41">
            <a:extLst>
              <a:ext uri="{FF2B5EF4-FFF2-40B4-BE49-F238E27FC236}">
                <a16:creationId xmlns:a16="http://schemas.microsoft.com/office/drawing/2014/main" id="{15997929-E2F8-4DED-B504-3C39B97DEADC}"/>
              </a:ext>
            </a:extLst>
          </p:cNvPr>
          <p:cNvSpPr/>
          <p:nvPr/>
        </p:nvSpPr>
        <p:spPr>
          <a:xfrm>
            <a:off x="457200" y="5760720"/>
            <a:ext cx="438912" cy="594360"/>
          </a:xfrm>
          <a:custGeom>
            <a:avLst/>
            <a:gdLst>
              <a:gd name="connsiteX0" fmla="*/ 7 w 628650"/>
              <a:gd name="connsiteY0" fmla="*/ 536473 h 676275"/>
              <a:gd name="connsiteX1" fmla="*/ 176219 w 628650"/>
              <a:gd name="connsiteY1" fmla="*/ 674586 h 676275"/>
              <a:gd name="connsiteX2" fmla="*/ 323857 w 628650"/>
              <a:gd name="connsiteY2" fmla="*/ 486943 h 676275"/>
              <a:gd name="connsiteX3" fmla="*/ 559124 w 628650"/>
              <a:gd name="connsiteY3" fmla="*/ 405028 h 676275"/>
              <a:gd name="connsiteX4" fmla="*/ 632467 w 628650"/>
              <a:gd name="connsiteY4" fmla="*/ 244056 h 676275"/>
              <a:gd name="connsiteX5" fmla="*/ 305759 w 628650"/>
              <a:gd name="connsiteY5" fmla="*/ 81178 h 676275"/>
              <a:gd name="connsiteX6" fmla="*/ 180029 w 628650"/>
              <a:gd name="connsiteY6" fmla="*/ 279298 h 676275"/>
              <a:gd name="connsiteX7" fmla="*/ 7 w 628650"/>
              <a:gd name="connsiteY7" fmla="*/ 536473 h 67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8650" h="676275">
                <a:moveTo>
                  <a:pt x="7" y="536473"/>
                </a:moveTo>
                <a:cubicBezTo>
                  <a:pt x="959" y="625056"/>
                  <a:pt x="96209" y="711733"/>
                  <a:pt x="176219" y="674586"/>
                </a:cubicBezTo>
                <a:cubicBezTo>
                  <a:pt x="249562" y="640296"/>
                  <a:pt x="260992" y="537426"/>
                  <a:pt x="323857" y="486943"/>
                </a:cubicBezTo>
                <a:cubicBezTo>
                  <a:pt x="388627" y="433603"/>
                  <a:pt x="488639" y="450748"/>
                  <a:pt x="559124" y="405028"/>
                </a:cubicBezTo>
                <a:cubicBezTo>
                  <a:pt x="610559" y="370738"/>
                  <a:pt x="636277" y="305968"/>
                  <a:pt x="632467" y="244056"/>
                </a:cubicBezTo>
                <a:cubicBezTo>
                  <a:pt x="621989" y="51651"/>
                  <a:pt x="419107" y="-99797"/>
                  <a:pt x="305759" y="81178"/>
                </a:cubicBezTo>
                <a:cubicBezTo>
                  <a:pt x="256229" y="161188"/>
                  <a:pt x="255277" y="208813"/>
                  <a:pt x="180029" y="279298"/>
                </a:cubicBezTo>
                <a:cubicBezTo>
                  <a:pt x="100972" y="352641"/>
                  <a:pt x="-946" y="412648"/>
                  <a:pt x="7" y="536473"/>
                </a:cubicBezTo>
                <a:close/>
              </a:path>
            </a:pathLst>
          </a:custGeom>
          <a:solidFill>
            <a:schemeClr val="accent1">
              <a:lumMod val="75000"/>
            </a:schemeClr>
          </a:solidFill>
          <a:ln w="9525" cap="flat">
            <a:noFill/>
            <a:prstDash val="solid"/>
            <a:miter/>
          </a:ln>
        </p:spPr>
        <p:txBody>
          <a:bodyPr rtlCol="0" anchor="ctr"/>
          <a:lstStyle/>
          <a:p>
            <a:endParaRPr lang="en-US"/>
          </a:p>
          <a:p>
            <a:endParaRPr lang="en-GB"/>
          </a:p>
          <a:p>
            <a:endParaRPr lang="en-GB"/>
          </a:p>
          <a:p>
            <a:endParaRPr lang="en-GB"/>
          </a:p>
          <a:p>
            <a:endParaRPr lang="en-GB"/>
          </a:p>
          <a:p>
            <a:endParaRPr lang="en-GB"/>
          </a:p>
          <a:p>
            <a:endParaRPr lang="en-GB"/>
          </a:p>
        </p:txBody>
      </p:sp>
      <p:sp>
        <p:nvSpPr>
          <p:cNvPr id="45" name="Freeform: Shape 44">
            <a:extLst>
              <a:ext uri="{FF2B5EF4-FFF2-40B4-BE49-F238E27FC236}">
                <a16:creationId xmlns:a16="http://schemas.microsoft.com/office/drawing/2014/main" id="{0CA998FC-A01D-45D1-98F7-C44B011EA700}"/>
              </a:ext>
            </a:extLst>
          </p:cNvPr>
          <p:cNvSpPr/>
          <p:nvPr/>
        </p:nvSpPr>
        <p:spPr>
          <a:xfrm>
            <a:off x="457200" y="457200"/>
            <a:ext cx="960120" cy="960120"/>
          </a:xfrm>
          <a:custGeom>
            <a:avLst/>
            <a:gdLst>
              <a:gd name="connsiteX0" fmla="*/ 127835 w 1590675"/>
              <a:gd name="connsiteY0" fmla="*/ 692754 h 1657350"/>
              <a:gd name="connsiteX1" fmla="*/ 77353 w 1590675"/>
              <a:gd name="connsiteY1" fmla="*/ 1431894 h 1657350"/>
              <a:gd name="connsiteX2" fmla="*/ 1012708 w 1590675"/>
              <a:gd name="connsiteY2" fmla="*/ 1276636 h 1657350"/>
              <a:gd name="connsiteX3" fmla="*/ 1316556 w 1590675"/>
              <a:gd name="connsiteY3" fmla="*/ 1147096 h 1657350"/>
              <a:gd name="connsiteX4" fmla="*/ 1569920 w 1590675"/>
              <a:gd name="connsiteY4" fmla="*/ 755619 h 1657350"/>
              <a:gd name="connsiteX5" fmla="*/ 764105 w 1590675"/>
              <a:gd name="connsiteY5" fmla="*/ 424149 h 1657350"/>
              <a:gd name="connsiteX6" fmla="*/ 224990 w 1590675"/>
              <a:gd name="connsiteY6" fmla="*/ 15526 h 1657350"/>
              <a:gd name="connsiteX7" fmla="*/ 127835 w 1590675"/>
              <a:gd name="connsiteY7" fmla="*/ 692754 h 1657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0675" h="1657350">
                <a:moveTo>
                  <a:pt x="127835" y="692754"/>
                </a:moveTo>
                <a:cubicBezTo>
                  <a:pt x="184985" y="850869"/>
                  <a:pt x="-143627" y="1093756"/>
                  <a:pt x="77353" y="1431894"/>
                </a:cubicBezTo>
                <a:cubicBezTo>
                  <a:pt x="325003" y="1810989"/>
                  <a:pt x="853640" y="1710024"/>
                  <a:pt x="1012708" y="1276636"/>
                </a:cubicBezTo>
                <a:cubicBezTo>
                  <a:pt x="1052713" y="1167099"/>
                  <a:pt x="1183206" y="1151859"/>
                  <a:pt x="1316556" y="1147096"/>
                </a:cubicBezTo>
                <a:cubicBezTo>
                  <a:pt x="1577540" y="1138524"/>
                  <a:pt x="1644215" y="880396"/>
                  <a:pt x="1569920" y="755619"/>
                </a:cubicBezTo>
                <a:cubicBezTo>
                  <a:pt x="1391803" y="457486"/>
                  <a:pt x="887930" y="581311"/>
                  <a:pt x="764105" y="424149"/>
                </a:cubicBezTo>
                <a:cubicBezTo>
                  <a:pt x="663140" y="296514"/>
                  <a:pt x="498358" y="-80676"/>
                  <a:pt x="224990" y="15526"/>
                </a:cubicBezTo>
                <a:cubicBezTo>
                  <a:pt x="-116005" y="135541"/>
                  <a:pt x="65923" y="522256"/>
                  <a:pt x="127835" y="692754"/>
                </a:cubicBezTo>
                <a:close/>
              </a:path>
            </a:pathLst>
          </a:custGeom>
          <a:solidFill>
            <a:schemeClr val="accent1">
              <a:lumMod val="75000"/>
            </a:schemeClr>
          </a:solidFill>
          <a:ln w="9525" cap="flat">
            <a:noFill/>
            <a:prstDash val="solid"/>
            <a:miter/>
          </a:ln>
        </p:spPr>
        <p:txBody>
          <a:bodyPr rtlCol="0" anchor="ctr"/>
          <a:lstStyle/>
          <a:p>
            <a:endParaRPr lang="en-GB"/>
          </a:p>
        </p:txBody>
      </p:sp>
      <p:sp>
        <p:nvSpPr>
          <p:cNvPr id="12" name="Graphic 37">
            <a:extLst>
              <a:ext uri="{FF2B5EF4-FFF2-40B4-BE49-F238E27FC236}">
                <a16:creationId xmlns:a16="http://schemas.microsoft.com/office/drawing/2014/main" id="{A91876E0-CBF3-36AA-0B42-641FAAE9C92F}"/>
              </a:ext>
            </a:extLst>
          </p:cNvPr>
          <p:cNvSpPr/>
          <p:nvPr/>
        </p:nvSpPr>
        <p:spPr>
          <a:xfrm>
            <a:off x="9646920" y="457200"/>
            <a:ext cx="2011680" cy="1280160"/>
          </a:xfrm>
          <a:custGeom>
            <a:avLst/>
            <a:gdLst>
              <a:gd name="connsiteX0" fmla="*/ 5592222 w 5595226"/>
              <a:gd name="connsiteY0" fmla="*/ 68300 h 6730404"/>
              <a:gd name="connsiteX1" fmla="*/ 5475065 w 5595226"/>
              <a:gd name="connsiteY1" fmla="*/ 1816 h 6730404"/>
              <a:gd name="connsiteX2" fmla="*/ 4790693 w 5595226"/>
              <a:gd name="connsiteY2" fmla="*/ 647896 h 6730404"/>
              <a:gd name="connsiteX3" fmla="*/ 4710017 w 5595226"/>
              <a:gd name="connsiteY3" fmla="*/ 1822519 h 6730404"/>
              <a:gd name="connsiteX4" fmla="*/ 4677822 w 5595226"/>
              <a:gd name="connsiteY4" fmla="*/ 2493175 h 6730404"/>
              <a:gd name="connsiteX5" fmla="*/ 4458747 w 5595226"/>
              <a:gd name="connsiteY5" fmla="*/ 2965043 h 6730404"/>
              <a:gd name="connsiteX6" fmla="*/ 3607688 w 5595226"/>
              <a:gd name="connsiteY6" fmla="*/ 3474345 h 6730404"/>
              <a:gd name="connsiteX7" fmla="*/ 2672333 w 5595226"/>
              <a:gd name="connsiteY7" fmla="*/ 3227933 h 6730404"/>
              <a:gd name="connsiteX8" fmla="*/ 2777965 w 5595226"/>
              <a:gd name="connsiteY8" fmla="*/ 2606522 h 6730404"/>
              <a:gd name="connsiteX9" fmla="*/ 2285714 w 5595226"/>
              <a:gd name="connsiteY9" fmla="*/ 2437168 h 6730404"/>
              <a:gd name="connsiteX10" fmla="*/ 2202751 w 5595226"/>
              <a:gd name="connsiteY10" fmla="*/ 2990094 h 6730404"/>
              <a:gd name="connsiteX11" fmla="*/ 2421254 w 5595226"/>
              <a:gd name="connsiteY11" fmla="*/ 3266224 h 6730404"/>
              <a:gd name="connsiteX12" fmla="*/ 2123407 w 5595226"/>
              <a:gd name="connsiteY12" fmla="*/ 3613791 h 6730404"/>
              <a:gd name="connsiteX13" fmla="*/ 1165859 w 5595226"/>
              <a:gd name="connsiteY13" fmla="*/ 4379220 h 6730404"/>
              <a:gd name="connsiteX14" fmla="*/ 284416 w 5595226"/>
              <a:gd name="connsiteY14" fmla="*/ 5260663 h 6730404"/>
              <a:gd name="connsiteX15" fmla="*/ 15334 w 5595226"/>
              <a:gd name="connsiteY15" fmla="*/ 6387566 h 6730404"/>
              <a:gd name="connsiteX16" fmla="*/ 92296 w 5595226"/>
              <a:gd name="connsiteY16" fmla="*/ 6660362 h 6730404"/>
              <a:gd name="connsiteX17" fmla="*/ 209454 w 5595226"/>
              <a:gd name="connsiteY17" fmla="*/ 6726847 h 6730404"/>
              <a:gd name="connsiteX18" fmla="*/ 275938 w 5595226"/>
              <a:gd name="connsiteY18" fmla="*/ 6609689 h 6730404"/>
              <a:gd name="connsiteX19" fmla="*/ 379380 w 5595226"/>
              <a:gd name="connsiteY19" fmla="*/ 5475833 h 6730404"/>
              <a:gd name="connsiteX20" fmla="*/ 1242631 w 5595226"/>
              <a:gd name="connsiteY20" fmla="*/ 4558576 h 6730404"/>
              <a:gd name="connsiteX21" fmla="*/ 2258281 w 5595226"/>
              <a:gd name="connsiteY21" fmla="*/ 3748475 h 6730404"/>
              <a:gd name="connsiteX22" fmla="*/ 2569178 w 5595226"/>
              <a:gd name="connsiteY22" fmla="*/ 3387001 h 6730404"/>
              <a:gd name="connsiteX23" fmla="*/ 2620613 w 5595226"/>
              <a:gd name="connsiteY23" fmla="*/ 3422815 h 6730404"/>
              <a:gd name="connsiteX24" fmla="*/ 3155060 w 5595226"/>
              <a:gd name="connsiteY24" fmla="*/ 3643700 h 6730404"/>
              <a:gd name="connsiteX25" fmla="*/ 4255103 w 5595226"/>
              <a:gd name="connsiteY25" fmla="*/ 3420148 h 6730404"/>
              <a:gd name="connsiteX26" fmla="*/ 4875942 w 5595226"/>
              <a:gd name="connsiteY26" fmla="*/ 2473649 h 6730404"/>
              <a:gd name="connsiteX27" fmla="*/ 4882991 w 5595226"/>
              <a:gd name="connsiteY27" fmla="*/ 1075759 h 6730404"/>
              <a:gd name="connsiteX28" fmla="*/ 5311711 w 5595226"/>
              <a:gd name="connsiteY28" fmla="*/ 261943 h 6730404"/>
              <a:gd name="connsiteX29" fmla="*/ 5525738 w 5595226"/>
              <a:gd name="connsiteY29" fmla="*/ 185362 h 6730404"/>
              <a:gd name="connsiteX30" fmla="*/ 5592222 w 5595226"/>
              <a:gd name="connsiteY30" fmla="*/ 68300 h 6730404"/>
              <a:gd name="connsiteX31" fmla="*/ 2325147 w 5595226"/>
              <a:gd name="connsiteY31" fmla="*/ 2750826 h 6730404"/>
              <a:gd name="connsiteX32" fmla="*/ 2408110 w 5595226"/>
              <a:gd name="connsiteY32" fmla="*/ 2584615 h 6730404"/>
              <a:gd name="connsiteX33" fmla="*/ 2573083 w 5595226"/>
              <a:gd name="connsiteY33" fmla="*/ 2637193 h 6730404"/>
              <a:gd name="connsiteX34" fmla="*/ 2525934 w 5595226"/>
              <a:gd name="connsiteY34" fmla="*/ 3100870 h 6730404"/>
              <a:gd name="connsiteX35" fmla="*/ 2431446 w 5595226"/>
              <a:gd name="connsiteY35" fmla="*/ 2993428 h 6730404"/>
              <a:gd name="connsiteX36" fmla="*/ 2325147 w 5595226"/>
              <a:gd name="connsiteY36" fmla="*/ 2750826 h 6730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5595226" h="6730404">
                <a:moveTo>
                  <a:pt x="5592222" y="68300"/>
                </a:moveTo>
                <a:cubicBezTo>
                  <a:pt x="5577458" y="14389"/>
                  <a:pt x="5526023" y="-6662"/>
                  <a:pt x="5475065" y="1816"/>
                </a:cubicBezTo>
                <a:cubicBezTo>
                  <a:pt x="5135308" y="58204"/>
                  <a:pt x="4908613" y="342811"/>
                  <a:pt x="4790693" y="647896"/>
                </a:cubicBezTo>
                <a:cubicBezTo>
                  <a:pt x="4644389" y="1026420"/>
                  <a:pt x="4688014" y="1426946"/>
                  <a:pt x="4710017" y="1822519"/>
                </a:cubicBezTo>
                <a:cubicBezTo>
                  <a:pt x="4722494" y="2045881"/>
                  <a:pt x="4728400" y="2273814"/>
                  <a:pt x="4677822" y="2493175"/>
                </a:cubicBezTo>
                <a:cubicBezTo>
                  <a:pt x="4638293" y="2664720"/>
                  <a:pt x="4563332" y="2823502"/>
                  <a:pt x="4458747" y="2965043"/>
                </a:cubicBezTo>
                <a:cubicBezTo>
                  <a:pt x="4258436" y="3236220"/>
                  <a:pt x="3943540" y="3431292"/>
                  <a:pt x="3607688" y="3474345"/>
                </a:cubicBezTo>
                <a:cubicBezTo>
                  <a:pt x="3282124" y="3516065"/>
                  <a:pt x="2936176" y="3424148"/>
                  <a:pt x="2672333" y="3227933"/>
                </a:cubicBezTo>
                <a:cubicBezTo>
                  <a:pt x="2780728" y="3043243"/>
                  <a:pt x="2873787" y="2814739"/>
                  <a:pt x="2777965" y="2606522"/>
                </a:cubicBezTo>
                <a:cubicBezTo>
                  <a:pt x="2694812" y="2425833"/>
                  <a:pt x="2462116" y="2312295"/>
                  <a:pt x="2285714" y="2437168"/>
                </a:cubicBezTo>
                <a:cubicBezTo>
                  <a:pt x="2104072" y="2565851"/>
                  <a:pt x="2107215" y="2810071"/>
                  <a:pt x="2202751" y="2990094"/>
                </a:cubicBezTo>
                <a:cubicBezTo>
                  <a:pt x="2257139" y="3092583"/>
                  <a:pt x="2334101" y="3185166"/>
                  <a:pt x="2421254" y="3266224"/>
                </a:cubicBezTo>
                <a:cubicBezTo>
                  <a:pt x="2333529" y="3391287"/>
                  <a:pt x="2232373" y="3506254"/>
                  <a:pt x="2123407" y="3613791"/>
                </a:cubicBezTo>
                <a:cubicBezTo>
                  <a:pt x="1831561" y="3901922"/>
                  <a:pt x="1491043" y="4131570"/>
                  <a:pt x="1165859" y="4379220"/>
                </a:cubicBezTo>
                <a:cubicBezTo>
                  <a:pt x="835056" y="4631156"/>
                  <a:pt x="509491" y="4905953"/>
                  <a:pt x="284416" y="5260663"/>
                </a:cubicBezTo>
                <a:cubicBezTo>
                  <a:pt x="74199" y="5592229"/>
                  <a:pt x="-44102" y="5994755"/>
                  <a:pt x="15334" y="6387566"/>
                </a:cubicBezTo>
                <a:cubicBezTo>
                  <a:pt x="29527" y="6481578"/>
                  <a:pt x="55339" y="6572732"/>
                  <a:pt x="92296" y="6660362"/>
                </a:cubicBezTo>
                <a:cubicBezTo>
                  <a:pt x="112204" y="6707701"/>
                  <a:pt x="155257" y="6741801"/>
                  <a:pt x="209454" y="6726847"/>
                </a:cubicBezTo>
                <a:cubicBezTo>
                  <a:pt x="254126" y="6714560"/>
                  <a:pt x="296036" y="6657410"/>
                  <a:pt x="275938" y="6609689"/>
                </a:cubicBezTo>
                <a:cubicBezTo>
                  <a:pt x="119633" y="6238405"/>
                  <a:pt x="193357" y="5822258"/>
                  <a:pt x="379380" y="5475833"/>
                </a:cubicBezTo>
                <a:cubicBezTo>
                  <a:pt x="580357" y="5101406"/>
                  <a:pt x="909541" y="4813465"/>
                  <a:pt x="1242631" y="4558576"/>
                </a:cubicBezTo>
                <a:cubicBezTo>
                  <a:pt x="1586293" y="4295495"/>
                  <a:pt x="1949195" y="4053655"/>
                  <a:pt x="2258281" y="3748475"/>
                </a:cubicBezTo>
                <a:cubicBezTo>
                  <a:pt x="2371248" y="3636937"/>
                  <a:pt x="2476880" y="3516636"/>
                  <a:pt x="2569178" y="3387001"/>
                </a:cubicBezTo>
                <a:cubicBezTo>
                  <a:pt x="2586227" y="3399288"/>
                  <a:pt x="2603372" y="3411290"/>
                  <a:pt x="2620613" y="3422815"/>
                </a:cubicBezTo>
                <a:cubicBezTo>
                  <a:pt x="2781204" y="3529971"/>
                  <a:pt x="2965798" y="3605885"/>
                  <a:pt x="3155060" y="3643700"/>
                </a:cubicBezTo>
                <a:cubicBezTo>
                  <a:pt x="3536822" y="3719900"/>
                  <a:pt x="3934586" y="3643318"/>
                  <a:pt x="4255103" y="3420148"/>
                </a:cubicBezTo>
                <a:cubicBezTo>
                  <a:pt x="4574857" y="3197453"/>
                  <a:pt x="4806124" y="2859030"/>
                  <a:pt x="4875942" y="2473649"/>
                </a:cubicBezTo>
                <a:cubicBezTo>
                  <a:pt x="4960238" y="2008352"/>
                  <a:pt x="4836413" y="1541913"/>
                  <a:pt x="4882991" y="1075759"/>
                </a:cubicBezTo>
                <a:cubicBezTo>
                  <a:pt x="4912994" y="775055"/>
                  <a:pt x="5041868" y="424059"/>
                  <a:pt x="5311711" y="261943"/>
                </a:cubicBezTo>
                <a:cubicBezTo>
                  <a:pt x="5378481" y="221843"/>
                  <a:pt x="5447919" y="198316"/>
                  <a:pt x="5525738" y="185362"/>
                </a:cubicBezTo>
                <a:cubicBezTo>
                  <a:pt x="5576506" y="177076"/>
                  <a:pt x="5604890" y="114211"/>
                  <a:pt x="5592222" y="68300"/>
                </a:cubicBezTo>
                <a:close/>
                <a:moveTo>
                  <a:pt x="2325147" y="2750826"/>
                </a:moveTo>
                <a:cubicBezTo>
                  <a:pt x="2323909" y="2689104"/>
                  <a:pt x="2348864" y="2613571"/>
                  <a:pt x="2408110" y="2584615"/>
                </a:cubicBezTo>
                <a:cubicBezTo>
                  <a:pt x="2467831" y="2555468"/>
                  <a:pt x="2531554" y="2590520"/>
                  <a:pt x="2573083" y="2637193"/>
                </a:cubicBezTo>
                <a:cubicBezTo>
                  <a:pt x="2689478" y="2768161"/>
                  <a:pt x="2604801" y="2961805"/>
                  <a:pt x="2525934" y="3100870"/>
                </a:cubicBezTo>
                <a:cubicBezTo>
                  <a:pt x="2492120" y="3066961"/>
                  <a:pt x="2460307" y="3031242"/>
                  <a:pt x="2431446" y="2993428"/>
                </a:cubicBezTo>
                <a:cubicBezTo>
                  <a:pt x="2378963" y="2924657"/>
                  <a:pt x="2326861" y="2840075"/>
                  <a:pt x="2325147" y="2750826"/>
                </a:cubicBezTo>
                <a:close/>
              </a:path>
            </a:pathLst>
          </a:custGeom>
          <a:solidFill>
            <a:schemeClr val="accent3"/>
          </a:solidFill>
          <a:ln w="9525" cap="flat">
            <a:noFill/>
            <a:prstDash val="solid"/>
            <a:miter/>
          </a:ln>
        </p:spPr>
        <p:txBody>
          <a:bodyPr rtlCol="0" anchor="ctr"/>
          <a:lstStyle/>
          <a:p>
            <a:endParaRPr lang="en-US">
              <a:solidFill>
                <a:schemeClr val="accent3"/>
              </a:solidFill>
            </a:endParaRPr>
          </a:p>
        </p:txBody>
      </p:sp>
      <p:pic>
        <p:nvPicPr>
          <p:cNvPr id="20" name="Imagen 19" descr="Logotipo oficial blanco Bizz Summit de la plantilla del evento; no es una fotografía de fondo.">
            <a:extLst>
              <a:ext uri="{FF2B5EF4-FFF2-40B4-BE49-F238E27FC236}">
                <a16:creationId xmlns:a16="http://schemas.microsoft.com/office/drawing/2014/main" id="{7AD5A8ED-0EAF-6A8F-EB32-7A2EDE31E5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3081" y="771421"/>
            <a:ext cx="2817559" cy="1307808"/>
          </a:xfrm>
          <a:prstGeom prst="rect">
            <a:avLst/>
          </a:prstGeom>
        </p:spPr>
      </p:pic>
      <p:sp>
        <p:nvSpPr>
          <p:cNvPr id="2058" name="cover-title">
            <a:extLst>
              <a:ext uri="{FF2B5EF4-FFF2-40B4-BE49-F238E27FC236}">
                <a16:creationId xmlns:a16="http://schemas.microsoft.com/office/drawing/2014/main" id="{D43D5685-4142-F160-D9E5-1AA26E2E0F16}"/>
              </a:ext>
            </a:extLst>
          </p:cNvPr>
          <p:cNvSpPr/>
          <p:nvPr/>
        </p:nvSpPr>
        <p:spPr>
          <a:xfrm>
            <a:off x="987552" y="2331720"/>
            <a:ext cx="9875520" cy="1828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800" b="1">
                <a:solidFill>
                  <a:srgbClr val="FFFFFF"/>
                </a:solidFill>
                <a:effectLst/>
                <a:latin typeface="Segoe UI" panose="020B0502040204020203" pitchFamily="34" charset="0"/>
              </a:rPr>
              <a:t>Extender Copilot Cowork</a:t>
            </a:r>
          </a:p>
          <a:p>
            <a:pPr algn="l">
              <a:buNone/>
            </a:pPr>
            <a:r>
              <a:rPr lang="en-US" sz="3800" b="1">
                <a:solidFill>
                  <a:srgbClr val="FFFFFF"/>
                </a:solidFill>
                <a:effectLst/>
                <a:latin typeface="Segoe UI" panose="020B0502040204020203" pitchFamily="34" charset="0"/>
              </a:rPr>
              <a:t>con plugins y MCP:</a:t>
            </a:r>
          </a:p>
          <a:p>
            <a:pPr algn="l">
              <a:buNone/>
            </a:pPr>
            <a:r>
              <a:rPr lang="en-US" sz="3800" b="1">
                <a:solidFill>
                  <a:srgbClr val="FFFFFF"/>
                </a:solidFill>
                <a:effectLst/>
                <a:latin typeface="Segoe UI" panose="020B0502040204020203" pitchFamily="34" charset="0"/>
              </a:rPr>
              <a:t>skills, conectores</a:t>
            </a:r>
            <a:endParaRPr lang="en-US"/>
          </a:p>
        </p:txBody>
      </p:sp>
      <p:sp>
        <p:nvSpPr>
          <p:cNvPr id="2060" name="cover-subtitle">
            <a:extLst>
              <a:ext uri="{FF2B5EF4-FFF2-40B4-BE49-F238E27FC236}">
                <a16:creationId xmlns:a16="http://schemas.microsoft.com/office/drawing/2014/main" id="{5092145E-CE8C-3AEC-7664-2DB99717740F}"/>
              </a:ext>
            </a:extLst>
          </p:cNvPr>
          <p:cNvSpPr/>
          <p:nvPr/>
        </p:nvSpPr>
        <p:spPr>
          <a:xfrm>
            <a:off x="987552" y="4288536"/>
            <a:ext cx="8412480" cy="8412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a:solidFill>
                  <a:srgbClr val="FFFFFF"/>
                </a:solidFill>
                <a:effectLst/>
                <a:latin typeface="Segoe UI" panose="020B0502040204020203" pitchFamily="34" charset="0"/>
              </a:rPr>
              <a:t>De una intención en lenguaje natural</a:t>
            </a:r>
          </a:p>
          <a:p>
            <a:pPr algn="l">
              <a:buNone/>
            </a:pPr>
            <a:r>
              <a:rPr lang="en-US" sz="2000">
                <a:solidFill>
                  <a:srgbClr val="FFFFFF"/>
                </a:solidFill>
                <a:effectLst/>
                <a:latin typeface="Segoe UI" panose="020B0502040204020203" pitchFamily="34" charset="0"/>
              </a:rPr>
              <a:t>a herramientas empresariales gobernadas</a:t>
            </a:r>
            <a:endParaRPr lang="en-US"/>
          </a:p>
        </p:txBody>
      </p:sp>
      <p:sp>
        <p:nvSpPr>
          <p:cNvPr id="2063" name="cover-speaker">
            <a:extLst>
              <a:ext uri="{FF2B5EF4-FFF2-40B4-BE49-F238E27FC236}">
                <a16:creationId xmlns:a16="http://schemas.microsoft.com/office/drawing/2014/main" id="{CC4D87D5-507F-48D1-6CFF-15C630529996}"/>
              </a:ext>
            </a:extLst>
          </p:cNvPr>
          <p:cNvSpPr/>
          <p:nvPr/>
        </p:nvSpPr>
        <p:spPr>
          <a:xfrm>
            <a:off x="987552" y="5516880"/>
            <a:ext cx="7680960" cy="39014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dirty="0">
                <a:solidFill>
                  <a:srgbClr val="FFFFFF"/>
                </a:solidFill>
                <a:effectLst/>
                <a:latin typeface="Segoe UI" panose="020B0502040204020203" pitchFamily="34" charset="0"/>
              </a:rPr>
              <a:t>Borja Piris de Castro</a:t>
            </a:r>
          </a:p>
          <a:p>
            <a:pPr algn="l">
              <a:buNone/>
            </a:pPr>
            <a:r>
              <a:rPr lang="en-US" sz="100" dirty="0">
                <a:effectLst/>
              </a:rPr>
              <a:t> </a:t>
            </a:r>
            <a:endParaRPr lang="en-US" dirty="0"/>
          </a:p>
        </p:txBody>
      </p:sp>
      <p:sp>
        <p:nvSpPr>
          <p:cNvPr id="4553" name="cover-hashtag-readable">
            <a:extLst>
              <a:ext uri="{FF2B5EF4-FFF2-40B4-BE49-F238E27FC236}">
                <a16:creationId xmlns:a16="http://schemas.microsoft.com/office/drawing/2014/main" id="{28EADFFE-FFAF-394F-1FBA-51BE8042A4A0}"/>
              </a:ext>
            </a:extLst>
          </p:cNvPr>
          <p:cNvSpPr/>
          <p:nvPr/>
        </p:nvSpPr>
        <p:spPr>
          <a:xfrm>
            <a:off x="7452360" y="6035040"/>
            <a:ext cx="1828800" cy="32918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FFFFFF"/>
                </a:solidFill>
                <a:effectLst/>
                <a:latin typeface="Segoe UI" panose="020B0502040204020203" pitchFamily="34" charset="0"/>
              </a:rPr>
              <a:t>#BizzSummit2026</a:t>
            </a:r>
          </a:p>
          <a:p>
            <a:pPr algn="r">
              <a:buNone/>
            </a:pPr>
            <a:r>
              <a:rPr lang="en-US" sz="100">
                <a:effectLst/>
              </a:rPr>
              <a:t> </a:t>
            </a:r>
            <a:endParaRPr lang="en-US"/>
          </a:p>
        </p:txBody>
      </p:sp>
      <p:sp>
        <p:nvSpPr>
          <p:cNvPr id="3" name="cover-speaker">
            <a:extLst>
              <a:ext uri="{FF2B5EF4-FFF2-40B4-BE49-F238E27FC236}">
                <a16:creationId xmlns:a16="http://schemas.microsoft.com/office/drawing/2014/main" id="{07FF200D-E5EA-70BA-6502-0E8B87828D22}"/>
              </a:ext>
            </a:extLst>
          </p:cNvPr>
          <p:cNvSpPr/>
          <p:nvPr/>
        </p:nvSpPr>
        <p:spPr>
          <a:xfrm>
            <a:off x="993046" y="5941110"/>
            <a:ext cx="7680960" cy="39014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b="1" dirty="0">
                <a:solidFill>
                  <a:srgbClr val="FFFFFF"/>
                </a:solidFill>
                <a:latin typeface="Segoe UI" panose="020B0502040204020203" pitchFamily="34" charset="0"/>
              </a:rPr>
              <a:t>Rodrigo Liberoff</a:t>
            </a:r>
            <a:endParaRPr lang="en-US" sz="1800" b="1" dirty="0">
              <a:solidFill>
                <a:srgbClr val="FFFFFF"/>
              </a:solidFill>
              <a:effectLst/>
              <a:latin typeface="Segoe UI" panose="020B0502040204020203" pitchFamily="34" charset="0"/>
            </a:endParaRPr>
          </a:p>
          <a:p>
            <a:pPr algn="l">
              <a:buNone/>
            </a:pPr>
            <a:r>
              <a:rPr lang="en-US" sz="100" dirty="0">
                <a:effectLst/>
              </a:rPr>
              <a:t> </a:t>
            </a:r>
            <a:endParaRPr lang="en-US" dirty="0"/>
          </a:p>
        </p:txBody>
      </p:sp>
    </p:spTree>
    <p:extLst>
      <p:ext uri="{BB962C8B-B14F-4D97-AF65-F5344CB8AC3E}">
        <p14:creationId xmlns:p14="http://schemas.microsoft.com/office/powerpoint/2010/main" val="3088707687"/>
      </p:ext>
    </p:extLst>
  </p:cSld>
  <p:clrMapOvr>
    <a:masterClrMapping/>
  </p:clrMapOvr>
  <mc:AlternateContent xmlns:mc="http://schemas.openxmlformats.org/markup-compatibility/2006" xmlns:p14="http://schemas.microsoft.com/office/powerpoint/2010/main">
    <mc:Choice Requires="p14">
      <p:transition spd="med">
        <p14:warp dir="in"/>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750"/>
                                        <p:tgtEl>
                                          <p:spTgt spid="38"/>
                                        </p:tgtEl>
                                      </p:cBhvr>
                                    </p:animEffect>
                                  </p:childTnLst>
                                </p:cTn>
                              </p:par>
                              <p:par>
                                <p:cTn id="8" presetID="8" presetClass="emph" presetSubtype="0" repeatCount="indefinite" accel="50000" decel="50000" autoRev="1" fill="hold" grpId="1" nodeType="withEffect">
                                  <p:stCondLst>
                                    <p:cond delay="0"/>
                                  </p:stCondLst>
                                  <p:childTnLst>
                                    <p:animRot by="10800000">
                                      <p:cBhvr>
                                        <p:cTn id="9" dur="20000" fill="hold"/>
                                        <p:tgtEl>
                                          <p:spTgt spid="38"/>
                                        </p:tgtEl>
                                        <p:attrNameLst>
                                          <p:attrName>r</p:attrName>
                                        </p:attrNameLst>
                                      </p:cBhvr>
                                    </p:animRot>
                                  </p:childTnLst>
                                </p:cTn>
                              </p:par>
                              <p:par>
                                <p:cTn id="10" presetID="10" presetClass="entr" presetSubtype="0" fill="hold" grpId="0" nodeType="withEffect">
                                  <p:stCondLst>
                                    <p:cond delay="0"/>
                                  </p:stCondLst>
                                  <p:childTnLst>
                                    <p:set>
                                      <p:cBhvr>
                                        <p:cTn id="11" dur="1" fill="hold">
                                          <p:stCondLst>
                                            <p:cond delay="0"/>
                                          </p:stCondLst>
                                        </p:cTn>
                                        <p:tgtEl>
                                          <p:spTgt spid="45"/>
                                        </p:tgtEl>
                                        <p:attrNameLst>
                                          <p:attrName>style.visibility</p:attrName>
                                        </p:attrNameLst>
                                      </p:cBhvr>
                                      <p:to>
                                        <p:strVal val="visible"/>
                                      </p:to>
                                    </p:set>
                                    <p:animEffect transition="in" filter="fade">
                                      <p:cBhvr>
                                        <p:cTn id="12" dur="750"/>
                                        <p:tgtEl>
                                          <p:spTgt spid="45"/>
                                        </p:tgtEl>
                                      </p:cBhvr>
                                    </p:animEffect>
                                  </p:childTnLst>
                                </p:cTn>
                              </p:par>
                              <p:par>
                                <p:cTn id="13" presetID="8" presetClass="emph" presetSubtype="0" repeatCount="indefinite" accel="50000" decel="50000" autoRev="1" fill="hold" grpId="1" nodeType="withEffect">
                                  <p:stCondLst>
                                    <p:cond delay="0"/>
                                  </p:stCondLst>
                                  <p:childTnLst>
                                    <p:animRot by="5400000">
                                      <p:cBhvr>
                                        <p:cTn id="14" dur="20000" fill="hold"/>
                                        <p:tgtEl>
                                          <p:spTgt spid="45"/>
                                        </p:tgtEl>
                                        <p:attrNameLst>
                                          <p:attrName>r</p:attrName>
                                        </p:attrNameLst>
                                      </p:cBhvr>
                                    </p:animRot>
                                  </p:childTnLst>
                                </p:cTn>
                              </p:par>
                              <p:par>
                                <p:cTn id="15" presetID="10" presetClass="entr" presetSubtype="0" fill="hold" grpId="0" nodeType="withEffect">
                                  <p:stCondLst>
                                    <p:cond delay="0"/>
                                  </p:stCondLst>
                                  <p:childTnLst>
                                    <p:set>
                                      <p:cBhvr>
                                        <p:cTn id="16" dur="1" fill="hold">
                                          <p:stCondLst>
                                            <p:cond delay="0"/>
                                          </p:stCondLst>
                                        </p:cTn>
                                        <p:tgtEl>
                                          <p:spTgt spid="56"/>
                                        </p:tgtEl>
                                        <p:attrNameLst>
                                          <p:attrName>style.visibility</p:attrName>
                                        </p:attrNameLst>
                                      </p:cBhvr>
                                      <p:to>
                                        <p:strVal val="visible"/>
                                      </p:to>
                                    </p:set>
                                    <p:animEffect transition="in" filter="fade">
                                      <p:cBhvr>
                                        <p:cTn id="17" dur="750"/>
                                        <p:tgtEl>
                                          <p:spTgt spid="56"/>
                                        </p:tgtEl>
                                      </p:cBhvr>
                                    </p:animEffect>
                                  </p:childTnLst>
                                </p:cTn>
                              </p:par>
                              <p:par>
                                <p:cTn id="18" presetID="8" presetClass="emph" presetSubtype="0" repeatCount="indefinite" accel="50000" decel="50000" autoRev="1" fill="hold" grpId="1" nodeType="withEffect">
                                  <p:stCondLst>
                                    <p:cond delay="0"/>
                                  </p:stCondLst>
                                  <p:childTnLst>
                                    <p:animRot by="-5400000">
                                      <p:cBhvr>
                                        <p:cTn id="19" dur="20000" fill="hold"/>
                                        <p:tgtEl>
                                          <p:spTgt spid="56"/>
                                        </p:tgtEl>
                                        <p:attrNameLst>
                                          <p:attrName>r</p:attrName>
                                        </p:attrNameLst>
                                      </p:cBhvr>
                                    </p:animRot>
                                  </p:childTnLst>
                                </p:cTn>
                              </p:par>
                              <p:par>
                                <p:cTn id="20" presetID="10" presetClass="entr" presetSubtype="0" fill="hold" grpId="0" nodeType="withEffect">
                                  <p:stCondLst>
                                    <p:cond delay="1000"/>
                                  </p:stCondLst>
                                  <p:childTnLst>
                                    <p:set>
                                      <p:cBhvr>
                                        <p:cTn id="21" dur="1" fill="hold">
                                          <p:stCondLst>
                                            <p:cond delay="0"/>
                                          </p:stCondLst>
                                        </p:cTn>
                                        <p:tgtEl>
                                          <p:spTgt spid="42"/>
                                        </p:tgtEl>
                                        <p:attrNameLst>
                                          <p:attrName>style.visibility</p:attrName>
                                        </p:attrNameLst>
                                      </p:cBhvr>
                                      <p:to>
                                        <p:strVal val="visible"/>
                                      </p:to>
                                    </p:set>
                                    <p:animEffect transition="in" filter="fade">
                                      <p:cBhvr>
                                        <p:cTn id="22" dur="500"/>
                                        <p:tgtEl>
                                          <p:spTgt spid="42"/>
                                        </p:tgtEl>
                                      </p:cBhvr>
                                    </p:animEffect>
                                  </p:childTnLst>
                                </p:cTn>
                              </p:par>
                              <p:par>
                                <p:cTn id="23" presetID="26" presetClass="emph" presetSubtype="0" fill="hold" grpId="1" nodeType="withEffect">
                                  <p:stCondLst>
                                    <p:cond delay="1000"/>
                                  </p:stCondLst>
                                  <p:childTnLst>
                                    <p:animEffect transition="out" filter="fade">
                                      <p:cBhvr>
                                        <p:cTn id="24" dur="500" tmFilter="0, 0; .2, .5; .8, .5; 1, 0"/>
                                        <p:tgtEl>
                                          <p:spTgt spid="42"/>
                                        </p:tgtEl>
                                      </p:cBhvr>
                                    </p:animEffect>
                                    <p:animScale>
                                      <p:cBhvr>
                                        <p:cTn id="25" dur="250" autoRev="1" fill="hold"/>
                                        <p:tgtEl>
                                          <p:spTgt spid="42"/>
                                        </p:tgtEl>
                                      </p:cBhvr>
                                      <p:by x="105000" y="105000"/>
                                    </p:animScale>
                                  </p:childTnLst>
                                </p:cTn>
                              </p:par>
                              <p:par>
                                <p:cTn id="26" presetID="10" presetClass="entr" presetSubtype="0" fill="hold" nodeType="withEffect">
                                  <p:stCondLst>
                                    <p:cond delay="100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6" grpId="1" animBg="1"/>
      <p:bldP spid="38" grpId="0" animBg="1"/>
      <p:bldP spid="38" grpId="1" animBg="1"/>
      <p:bldP spid="42" grpId="0" animBg="1"/>
      <p:bldP spid="42" grpId="1" animBg="1"/>
      <p:bldP spid="45" grpId="0" animBg="1"/>
      <p:bldP spid="45" grpId="1"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esquinas redondeadas 2">
            <a:extLst>
              <a:ext uri="{FF2B5EF4-FFF2-40B4-BE49-F238E27FC236}">
                <a16:creationId xmlns:a16="http://schemas.microsoft.com/office/drawing/2014/main" id="{ABF50102-F2A2-0AFC-04CA-2D1D4C80DB9A}"/>
              </a:ext>
            </a:extLst>
          </p:cNvPr>
          <p:cNvSpPr>
            <a:spLocks noGrp="1" noRot="1" noMove="1" noResize="1" noEditPoints="1" noAdjustHandles="1" noChangeArrowheads="1" noChangeShapeType="1"/>
          </p:cNvSpPr>
          <p:nvPr/>
        </p:nvSpPr>
        <p:spPr>
          <a:xfrm>
            <a:off x="5333003" y="1281329"/>
            <a:ext cx="6481864" cy="3623408"/>
          </a:xfrm>
          <a:prstGeom prst="roundRect">
            <a:avLst>
              <a:gd name="adj" fmla="val 8224"/>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Rectángulo: esquinas redondeadas 4">
            <a:extLst>
              <a:ext uri="{FF2B5EF4-FFF2-40B4-BE49-F238E27FC236}">
                <a16:creationId xmlns:a16="http://schemas.microsoft.com/office/drawing/2014/main" id="{1421258A-AB17-2D60-67EC-0D71FC492A91}"/>
              </a:ext>
            </a:extLst>
          </p:cNvPr>
          <p:cNvSpPr>
            <a:spLocks/>
          </p:cNvSpPr>
          <p:nvPr/>
        </p:nvSpPr>
        <p:spPr>
          <a:xfrm>
            <a:off x="5333003" y="5125442"/>
            <a:ext cx="3858867" cy="1014100"/>
          </a:xfrm>
          <a:prstGeom prst="roundRect">
            <a:avLst>
              <a:gd name="adj" fmla="val 13926"/>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Rectángulo: esquinas redondeadas 5">
            <a:extLst>
              <a:ext uri="{FF2B5EF4-FFF2-40B4-BE49-F238E27FC236}">
                <a16:creationId xmlns:a16="http://schemas.microsoft.com/office/drawing/2014/main" id="{0AEDCCED-F15A-5E34-F6CB-8D773AC58FCC}"/>
              </a:ext>
            </a:extLst>
          </p:cNvPr>
          <p:cNvSpPr>
            <a:spLocks/>
          </p:cNvSpPr>
          <p:nvPr/>
        </p:nvSpPr>
        <p:spPr>
          <a:xfrm>
            <a:off x="9328583" y="5125442"/>
            <a:ext cx="2486284" cy="1002849"/>
          </a:xfrm>
          <a:prstGeom prst="roundRect">
            <a:avLst>
              <a:gd name="adj" fmla="val 14717"/>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7" name="TextBox 32">
            <a:extLst>
              <a:ext uri="{FF2B5EF4-FFF2-40B4-BE49-F238E27FC236}">
                <a16:creationId xmlns:a16="http://schemas.microsoft.com/office/drawing/2014/main" id="{E05541D6-50D3-EAC5-78EA-DEDB2D9074D9}"/>
              </a:ext>
            </a:extLst>
          </p:cNvPr>
          <p:cNvSpPr txBox="1"/>
          <p:nvPr/>
        </p:nvSpPr>
        <p:spPr>
          <a:xfrm>
            <a:off x="377133" y="404661"/>
            <a:ext cx="6946982" cy="646331"/>
          </a:xfrm>
          <a:prstGeom prst="rect">
            <a:avLst/>
          </a:prstGeom>
          <a:noFill/>
        </p:spPr>
        <p:txBody>
          <a:bodyPr wrap="square" rtlCol="0">
            <a:spAutoFit/>
          </a:bodyPr>
          <a:lstStyle/>
          <a:p>
            <a:r>
              <a:rPr lang="en-GB" sz="3600" b="1">
                <a:solidFill>
                  <a:schemeClr val="tx2"/>
                </a:solidFill>
                <a:latin typeface="Segoe UI" panose="020B0502040204020203" pitchFamily="34" charset="0"/>
                <a:cs typeface="Segoe UI" panose="020B0502040204020203" pitchFamily="34" charset="0"/>
              </a:rPr>
              <a:t>¡Gracias a nuestros sponsors!</a:t>
            </a:r>
          </a:p>
        </p:txBody>
      </p:sp>
      <p:sp>
        <p:nvSpPr>
          <p:cNvPr id="9" name="TextBox 32">
            <a:extLst>
              <a:ext uri="{FF2B5EF4-FFF2-40B4-BE49-F238E27FC236}">
                <a16:creationId xmlns:a16="http://schemas.microsoft.com/office/drawing/2014/main" id="{E28C60E8-3BC7-1D6E-BCF9-340BAA85E7C8}"/>
              </a:ext>
            </a:extLst>
          </p:cNvPr>
          <p:cNvSpPr txBox="1"/>
          <p:nvPr/>
        </p:nvSpPr>
        <p:spPr>
          <a:xfrm>
            <a:off x="5472504" y="1406569"/>
            <a:ext cx="2103135" cy="400110"/>
          </a:xfrm>
          <a:prstGeom prst="rect">
            <a:avLst/>
          </a:prstGeom>
          <a:noFill/>
        </p:spPr>
        <p:txBody>
          <a:bodyPr wrap="square" rtlCol="0">
            <a:spAutoFit/>
          </a:bodyPr>
          <a:lstStyle/>
          <a:p>
            <a:r>
              <a:rPr lang="en-GB" sz="2000" b="1">
                <a:solidFill>
                  <a:schemeClr val="bg1"/>
                </a:solidFill>
                <a:latin typeface="Segoe UI" panose="020B0502040204020203" pitchFamily="34" charset="0"/>
                <a:cs typeface="Segoe UI" panose="020B0502040204020203" pitchFamily="34" charset="0"/>
              </a:rPr>
              <a:t>ORO</a:t>
            </a:r>
          </a:p>
        </p:txBody>
      </p:sp>
      <p:sp>
        <p:nvSpPr>
          <p:cNvPr id="12" name="TextBox 32">
            <a:extLst>
              <a:ext uri="{FF2B5EF4-FFF2-40B4-BE49-F238E27FC236}">
                <a16:creationId xmlns:a16="http://schemas.microsoft.com/office/drawing/2014/main" id="{16F146DA-F2C4-7A33-10A2-0BA4AE3F7157}"/>
              </a:ext>
            </a:extLst>
          </p:cNvPr>
          <p:cNvSpPr txBox="1"/>
          <p:nvPr/>
        </p:nvSpPr>
        <p:spPr>
          <a:xfrm>
            <a:off x="5472503" y="5231673"/>
            <a:ext cx="3240932" cy="338554"/>
          </a:xfrm>
          <a:prstGeom prst="rect">
            <a:avLst/>
          </a:prstGeom>
          <a:noFill/>
        </p:spPr>
        <p:txBody>
          <a:bodyPr wrap="square" rtlCol="0">
            <a:spAutoFit/>
          </a:bodyPr>
          <a:lstStyle/>
          <a:p>
            <a:r>
              <a:rPr lang="en-GB" sz="1600" b="1">
                <a:solidFill>
                  <a:schemeClr val="bg1"/>
                </a:solidFill>
                <a:latin typeface="Segoe UI" panose="020B0502040204020203" pitchFamily="34" charset="0"/>
                <a:cs typeface="Segoe UI" panose="020B0502040204020203" pitchFamily="34" charset="0"/>
              </a:rPr>
              <a:t>COLABORAN</a:t>
            </a:r>
          </a:p>
        </p:txBody>
      </p:sp>
      <p:pic>
        <p:nvPicPr>
          <p:cNvPr id="14" name="Imagen 13" descr="Dibujo con letras blancas&#10;&#10;El contenido generado por IA puede ser incorrecto.">
            <a:extLst>
              <a:ext uri="{FF2B5EF4-FFF2-40B4-BE49-F238E27FC236}">
                <a16:creationId xmlns:a16="http://schemas.microsoft.com/office/drawing/2014/main" id="{21ECBF35-B846-D818-3751-73BAB03761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79721" y="3552615"/>
            <a:ext cx="1897524" cy="550633"/>
          </a:xfrm>
          <a:prstGeom prst="rect">
            <a:avLst/>
          </a:prstGeom>
        </p:spPr>
      </p:pic>
      <p:pic>
        <p:nvPicPr>
          <p:cNvPr id="26" name="Gráfico 25">
            <a:extLst>
              <a:ext uri="{FF2B5EF4-FFF2-40B4-BE49-F238E27FC236}">
                <a16:creationId xmlns:a16="http://schemas.microsoft.com/office/drawing/2014/main" id="{7B9D898A-D772-DF4F-1202-6241858F6A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24915" y="2667217"/>
            <a:ext cx="3209694" cy="4542122"/>
          </a:xfrm>
          <a:prstGeom prst="rect">
            <a:avLst/>
          </a:prstGeom>
        </p:spPr>
      </p:pic>
      <p:pic>
        <p:nvPicPr>
          <p:cNvPr id="28" name="Picture 12">
            <a:extLst>
              <a:ext uri="{FF2B5EF4-FFF2-40B4-BE49-F238E27FC236}">
                <a16:creationId xmlns:a16="http://schemas.microsoft.com/office/drawing/2014/main" id="{818091B7-0827-85AA-0184-F4F62C8235E5}"/>
              </a:ext>
            </a:extLst>
          </p:cNvPr>
          <p:cNvPicPr>
            <a:picLocks noChangeAspect="1"/>
          </p:cNvPicPr>
          <p:nvPr/>
        </p:nvPicPr>
        <p:blipFill>
          <a:blip r:embed="rId4">
            <a:biLevel thresh="25000"/>
            <a:extLst>
              <a:ext uri="{28A0092B-C50C-407E-A947-70E740481C1C}">
                <a14:useLocalDpi xmlns:a14="http://schemas.microsoft.com/office/drawing/2010/main" val="0"/>
              </a:ext>
            </a:extLst>
          </a:blip>
          <a:srcRect/>
          <a:stretch/>
        </p:blipFill>
        <p:spPr>
          <a:xfrm>
            <a:off x="7815279" y="5692835"/>
            <a:ext cx="898156" cy="324099"/>
          </a:xfrm>
          <a:prstGeom prst="rect">
            <a:avLst/>
          </a:prstGeom>
        </p:spPr>
      </p:pic>
      <p:pic>
        <p:nvPicPr>
          <p:cNvPr id="29" name="Picture 49" descr="A blue text on a black background&#10;&#10;Description automatically generated">
            <a:extLst>
              <a:ext uri="{FF2B5EF4-FFF2-40B4-BE49-F238E27FC236}">
                <a16:creationId xmlns:a16="http://schemas.microsoft.com/office/drawing/2014/main" id="{F315214C-706B-5252-24C3-F9BF92083E1C}"/>
              </a:ext>
            </a:extLst>
          </p:cNvPr>
          <p:cNvPicPr>
            <a:picLocks noChangeAspect="1"/>
          </p:cNvPicPr>
          <p:nvPr/>
        </p:nvPicPr>
        <p:blipFill>
          <a:blip r:embed="rId5">
            <a:biLevel thresh="25000"/>
          </a:blip>
          <a:stretch>
            <a:fillRect/>
          </a:stretch>
        </p:blipFill>
        <p:spPr>
          <a:xfrm>
            <a:off x="5551372" y="5676458"/>
            <a:ext cx="1720494" cy="311580"/>
          </a:xfrm>
          <a:prstGeom prst="rect">
            <a:avLst/>
          </a:prstGeom>
        </p:spPr>
      </p:pic>
      <p:pic>
        <p:nvPicPr>
          <p:cNvPr id="30" name="Picture 2">
            <a:extLst>
              <a:ext uri="{FF2B5EF4-FFF2-40B4-BE49-F238E27FC236}">
                <a16:creationId xmlns:a16="http://schemas.microsoft.com/office/drawing/2014/main" id="{1F32BEE7-E623-CDFD-32BA-11F49BBFBD7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851866" y="2848246"/>
            <a:ext cx="1436905" cy="430534"/>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7" descr="Graphical user interface, logo&#10;&#10;Description automatically generated">
            <a:extLst>
              <a:ext uri="{FF2B5EF4-FFF2-40B4-BE49-F238E27FC236}">
                <a16:creationId xmlns:a16="http://schemas.microsoft.com/office/drawing/2014/main" id="{65E3F12D-9E63-0A78-B2D8-E1CD334FC204}"/>
              </a:ext>
            </a:extLst>
          </p:cNvPr>
          <p:cNvPicPr>
            <a:picLocks noChangeAspect="1"/>
          </p:cNvPicPr>
          <p:nvPr/>
        </p:nvPicPr>
        <p:blipFill>
          <a:blip r:embed="rId7"/>
          <a:stretch>
            <a:fillRect/>
          </a:stretch>
        </p:blipFill>
        <p:spPr>
          <a:xfrm>
            <a:off x="7674530" y="2672914"/>
            <a:ext cx="1879628" cy="783441"/>
          </a:xfrm>
          <a:prstGeom prst="rect">
            <a:avLst/>
          </a:prstGeom>
        </p:spPr>
      </p:pic>
      <p:pic>
        <p:nvPicPr>
          <p:cNvPr id="33" name="Picture 28" descr="A black and white logo&#10;&#10;Description automatically generated">
            <a:extLst>
              <a:ext uri="{FF2B5EF4-FFF2-40B4-BE49-F238E27FC236}">
                <a16:creationId xmlns:a16="http://schemas.microsoft.com/office/drawing/2014/main" id="{519DA0AA-EC82-8081-6208-005641E30956}"/>
              </a:ext>
            </a:extLst>
          </p:cNvPr>
          <p:cNvPicPr>
            <a:picLocks noChangeAspect="1"/>
          </p:cNvPicPr>
          <p:nvPr/>
        </p:nvPicPr>
        <p:blipFill>
          <a:blip r:embed="rId8"/>
          <a:stretch>
            <a:fillRect/>
          </a:stretch>
        </p:blipFill>
        <p:spPr>
          <a:xfrm>
            <a:off x="7935463" y="4271848"/>
            <a:ext cx="1252385" cy="483099"/>
          </a:xfrm>
          <a:prstGeom prst="rect">
            <a:avLst/>
          </a:prstGeom>
        </p:spPr>
      </p:pic>
      <p:pic>
        <p:nvPicPr>
          <p:cNvPr id="34" name="Graphic 43">
            <a:extLst>
              <a:ext uri="{FF2B5EF4-FFF2-40B4-BE49-F238E27FC236}">
                <a16:creationId xmlns:a16="http://schemas.microsoft.com/office/drawing/2014/main" id="{F55EBD28-205D-D91E-2C31-306CFB8AAAB9}"/>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7841926" y="2018998"/>
            <a:ext cx="1554416" cy="381631"/>
          </a:xfrm>
          <a:prstGeom prst="rect">
            <a:avLst/>
          </a:prstGeom>
        </p:spPr>
      </p:pic>
      <p:pic>
        <p:nvPicPr>
          <p:cNvPr id="39" name="Imagen 38">
            <a:extLst>
              <a:ext uri="{FF2B5EF4-FFF2-40B4-BE49-F238E27FC236}">
                <a16:creationId xmlns:a16="http://schemas.microsoft.com/office/drawing/2014/main" id="{8E4AF6F4-3F0C-1A11-1421-3FDDD48B40B0}"/>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5740843" y="4169869"/>
            <a:ext cx="1584769" cy="491602"/>
          </a:xfrm>
          <a:prstGeom prst="rect">
            <a:avLst/>
          </a:prstGeom>
        </p:spPr>
      </p:pic>
      <p:pic>
        <p:nvPicPr>
          <p:cNvPr id="45" name="Gráfico 44">
            <a:extLst>
              <a:ext uri="{FF2B5EF4-FFF2-40B4-BE49-F238E27FC236}">
                <a16:creationId xmlns:a16="http://schemas.microsoft.com/office/drawing/2014/main" id="{4A457E01-A3B7-AA8D-B626-72F3DD474B1C}"/>
              </a:ext>
            </a:extLst>
          </p:cNvPr>
          <p:cNvPicPr>
            <a:picLocks noChangeAspect="1"/>
          </p:cNvPicPr>
          <p:nvPr/>
        </p:nvPicPr>
        <p:blipFill>
          <a:blip>
            <a:extLst>
              <a:ext uri="{96DAC541-7B7A-43D3-8B79-37D633B846F1}">
                <asvg:svgBlip xmlns:asvg="http://schemas.microsoft.com/office/drawing/2016/SVG/main" r:embed="rId11"/>
              </a:ext>
            </a:extLst>
          </a:blip>
          <a:srcRect/>
          <a:stretch/>
        </p:blipFill>
        <p:spPr>
          <a:xfrm>
            <a:off x="9550619" y="2107613"/>
            <a:ext cx="2075868" cy="291350"/>
          </a:xfrm>
          <a:prstGeom prst="rect">
            <a:avLst/>
          </a:prstGeom>
        </p:spPr>
      </p:pic>
      <p:sp>
        <p:nvSpPr>
          <p:cNvPr id="2" name="Rectángulo: esquinas redondeadas 1">
            <a:extLst>
              <a:ext uri="{FF2B5EF4-FFF2-40B4-BE49-F238E27FC236}">
                <a16:creationId xmlns:a16="http://schemas.microsoft.com/office/drawing/2014/main" id="{B1B73EA2-B68A-C6B5-A0A5-C6F780DDA470}"/>
              </a:ext>
            </a:extLst>
          </p:cNvPr>
          <p:cNvSpPr>
            <a:spLocks noGrp="1" noRot="1" noMove="1" noResize="1" noEditPoints="1" noAdjustHandles="1" noChangeArrowheads="1" noChangeShapeType="1"/>
          </p:cNvSpPr>
          <p:nvPr/>
        </p:nvSpPr>
        <p:spPr>
          <a:xfrm>
            <a:off x="517810" y="1281329"/>
            <a:ext cx="4542817" cy="4858213"/>
          </a:xfrm>
          <a:prstGeom prst="roundRect">
            <a:avLst>
              <a:gd name="adj" fmla="val 444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TextBox 32">
            <a:extLst>
              <a:ext uri="{FF2B5EF4-FFF2-40B4-BE49-F238E27FC236}">
                <a16:creationId xmlns:a16="http://schemas.microsoft.com/office/drawing/2014/main" id="{6E16F4D0-A8C4-BAF5-4503-6756C85810F9}"/>
              </a:ext>
            </a:extLst>
          </p:cNvPr>
          <p:cNvSpPr txBox="1"/>
          <p:nvPr/>
        </p:nvSpPr>
        <p:spPr>
          <a:xfrm>
            <a:off x="609920" y="1359746"/>
            <a:ext cx="2103135" cy="523220"/>
          </a:xfrm>
          <a:prstGeom prst="rect">
            <a:avLst/>
          </a:prstGeom>
          <a:noFill/>
        </p:spPr>
        <p:txBody>
          <a:bodyPr wrap="square" rtlCol="0">
            <a:spAutoFit/>
          </a:bodyPr>
          <a:lstStyle/>
          <a:p>
            <a:r>
              <a:rPr lang="en-GB" sz="2800" b="1">
                <a:solidFill>
                  <a:schemeClr val="tx2"/>
                </a:solidFill>
                <a:latin typeface="Segoe UI" panose="020B0502040204020203" pitchFamily="34" charset="0"/>
                <a:cs typeface="Segoe UI" panose="020B0502040204020203" pitchFamily="34" charset="0"/>
              </a:rPr>
              <a:t>PLATINO</a:t>
            </a:r>
          </a:p>
        </p:txBody>
      </p:sp>
      <p:pic>
        <p:nvPicPr>
          <p:cNvPr id="18" name="Imagen 17">
            <a:extLst>
              <a:ext uri="{FF2B5EF4-FFF2-40B4-BE49-F238E27FC236}">
                <a16:creationId xmlns:a16="http://schemas.microsoft.com/office/drawing/2014/main" id="{014B5252-B766-FBFB-59B7-653E1E6657CE}"/>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788130" y="1988452"/>
            <a:ext cx="2400719" cy="731018"/>
          </a:xfrm>
          <a:prstGeom prst="rect">
            <a:avLst/>
          </a:prstGeom>
        </p:spPr>
      </p:pic>
      <p:pic>
        <p:nvPicPr>
          <p:cNvPr id="24" name="Gráfico 23">
            <a:extLst>
              <a:ext uri="{FF2B5EF4-FFF2-40B4-BE49-F238E27FC236}">
                <a16:creationId xmlns:a16="http://schemas.microsoft.com/office/drawing/2014/main" id="{D93B0377-610E-D5F6-03C4-C8C2659B96DA}"/>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664291" y="4400215"/>
            <a:ext cx="3144121" cy="504522"/>
          </a:xfrm>
          <a:prstGeom prst="rect">
            <a:avLst/>
          </a:prstGeom>
        </p:spPr>
      </p:pic>
      <p:pic>
        <p:nvPicPr>
          <p:cNvPr id="48" name="Imagen 47" descr="Logotipo&#10;&#10;El contenido generado por IA puede ser incorrecto.">
            <a:extLst>
              <a:ext uri="{FF2B5EF4-FFF2-40B4-BE49-F238E27FC236}">
                <a16:creationId xmlns:a16="http://schemas.microsoft.com/office/drawing/2014/main" id="{E23B8597-93DB-8C2E-5808-2D1C2A14DF33}"/>
              </a:ext>
            </a:extLst>
          </p:cNvPr>
          <p:cNvPicPr>
            <a:picLocks noChangeAspect="1"/>
          </p:cNvPicPr>
          <p:nvPr/>
        </p:nvPicPr>
        <p:blipFill>
          <a:blip r:embed="rId14">
            <a:biLevel thresh="25000"/>
            <a:extLst>
              <a:ext uri="{28A0092B-C50C-407E-A947-70E740481C1C}">
                <a14:useLocalDpi xmlns:a14="http://schemas.microsoft.com/office/drawing/2010/main" val="0"/>
              </a:ext>
            </a:extLst>
          </a:blip>
          <a:stretch>
            <a:fillRect/>
          </a:stretch>
        </p:blipFill>
        <p:spPr>
          <a:xfrm>
            <a:off x="9437534" y="3514400"/>
            <a:ext cx="2166136" cy="594466"/>
          </a:xfrm>
          <a:prstGeom prst="rect">
            <a:avLst/>
          </a:prstGeom>
        </p:spPr>
      </p:pic>
      <p:pic>
        <p:nvPicPr>
          <p:cNvPr id="50" name="Imagen 49" descr="Logotipo&#10;&#10;El contenido generado por IA puede ser incorrecto.">
            <a:extLst>
              <a:ext uri="{FF2B5EF4-FFF2-40B4-BE49-F238E27FC236}">
                <a16:creationId xmlns:a16="http://schemas.microsoft.com/office/drawing/2014/main" id="{FD94A6AB-8224-8016-7C23-B0A400BC302F}"/>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503640" y="3302301"/>
            <a:ext cx="3456097" cy="1101326"/>
          </a:xfrm>
          <a:prstGeom prst="rect">
            <a:avLst/>
          </a:prstGeom>
        </p:spPr>
      </p:pic>
      <p:cxnSp>
        <p:nvCxnSpPr>
          <p:cNvPr id="52" name="Conector recto 51">
            <a:extLst>
              <a:ext uri="{FF2B5EF4-FFF2-40B4-BE49-F238E27FC236}">
                <a16:creationId xmlns:a16="http://schemas.microsoft.com/office/drawing/2014/main" id="{C150DC3E-6873-73A9-26BA-568F7FC411BE}"/>
              </a:ext>
            </a:extLst>
          </p:cNvPr>
          <p:cNvCxnSpPr/>
          <p:nvPr/>
        </p:nvCxnSpPr>
        <p:spPr>
          <a:xfrm>
            <a:off x="673241" y="1806679"/>
            <a:ext cx="1722971"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3" name="Conector recto 52">
            <a:extLst>
              <a:ext uri="{FF2B5EF4-FFF2-40B4-BE49-F238E27FC236}">
                <a16:creationId xmlns:a16="http://schemas.microsoft.com/office/drawing/2014/main" id="{C72F574E-86FA-C1BF-4663-B2502422BEA8}"/>
              </a:ext>
            </a:extLst>
          </p:cNvPr>
          <p:cNvCxnSpPr>
            <a:cxnSpLocks/>
          </p:cNvCxnSpPr>
          <p:nvPr/>
        </p:nvCxnSpPr>
        <p:spPr>
          <a:xfrm>
            <a:off x="5538108" y="1774677"/>
            <a:ext cx="1144046"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6" name="Conector recto 55">
            <a:extLst>
              <a:ext uri="{FF2B5EF4-FFF2-40B4-BE49-F238E27FC236}">
                <a16:creationId xmlns:a16="http://schemas.microsoft.com/office/drawing/2014/main" id="{4F0DF2E4-7765-3EF9-A363-136A6884F38B}"/>
              </a:ext>
            </a:extLst>
          </p:cNvPr>
          <p:cNvCxnSpPr>
            <a:cxnSpLocks/>
          </p:cNvCxnSpPr>
          <p:nvPr/>
        </p:nvCxnSpPr>
        <p:spPr>
          <a:xfrm>
            <a:off x="5538108" y="5557649"/>
            <a:ext cx="1786007"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D3F73282-7F6B-21C1-52BA-CE46C2A59477}"/>
              </a:ext>
            </a:extLst>
          </p:cNvPr>
          <p:cNvGrpSpPr/>
          <p:nvPr/>
        </p:nvGrpSpPr>
        <p:grpSpPr>
          <a:xfrm>
            <a:off x="9398445" y="5194360"/>
            <a:ext cx="2369485" cy="338554"/>
            <a:chOff x="8201954" y="3804630"/>
            <a:chExt cx="3633010" cy="338554"/>
          </a:xfrm>
        </p:grpSpPr>
        <p:sp>
          <p:nvSpPr>
            <p:cNvPr id="11" name="TextBox 32">
              <a:extLst>
                <a:ext uri="{FF2B5EF4-FFF2-40B4-BE49-F238E27FC236}">
                  <a16:creationId xmlns:a16="http://schemas.microsoft.com/office/drawing/2014/main" id="{BB8E3634-9DAF-C2A7-C53D-6FD7BD78119D}"/>
                </a:ext>
              </a:extLst>
            </p:cNvPr>
            <p:cNvSpPr txBox="1"/>
            <p:nvPr/>
          </p:nvSpPr>
          <p:spPr>
            <a:xfrm>
              <a:off x="8201954" y="3804630"/>
              <a:ext cx="3633010" cy="338554"/>
            </a:xfrm>
            <a:prstGeom prst="rect">
              <a:avLst/>
            </a:prstGeom>
            <a:noFill/>
          </p:spPr>
          <p:txBody>
            <a:bodyPr wrap="square" rtlCol="0">
              <a:spAutoFit/>
            </a:bodyPr>
            <a:lstStyle/>
            <a:p>
              <a:r>
                <a:rPr lang="en-GB" sz="1600" b="1" dirty="0">
                  <a:solidFill>
                    <a:schemeClr val="bg1"/>
                  </a:solidFill>
                  <a:latin typeface="Segoe UI" panose="020B0502040204020203" pitchFamily="34" charset="0"/>
                  <a:cs typeface="Segoe UI" panose="020B0502040204020203" pitchFamily="34" charset="0"/>
                </a:rPr>
                <a:t>LANYARD</a:t>
              </a:r>
            </a:p>
          </p:txBody>
        </p:sp>
        <p:cxnSp>
          <p:nvCxnSpPr>
            <p:cNvPr id="58" name="Conector recto 57">
              <a:extLst>
                <a:ext uri="{FF2B5EF4-FFF2-40B4-BE49-F238E27FC236}">
                  <a16:creationId xmlns:a16="http://schemas.microsoft.com/office/drawing/2014/main" id="{8C40BD1E-A3D4-E72B-4A66-1B6F929E05EA}"/>
                </a:ext>
              </a:extLst>
            </p:cNvPr>
            <p:cNvCxnSpPr>
              <a:cxnSpLocks/>
            </p:cNvCxnSpPr>
            <p:nvPr/>
          </p:nvCxnSpPr>
          <p:spPr>
            <a:xfrm>
              <a:off x="8201954" y="4136524"/>
              <a:ext cx="3544449"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63" name="Gráfico 62">
            <a:extLst>
              <a:ext uri="{FF2B5EF4-FFF2-40B4-BE49-F238E27FC236}">
                <a16:creationId xmlns:a16="http://schemas.microsoft.com/office/drawing/2014/main" id="{DE47EE5E-CACB-658E-4CBE-D802E840BE47}"/>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5533475" y="2843858"/>
            <a:ext cx="1984622" cy="462245"/>
          </a:xfrm>
          <a:prstGeom prst="rect">
            <a:avLst/>
          </a:prstGeom>
        </p:spPr>
      </p:pic>
      <p:pic>
        <p:nvPicPr>
          <p:cNvPr id="2052" name="Gráfico 2051">
            <a:extLst>
              <a:ext uri="{FF2B5EF4-FFF2-40B4-BE49-F238E27FC236}">
                <a16:creationId xmlns:a16="http://schemas.microsoft.com/office/drawing/2014/main" id="{54326494-6FBA-A02F-652E-CF38AD364236}"/>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9702791" y="4402704"/>
            <a:ext cx="1743153" cy="198221"/>
          </a:xfrm>
          <a:prstGeom prst="rect">
            <a:avLst/>
          </a:prstGeom>
        </p:spPr>
      </p:pic>
      <p:pic>
        <p:nvPicPr>
          <p:cNvPr id="2056" name="Gráfico 2055">
            <a:extLst>
              <a:ext uri="{FF2B5EF4-FFF2-40B4-BE49-F238E27FC236}">
                <a16:creationId xmlns:a16="http://schemas.microsoft.com/office/drawing/2014/main" id="{A0BB288D-427F-5090-12E9-069DD6E76987}"/>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7931931" y="3556757"/>
            <a:ext cx="1227222" cy="493710"/>
          </a:xfrm>
          <a:prstGeom prst="rect">
            <a:avLst/>
          </a:prstGeom>
        </p:spPr>
      </p:pic>
      <p:grpSp>
        <p:nvGrpSpPr>
          <p:cNvPr id="2079" name="Grupo 2078">
            <a:extLst>
              <a:ext uri="{FF2B5EF4-FFF2-40B4-BE49-F238E27FC236}">
                <a16:creationId xmlns:a16="http://schemas.microsoft.com/office/drawing/2014/main" id="{5F4FDBB4-BB1B-C60E-6FBB-51A65D11FEE1}"/>
              </a:ext>
            </a:extLst>
          </p:cNvPr>
          <p:cNvGrpSpPr/>
          <p:nvPr/>
        </p:nvGrpSpPr>
        <p:grpSpPr>
          <a:xfrm>
            <a:off x="818284" y="5287991"/>
            <a:ext cx="2611478" cy="583935"/>
            <a:chOff x="978182" y="4516136"/>
            <a:chExt cx="4167090" cy="931775"/>
          </a:xfrm>
        </p:grpSpPr>
        <p:grpSp>
          <p:nvGrpSpPr>
            <p:cNvPr id="2066" name="Gráfico 2063">
              <a:extLst>
                <a:ext uri="{FF2B5EF4-FFF2-40B4-BE49-F238E27FC236}">
                  <a16:creationId xmlns:a16="http://schemas.microsoft.com/office/drawing/2014/main" id="{DAED3292-BA27-6570-96D8-2711835782D1}"/>
                </a:ext>
              </a:extLst>
            </p:cNvPr>
            <p:cNvGrpSpPr/>
            <p:nvPr/>
          </p:nvGrpSpPr>
          <p:grpSpPr>
            <a:xfrm>
              <a:off x="2255709" y="4636843"/>
              <a:ext cx="2889563" cy="690442"/>
              <a:chOff x="5319628" y="3085448"/>
              <a:chExt cx="2889563" cy="690442"/>
            </a:xfrm>
          </p:grpSpPr>
          <p:sp>
            <p:nvSpPr>
              <p:cNvPr id="2067" name="Forma libre: forma 2066">
                <a:extLst>
                  <a:ext uri="{FF2B5EF4-FFF2-40B4-BE49-F238E27FC236}">
                    <a16:creationId xmlns:a16="http://schemas.microsoft.com/office/drawing/2014/main" id="{E9409E8E-6402-CE3A-1044-D64A3FB36826}"/>
                  </a:ext>
                </a:extLst>
              </p:cNvPr>
              <p:cNvSpPr/>
              <p:nvPr/>
            </p:nvSpPr>
            <p:spPr>
              <a:xfrm>
                <a:off x="5319628" y="3085448"/>
                <a:ext cx="541961" cy="545789"/>
              </a:xfrm>
              <a:custGeom>
                <a:avLst/>
                <a:gdLst>
                  <a:gd name="connsiteX0" fmla="*/ 316755 w 541961"/>
                  <a:gd name="connsiteY0" fmla="*/ 545789 h 545789"/>
                  <a:gd name="connsiteX1" fmla="*/ 225939 w 541961"/>
                  <a:gd name="connsiteY1" fmla="*/ 545789 h 545789"/>
                  <a:gd name="connsiteX2" fmla="*/ 0 w 541961"/>
                  <a:gd name="connsiteY2" fmla="*/ 0 h 545789"/>
                  <a:gd name="connsiteX3" fmla="*/ 97820 w 541961"/>
                  <a:gd name="connsiteY3" fmla="*/ 0 h 545789"/>
                  <a:gd name="connsiteX4" fmla="*/ 270981 w 541961"/>
                  <a:gd name="connsiteY4" fmla="*/ 441779 h 545789"/>
                  <a:gd name="connsiteX5" fmla="*/ 444874 w 541961"/>
                  <a:gd name="connsiteY5" fmla="*/ 0 h 545789"/>
                  <a:gd name="connsiteX6" fmla="*/ 541961 w 541961"/>
                  <a:gd name="connsiteY6" fmla="*/ 0 h 545789"/>
                  <a:gd name="connsiteX7" fmla="*/ 316755 w 541961"/>
                  <a:gd name="connsiteY7" fmla="*/ 545789 h 545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1961" h="545789">
                    <a:moveTo>
                      <a:pt x="316755" y="545789"/>
                    </a:moveTo>
                    <a:lnTo>
                      <a:pt x="225939" y="545789"/>
                    </a:lnTo>
                    <a:lnTo>
                      <a:pt x="0" y="0"/>
                    </a:lnTo>
                    <a:lnTo>
                      <a:pt x="97820" y="0"/>
                    </a:lnTo>
                    <a:lnTo>
                      <a:pt x="270981" y="441779"/>
                    </a:lnTo>
                    <a:lnTo>
                      <a:pt x="444874" y="0"/>
                    </a:lnTo>
                    <a:lnTo>
                      <a:pt x="541961" y="0"/>
                    </a:lnTo>
                    <a:lnTo>
                      <a:pt x="316755" y="545789"/>
                    </a:lnTo>
                    <a:close/>
                  </a:path>
                </a:pathLst>
              </a:custGeom>
              <a:solidFill>
                <a:srgbClr val="000000"/>
              </a:solidFill>
              <a:ln w="8132" cap="flat">
                <a:noFill/>
                <a:prstDash val="solid"/>
                <a:miter/>
              </a:ln>
            </p:spPr>
            <p:txBody>
              <a:bodyPr rtlCol="0" anchor="ctr"/>
              <a:lstStyle/>
              <a:p>
                <a:endParaRPr lang="es-ES"/>
              </a:p>
            </p:txBody>
          </p:sp>
          <p:sp>
            <p:nvSpPr>
              <p:cNvPr id="2068" name="Forma libre: forma 2067">
                <a:extLst>
                  <a:ext uri="{FF2B5EF4-FFF2-40B4-BE49-F238E27FC236}">
                    <a16:creationId xmlns:a16="http://schemas.microsoft.com/office/drawing/2014/main" id="{49C7797D-1781-7454-6D14-739082E1293B}"/>
                  </a:ext>
                </a:extLst>
              </p:cNvPr>
              <p:cNvSpPr/>
              <p:nvPr/>
            </p:nvSpPr>
            <p:spPr>
              <a:xfrm>
                <a:off x="5855318" y="3400248"/>
                <a:ext cx="208346" cy="72163"/>
              </a:xfrm>
              <a:custGeom>
                <a:avLst/>
                <a:gdLst>
                  <a:gd name="connsiteX0" fmla="*/ 0 w 208346"/>
                  <a:gd name="connsiteY0" fmla="*/ 0 h 72163"/>
                  <a:gd name="connsiteX1" fmla="*/ 208346 w 208346"/>
                  <a:gd name="connsiteY1" fmla="*/ 0 h 72163"/>
                  <a:gd name="connsiteX2" fmla="*/ 208346 w 208346"/>
                  <a:gd name="connsiteY2" fmla="*/ 72164 h 72163"/>
                  <a:gd name="connsiteX3" fmla="*/ 0 w 208346"/>
                  <a:gd name="connsiteY3" fmla="*/ 72164 h 72163"/>
                  <a:gd name="connsiteX4" fmla="*/ 0 w 208346"/>
                  <a:gd name="connsiteY4" fmla="*/ 0 h 721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346" h="72163">
                    <a:moveTo>
                      <a:pt x="0" y="0"/>
                    </a:moveTo>
                    <a:lnTo>
                      <a:pt x="208346" y="0"/>
                    </a:lnTo>
                    <a:lnTo>
                      <a:pt x="208346" y="72164"/>
                    </a:lnTo>
                    <a:lnTo>
                      <a:pt x="0" y="72164"/>
                    </a:lnTo>
                    <a:lnTo>
                      <a:pt x="0" y="0"/>
                    </a:lnTo>
                    <a:close/>
                  </a:path>
                </a:pathLst>
              </a:custGeom>
              <a:solidFill>
                <a:srgbClr val="00B398"/>
              </a:solidFill>
              <a:ln w="8132" cap="flat">
                <a:noFill/>
                <a:prstDash val="solid"/>
                <a:miter/>
              </a:ln>
            </p:spPr>
            <p:txBody>
              <a:bodyPr rtlCol="0" anchor="ctr"/>
              <a:lstStyle/>
              <a:p>
                <a:endParaRPr lang="es-ES"/>
              </a:p>
            </p:txBody>
          </p:sp>
          <p:sp>
            <p:nvSpPr>
              <p:cNvPr id="2069" name="Forma libre: forma 2068">
                <a:extLst>
                  <a:ext uri="{FF2B5EF4-FFF2-40B4-BE49-F238E27FC236}">
                    <a16:creationId xmlns:a16="http://schemas.microsoft.com/office/drawing/2014/main" id="{6C634579-4DC5-A306-4DFB-A99518C8F97B}"/>
                  </a:ext>
                </a:extLst>
              </p:cNvPr>
              <p:cNvSpPr/>
              <p:nvPr/>
            </p:nvSpPr>
            <p:spPr>
              <a:xfrm>
                <a:off x="6056252" y="3085448"/>
                <a:ext cx="541961" cy="545789"/>
              </a:xfrm>
              <a:custGeom>
                <a:avLst/>
                <a:gdLst>
                  <a:gd name="connsiteX0" fmla="*/ 316755 w 541961"/>
                  <a:gd name="connsiteY0" fmla="*/ 545789 h 545789"/>
                  <a:gd name="connsiteX1" fmla="*/ 225939 w 541961"/>
                  <a:gd name="connsiteY1" fmla="*/ 545789 h 545789"/>
                  <a:gd name="connsiteX2" fmla="*/ 0 w 541961"/>
                  <a:gd name="connsiteY2" fmla="*/ 0 h 545789"/>
                  <a:gd name="connsiteX3" fmla="*/ 97820 w 541961"/>
                  <a:gd name="connsiteY3" fmla="*/ 0 h 545789"/>
                  <a:gd name="connsiteX4" fmla="*/ 270981 w 541961"/>
                  <a:gd name="connsiteY4" fmla="*/ 441779 h 545789"/>
                  <a:gd name="connsiteX5" fmla="*/ 444874 w 541961"/>
                  <a:gd name="connsiteY5" fmla="*/ 0 h 545789"/>
                  <a:gd name="connsiteX6" fmla="*/ 541961 w 541961"/>
                  <a:gd name="connsiteY6" fmla="*/ 0 h 545789"/>
                  <a:gd name="connsiteX7" fmla="*/ 316755 w 541961"/>
                  <a:gd name="connsiteY7" fmla="*/ 545789 h 545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1961" h="545789">
                    <a:moveTo>
                      <a:pt x="316755" y="545789"/>
                    </a:moveTo>
                    <a:lnTo>
                      <a:pt x="225939" y="545789"/>
                    </a:lnTo>
                    <a:lnTo>
                      <a:pt x="0" y="0"/>
                    </a:lnTo>
                    <a:lnTo>
                      <a:pt x="97820" y="0"/>
                    </a:lnTo>
                    <a:lnTo>
                      <a:pt x="270981" y="441779"/>
                    </a:lnTo>
                    <a:lnTo>
                      <a:pt x="444874" y="0"/>
                    </a:lnTo>
                    <a:lnTo>
                      <a:pt x="541961" y="0"/>
                    </a:lnTo>
                    <a:lnTo>
                      <a:pt x="316755" y="545789"/>
                    </a:lnTo>
                    <a:close/>
                  </a:path>
                </a:pathLst>
              </a:custGeom>
              <a:solidFill>
                <a:srgbClr val="000000"/>
              </a:solidFill>
              <a:ln w="8132" cap="flat">
                <a:noFill/>
                <a:prstDash val="solid"/>
                <a:miter/>
              </a:ln>
            </p:spPr>
            <p:txBody>
              <a:bodyPr rtlCol="0" anchor="ctr"/>
              <a:lstStyle/>
              <a:p>
                <a:endParaRPr lang="es-ES"/>
              </a:p>
            </p:txBody>
          </p:sp>
          <p:sp>
            <p:nvSpPr>
              <p:cNvPr id="2070" name="Forma libre: forma 2069">
                <a:extLst>
                  <a:ext uri="{FF2B5EF4-FFF2-40B4-BE49-F238E27FC236}">
                    <a16:creationId xmlns:a16="http://schemas.microsoft.com/office/drawing/2014/main" id="{9409D334-BB8E-3C45-FC43-CCC752B0AE83}"/>
                  </a:ext>
                </a:extLst>
              </p:cNvPr>
              <p:cNvSpPr/>
              <p:nvPr/>
            </p:nvSpPr>
            <p:spPr>
              <a:xfrm>
                <a:off x="6572394" y="3237595"/>
                <a:ext cx="408466" cy="401380"/>
              </a:xfrm>
              <a:custGeom>
                <a:avLst/>
                <a:gdLst>
                  <a:gd name="connsiteX0" fmla="*/ 330846 w 408466"/>
                  <a:gd name="connsiteY0" fmla="*/ 8552 h 401380"/>
                  <a:gd name="connsiteX1" fmla="*/ 408467 w 408466"/>
                  <a:gd name="connsiteY1" fmla="*/ 8552 h 401380"/>
                  <a:gd name="connsiteX2" fmla="*/ 408467 w 408466"/>
                  <a:gd name="connsiteY2" fmla="*/ 391362 h 401380"/>
                  <a:gd name="connsiteX3" fmla="*/ 332393 w 408466"/>
                  <a:gd name="connsiteY3" fmla="*/ 391362 h 401380"/>
                  <a:gd name="connsiteX4" fmla="*/ 328484 w 408466"/>
                  <a:gd name="connsiteY4" fmla="*/ 329217 h 401380"/>
                  <a:gd name="connsiteX5" fmla="*/ 196455 w 408466"/>
                  <a:gd name="connsiteY5" fmla="*/ 401380 h 401380"/>
                  <a:gd name="connsiteX6" fmla="*/ 0 w 408466"/>
                  <a:gd name="connsiteY6" fmla="*/ 199550 h 401380"/>
                  <a:gd name="connsiteX7" fmla="*/ 198002 w 408466"/>
                  <a:gd name="connsiteY7" fmla="*/ 0 h 401380"/>
                  <a:gd name="connsiteX8" fmla="*/ 328402 w 408466"/>
                  <a:gd name="connsiteY8" fmla="*/ 69069 h 401380"/>
                  <a:gd name="connsiteX9" fmla="*/ 330846 w 408466"/>
                  <a:gd name="connsiteY9" fmla="*/ 8552 h 401380"/>
                  <a:gd name="connsiteX10" fmla="*/ 80064 w 408466"/>
                  <a:gd name="connsiteY10" fmla="*/ 199550 h 401380"/>
                  <a:gd name="connsiteX11" fmla="*/ 204274 w 408466"/>
                  <a:gd name="connsiteY11" fmla="*/ 326855 h 401380"/>
                  <a:gd name="connsiteX12" fmla="*/ 204274 w 408466"/>
                  <a:gd name="connsiteY12" fmla="*/ 72978 h 401380"/>
                  <a:gd name="connsiteX13" fmla="*/ 80064 w 408466"/>
                  <a:gd name="connsiteY13" fmla="*/ 199550 h 401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8466" h="401380">
                    <a:moveTo>
                      <a:pt x="330846" y="8552"/>
                    </a:moveTo>
                    <a:lnTo>
                      <a:pt x="408467" y="8552"/>
                    </a:lnTo>
                    <a:lnTo>
                      <a:pt x="408467" y="391362"/>
                    </a:lnTo>
                    <a:lnTo>
                      <a:pt x="332393" y="391362"/>
                    </a:lnTo>
                    <a:lnTo>
                      <a:pt x="328484" y="329217"/>
                    </a:lnTo>
                    <a:cubicBezTo>
                      <a:pt x="303642" y="378900"/>
                      <a:pt x="243044" y="401380"/>
                      <a:pt x="196455" y="401380"/>
                    </a:cubicBezTo>
                    <a:cubicBezTo>
                      <a:pt x="84626" y="401380"/>
                      <a:pt x="0" y="329950"/>
                      <a:pt x="0" y="199550"/>
                    </a:cubicBezTo>
                    <a:cubicBezTo>
                      <a:pt x="0" y="71431"/>
                      <a:pt x="88535" y="0"/>
                      <a:pt x="198002" y="0"/>
                    </a:cubicBezTo>
                    <a:cubicBezTo>
                      <a:pt x="253143" y="0"/>
                      <a:pt x="304375" y="25656"/>
                      <a:pt x="328402" y="69069"/>
                    </a:cubicBezTo>
                    <a:lnTo>
                      <a:pt x="330846" y="8552"/>
                    </a:lnTo>
                    <a:close/>
                    <a:moveTo>
                      <a:pt x="80064" y="199550"/>
                    </a:moveTo>
                    <a:cubicBezTo>
                      <a:pt x="80064" y="277985"/>
                      <a:pt x="135938" y="326855"/>
                      <a:pt x="204274" y="326855"/>
                    </a:cubicBezTo>
                    <a:cubicBezTo>
                      <a:pt x="369615" y="326855"/>
                      <a:pt x="369615" y="72978"/>
                      <a:pt x="204274" y="72978"/>
                    </a:cubicBezTo>
                    <a:cubicBezTo>
                      <a:pt x="136020" y="72978"/>
                      <a:pt x="80064" y="121929"/>
                      <a:pt x="80064" y="199550"/>
                    </a:cubicBezTo>
                    <a:close/>
                  </a:path>
                </a:pathLst>
              </a:custGeom>
              <a:solidFill>
                <a:srgbClr val="000000"/>
              </a:solidFill>
              <a:ln w="8132" cap="flat">
                <a:noFill/>
                <a:prstDash val="solid"/>
                <a:miter/>
              </a:ln>
            </p:spPr>
            <p:txBody>
              <a:bodyPr rtlCol="0" anchor="ctr"/>
              <a:lstStyle/>
              <a:p>
                <a:endParaRPr lang="es-ES"/>
              </a:p>
            </p:txBody>
          </p:sp>
          <p:sp>
            <p:nvSpPr>
              <p:cNvPr id="2071" name="Forma libre: forma 2070">
                <a:extLst>
                  <a:ext uri="{FF2B5EF4-FFF2-40B4-BE49-F238E27FC236}">
                    <a16:creationId xmlns:a16="http://schemas.microsoft.com/office/drawing/2014/main" id="{A46FFDCD-97E0-30AF-3FC7-4A2C98490210}"/>
                  </a:ext>
                </a:extLst>
              </p:cNvPr>
              <p:cNvSpPr/>
              <p:nvPr/>
            </p:nvSpPr>
            <p:spPr>
              <a:xfrm>
                <a:off x="7073875" y="3086181"/>
                <a:ext cx="79982" cy="542694"/>
              </a:xfrm>
              <a:custGeom>
                <a:avLst/>
                <a:gdLst>
                  <a:gd name="connsiteX0" fmla="*/ 79983 w 79982"/>
                  <a:gd name="connsiteY0" fmla="*/ 0 h 542694"/>
                  <a:gd name="connsiteX1" fmla="*/ 79983 w 79982"/>
                  <a:gd name="connsiteY1" fmla="*/ 542694 h 542694"/>
                  <a:gd name="connsiteX2" fmla="*/ 0 w 79982"/>
                  <a:gd name="connsiteY2" fmla="*/ 542694 h 542694"/>
                  <a:gd name="connsiteX3" fmla="*/ 0 w 79982"/>
                  <a:gd name="connsiteY3" fmla="*/ 34616 h 542694"/>
                  <a:gd name="connsiteX4" fmla="*/ 79983 w 79982"/>
                  <a:gd name="connsiteY4" fmla="*/ 0 h 5426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82" h="542694">
                    <a:moveTo>
                      <a:pt x="79983" y="0"/>
                    </a:moveTo>
                    <a:lnTo>
                      <a:pt x="79983" y="542694"/>
                    </a:lnTo>
                    <a:lnTo>
                      <a:pt x="0" y="542694"/>
                    </a:lnTo>
                    <a:lnTo>
                      <a:pt x="0" y="34616"/>
                    </a:lnTo>
                    <a:lnTo>
                      <a:pt x="79983" y="0"/>
                    </a:lnTo>
                    <a:close/>
                  </a:path>
                </a:pathLst>
              </a:custGeom>
              <a:solidFill>
                <a:srgbClr val="000000"/>
              </a:solidFill>
              <a:ln w="8132" cap="flat">
                <a:noFill/>
                <a:prstDash val="solid"/>
                <a:miter/>
              </a:ln>
            </p:spPr>
            <p:txBody>
              <a:bodyPr rtlCol="0" anchor="ctr"/>
              <a:lstStyle/>
              <a:p>
                <a:endParaRPr lang="es-ES"/>
              </a:p>
            </p:txBody>
          </p:sp>
          <p:sp>
            <p:nvSpPr>
              <p:cNvPr id="2072" name="Forma libre: forma 2071">
                <a:extLst>
                  <a:ext uri="{FF2B5EF4-FFF2-40B4-BE49-F238E27FC236}">
                    <a16:creationId xmlns:a16="http://schemas.microsoft.com/office/drawing/2014/main" id="{1D1E8DF0-4A5D-E1A0-3AA0-09B4C0CEB440}"/>
                  </a:ext>
                </a:extLst>
              </p:cNvPr>
              <p:cNvSpPr/>
              <p:nvPr/>
            </p:nvSpPr>
            <p:spPr>
              <a:xfrm>
                <a:off x="7246872" y="3086181"/>
                <a:ext cx="79982" cy="542694"/>
              </a:xfrm>
              <a:custGeom>
                <a:avLst/>
                <a:gdLst>
                  <a:gd name="connsiteX0" fmla="*/ 79983 w 79982"/>
                  <a:gd name="connsiteY0" fmla="*/ 0 h 542694"/>
                  <a:gd name="connsiteX1" fmla="*/ 79983 w 79982"/>
                  <a:gd name="connsiteY1" fmla="*/ 542694 h 542694"/>
                  <a:gd name="connsiteX2" fmla="*/ 0 w 79982"/>
                  <a:gd name="connsiteY2" fmla="*/ 542694 h 542694"/>
                  <a:gd name="connsiteX3" fmla="*/ 0 w 79982"/>
                  <a:gd name="connsiteY3" fmla="*/ 34616 h 542694"/>
                  <a:gd name="connsiteX4" fmla="*/ 79983 w 79982"/>
                  <a:gd name="connsiteY4" fmla="*/ 0 h 5426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82" h="542694">
                    <a:moveTo>
                      <a:pt x="79983" y="0"/>
                    </a:moveTo>
                    <a:lnTo>
                      <a:pt x="79983" y="542694"/>
                    </a:lnTo>
                    <a:lnTo>
                      <a:pt x="0" y="542694"/>
                    </a:lnTo>
                    <a:lnTo>
                      <a:pt x="0" y="34616"/>
                    </a:lnTo>
                    <a:lnTo>
                      <a:pt x="79983" y="0"/>
                    </a:lnTo>
                    <a:close/>
                  </a:path>
                </a:pathLst>
              </a:custGeom>
              <a:solidFill>
                <a:srgbClr val="000000"/>
              </a:solidFill>
              <a:ln w="8132" cap="flat">
                <a:noFill/>
                <a:prstDash val="solid"/>
                <a:miter/>
              </a:ln>
            </p:spPr>
            <p:txBody>
              <a:bodyPr rtlCol="0" anchor="ctr"/>
              <a:lstStyle/>
              <a:p>
                <a:endParaRPr lang="es-ES"/>
              </a:p>
            </p:txBody>
          </p:sp>
          <p:sp>
            <p:nvSpPr>
              <p:cNvPr id="2073" name="Forma libre: forma 2072">
                <a:extLst>
                  <a:ext uri="{FF2B5EF4-FFF2-40B4-BE49-F238E27FC236}">
                    <a16:creationId xmlns:a16="http://schemas.microsoft.com/office/drawing/2014/main" id="{2D6C5430-77B2-BBC4-7B29-26888FF98091}"/>
                  </a:ext>
                </a:extLst>
              </p:cNvPr>
              <p:cNvSpPr/>
              <p:nvPr/>
            </p:nvSpPr>
            <p:spPr>
              <a:xfrm>
                <a:off x="7398123" y="3237676"/>
                <a:ext cx="395322" cy="402194"/>
              </a:xfrm>
              <a:custGeom>
                <a:avLst/>
                <a:gdLst>
                  <a:gd name="connsiteX0" fmla="*/ 83078 w 395322"/>
                  <a:gd name="connsiteY0" fmla="*/ 231315 h 402194"/>
                  <a:gd name="connsiteX1" fmla="*/ 208102 w 395322"/>
                  <a:gd name="connsiteY1" fmla="*/ 327588 h 402194"/>
                  <a:gd name="connsiteX2" fmla="*/ 319117 w 395322"/>
                  <a:gd name="connsiteY2" fmla="*/ 286456 h 402194"/>
                  <a:gd name="connsiteX3" fmla="*/ 371163 w 395322"/>
                  <a:gd name="connsiteY3" fmla="*/ 336954 h 402194"/>
                  <a:gd name="connsiteX4" fmla="*/ 206555 w 395322"/>
                  <a:gd name="connsiteY4" fmla="*/ 402195 h 402194"/>
                  <a:gd name="connsiteX5" fmla="*/ 0 w 395322"/>
                  <a:gd name="connsiteY5" fmla="*/ 199550 h 402194"/>
                  <a:gd name="connsiteX6" fmla="*/ 201097 w 395322"/>
                  <a:gd name="connsiteY6" fmla="*/ 0 h 402194"/>
                  <a:gd name="connsiteX7" fmla="*/ 393643 w 395322"/>
                  <a:gd name="connsiteY7" fmla="*/ 231396 h 402194"/>
                  <a:gd name="connsiteX8" fmla="*/ 83078 w 395322"/>
                  <a:gd name="connsiteY8" fmla="*/ 231396 h 402194"/>
                  <a:gd name="connsiteX9" fmla="*/ 316755 w 395322"/>
                  <a:gd name="connsiteY9" fmla="*/ 163712 h 402194"/>
                  <a:gd name="connsiteX10" fmla="*/ 203378 w 395322"/>
                  <a:gd name="connsiteY10" fmla="*/ 71349 h 402194"/>
                  <a:gd name="connsiteX11" fmla="*/ 84626 w 395322"/>
                  <a:gd name="connsiteY11" fmla="*/ 163712 h 402194"/>
                  <a:gd name="connsiteX12" fmla="*/ 316755 w 395322"/>
                  <a:gd name="connsiteY12" fmla="*/ 163712 h 40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5322" h="402194">
                    <a:moveTo>
                      <a:pt x="83078" y="231315"/>
                    </a:moveTo>
                    <a:cubicBezTo>
                      <a:pt x="90082" y="290284"/>
                      <a:pt x="137404" y="327588"/>
                      <a:pt x="208102" y="327588"/>
                    </a:cubicBezTo>
                    <a:cubicBezTo>
                      <a:pt x="247686" y="327588"/>
                      <a:pt x="295090" y="313578"/>
                      <a:pt x="319117" y="286456"/>
                    </a:cubicBezTo>
                    <a:lnTo>
                      <a:pt x="371163" y="336954"/>
                    </a:lnTo>
                    <a:cubicBezTo>
                      <a:pt x="331579" y="381181"/>
                      <a:pt x="265605" y="402195"/>
                      <a:pt x="206555" y="402195"/>
                    </a:cubicBezTo>
                    <a:cubicBezTo>
                      <a:pt x="80797" y="402195"/>
                      <a:pt x="0" y="322212"/>
                      <a:pt x="0" y="199550"/>
                    </a:cubicBezTo>
                    <a:cubicBezTo>
                      <a:pt x="0" y="83078"/>
                      <a:pt x="81530" y="0"/>
                      <a:pt x="201097" y="0"/>
                    </a:cubicBezTo>
                    <a:cubicBezTo>
                      <a:pt x="324574" y="0"/>
                      <a:pt x="408385" y="76073"/>
                      <a:pt x="393643" y="231396"/>
                    </a:cubicBezTo>
                    <a:lnTo>
                      <a:pt x="83078" y="231396"/>
                    </a:lnTo>
                    <a:close/>
                    <a:moveTo>
                      <a:pt x="316755" y="163712"/>
                    </a:moveTo>
                    <a:cubicBezTo>
                      <a:pt x="311298" y="102381"/>
                      <a:pt x="268619" y="71349"/>
                      <a:pt x="203378" y="71349"/>
                    </a:cubicBezTo>
                    <a:cubicBezTo>
                      <a:pt x="144409" y="71349"/>
                      <a:pt x="97006" y="102381"/>
                      <a:pt x="84626" y="163712"/>
                    </a:cubicBezTo>
                    <a:lnTo>
                      <a:pt x="316755" y="163712"/>
                    </a:lnTo>
                    <a:close/>
                  </a:path>
                </a:pathLst>
              </a:custGeom>
              <a:solidFill>
                <a:srgbClr val="000000"/>
              </a:solidFill>
              <a:ln w="8132" cap="flat">
                <a:noFill/>
                <a:prstDash val="solid"/>
                <a:miter/>
              </a:ln>
            </p:spPr>
            <p:txBody>
              <a:bodyPr rtlCol="0" anchor="ctr"/>
              <a:lstStyle/>
              <a:p>
                <a:endParaRPr lang="es-ES"/>
              </a:p>
            </p:txBody>
          </p:sp>
          <p:sp>
            <p:nvSpPr>
              <p:cNvPr id="2074" name="Forma libre: forma 2073">
                <a:extLst>
                  <a:ext uri="{FF2B5EF4-FFF2-40B4-BE49-F238E27FC236}">
                    <a16:creationId xmlns:a16="http://schemas.microsoft.com/office/drawing/2014/main" id="{0361506D-05DA-5CE5-80E8-D581D566C865}"/>
                  </a:ext>
                </a:extLst>
              </p:cNvPr>
              <p:cNvSpPr/>
              <p:nvPr/>
            </p:nvSpPr>
            <p:spPr>
              <a:xfrm>
                <a:off x="7805449" y="3246147"/>
                <a:ext cx="403742" cy="529743"/>
              </a:xfrm>
              <a:custGeom>
                <a:avLst/>
                <a:gdLst>
                  <a:gd name="connsiteX0" fmla="*/ 87069 w 403742"/>
                  <a:gd name="connsiteY0" fmla="*/ 529744 h 529743"/>
                  <a:gd name="connsiteX1" fmla="*/ 175522 w 403742"/>
                  <a:gd name="connsiteY1" fmla="*/ 529744 h 529743"/>
                  <a:gd name="connsiteX2" fmla="*/ 403742 w 403742"/>
                  <a:gd name="connsiteY2" fmla="*/ 0 h 529743"/>
                  <a:gd name="connsiteX3" fmla="*/ 314393 w 403742"/>
                  <a:gd name="connsiteY3" fmla="*/ 0 h 529743"/>
                  <a:gd name="connsiteX4" fmla="*/ 238320 w 403742"/>
                  <a:gd name="connsiteY4" fmla="*/ 182446 h 529743"/>
                  <a:gd name="connsiteX5" fmla="*/ 197188 w 403742"/>
                  <a:gd name="connsiteY5" fmla="*/ 289632 h 529743"/>
                  <a:gd name="connsiteX6" fmla="*/ 159151 w 403742"/>
                  <a:gd name="connsiteY6" fmla="*/ 180898 h 529743"/>
                  <a:gd name="connsiteX7" fmla="*/ 93178 w 403742"/>
                  <a:gd name="connsiteY7" fmla="*/ 0 h 529743"/>
                  <a:gd name="connsiteX8" fmla="*/ 0 w 403742"/>
                  <a:gd name="connsiteY8" fmla="*/ 0 h 529743"/>
                  <a:gd name="connsiteX9" fmla="*/ 152961 w 403742"/>
                  <a:gd name="connsiteY9" fmla="*/ 377353 h 52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3742" h="529743">
                    <a:moveTo>
                      <a:pt x="87069" y="529744"/>
                    </a:moveTo>
                    <a:lnTo>
                      <a:pt x="175522" y="529744"/>
                    </a:lnTo>
                    <a:lnTo>
                      <a:pt x="403742" y="0"/>
                    </a:lnTo>
                    <a:lnTo>
                      <a:pt x="314393" y="0"/>
                    </a:lnTo>
                    <a:lnTo>
                      <a:pt x="238320" y="182446"/>
                    </a:lnTo>
                    <a:lnTo>
                      <a:pt x="197188" y="289632"/>
                    </a:lnTo>
                    <a:lnTo>
                      <a:pt x="159151" y="180898"/>
                    </a:lnTo>
                    <a:lnTo>
                      <a:pt x="93178" y="0"/>
                    </a:lnTo>
                    <a:lnTo>
                      <a:pt x="0" y="0"/>
                    </a:lnTo>
                    <a:lnTo>
                      <a:pt x="152961" y="377353"/>
                    </a:lnTo>
                    <a:close/>
                  </a:path>
                </a:pathLst>
              </a:custGeom>
              <a:solidFill>
                <a:srgbClr val="000000"/>
              </a:solidFill>
              <a:ln w="8132" cap="flat">
                <a:noFill/>
                <a:prstDash val="solid"/>
                <a:miter/>
              </a:ln>
            </p:spPr>
            <p:txBody>
              <a:bodyPr rtlCol="0" anchor="ctr"/>
              <a:lstStyle/>
              <a:p>
                <a:endParaRPr lang="es-ES"/>
              </a:p>
            </p:txBody>
          </p:sp>
        </p:grpSp>
        <p:grpSp>
          <p:nvGrpSpPr>
            <p:cNvPr id="2075" name="Gráfico 2063">
              <a:extLst>
                <a:ext uri="{FF2B5EF4-FFF2-40B4-BE49-F238E27FC236}">
                  <a16:creationId xmlns:a16="http://schemas.microsoft.com/office/drawing/2014/main" id="{55F45809-6AD2-5920-5BB7-84AD99E4FF8B}"/>
                </a:ext>
              </a:extLst>
            </p:cNvPr>
            <p:cNvGrpSpPr/>
            <p:nvPr/>
          </p:nvGrpSpPr>
          <p:grpSpPr>
            <a:xfrm>
              <a:off x="978182" y="4516136"/>
              <a:ext cx="1040835" cy="931775"/>
              <a:chOff x="4042101" y="2964741"/>
              <a:chExt cx="1040835" cy="931775"/>
            </a:xfrm>
          </p:grpSpPr>
          <p:sp>
            <p:nvSpPr>
              <p:cNvPr id="2076" name="Forma libre: forma 2075">
                <a:extLst>
                  <a:ext uri="{FF2B5EF4-FFF2-40B4-BE49-F238E27FC236}">
                    <a16:creationId xmlns:a16="http://schemas.microsoft.com/office/drawing/2014/main" id="{628E8A68-1BEB-3B15-6A60-A3C98CAA3DF0}"/>
                  </a:ext>
                </a:extLst>
              </p:cNvPr>
              <p:cNvSpPr/>
              <p:nvPr/>
            </p:nvSpPr>
            <p:spPr>
              <a:xfrm>
                <a:off x="4107179" y="2964741"/>
                <a:ext cx="910680" cy="335243"/>
              </a:xfrm>
              <a:custGeom>
                <a:avLst/>
                <a:gdLst>
                  <a:gd name="connsiteX0" fmla="*/ 455381 w 910680"/>
                  <a:gd name="connsiteY0" fmla="*/ 335244 h 335243"/>
                  <a:gd name="connsiteX1" fmla="*/ 910680 w 910680"/>
                  <a:gd name="connsiteY1" fmla="*/ 55060 h 335243"/>
                  <a:gd name="connsiteX2" fmla="*/ 868408 w 910680"/>
                  <a:gd name="connsiteY2" fmla="*/ 0 h 335243"/>
                  <a:gd name="connsiteX3" fmla="*/ 42272 w 910680"/>
                  <a:gd name="connsiteY3" fmla="*/ 0 h 335243"/>
                  <a:gd name="connsiteX4" fmla="*/ 0 w 910680"/>
                  <a:gd name="connsiteY4" fmla="*/ 55060 h 335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0680" h="335243">
                    <a:moveTo>
                      <a:pt x="455381" y="335244"/>
                    </a:moveTo>
                    <a:lnTo>
                      <a:pt x="910680" y="55060"/>
                    </a:lnTo>
                    <a:lnTo>
                      <a:pt x="868408" y="0"/>
                    </a:lnTo>
                    <a:lnTo>
                      <a:pt x="42272" y="0"/>
                    </a:lnTo>
                    <a:lnTo>
                      <a:pt x="0" y="55060"/>
                    </a:lnTo>
                    <a:close/>
                  </a:path>
                </a:pathLst>
              </a:custGeom>
              <a:solidFill>
                <a:srgbClr val="64CCC9"/>
              </a:solidFill>
              <a:ln w="8132" cap="flat">
                <a:noFill/>
                <a:prstDash val="solid"/>
                <a:miter/>
              </a:ln>
            </p:spPr>
            <p:txBody>
              <a:bodyPr rtlCol="0" anchor="ctr"/>
              <a:lstStyle/>
              <a:p>
                <a:endParaRPr lang="es-ES"/>
              </a:p>
            </p:txBody>
          </p:sp>
          <p:sp>
            <p:nvSpPr>
              <p:cNvPr id="2077" name="Forma libre: forma 2076">
                <a:extLst>
                  <a:ext uri="{FF2B5EF4-FFF2-40B4-BE49-F238E27FC236}">
                    <a16:creationId xmlns:a16="http://schemas.microsoft.com/office/drawing/2014/main" id="{03D79057-E04E-0853-D962-49DB782E93EE}"/>
                  </a:ext>
                </a:extLst>
              </p:cNvPr>
              <p:cNvSpPr/>
              <p:nvPr/>
            </p:nvSpPr>
            <p:spPr>
              <a:xfrm>
                <a:off x="4042101" y="3065656"/>
                <a:ext cx="493499" cy="830860"/>
              </a:xfrm>
              <a:custGeom>
                <a:avLst/>
                <a:gdLst>
                  <a:gd name="connsiteX0" fmla="*/ 493499 w 493499"/>
                  <a:gd name="connsiteY0" fmla="*/ 280917 h 830860"/>
                  <a:gd name="connsiteX1" fmla="*/ 36896 w 493499"/>
                  <a:gd name="connsiteY1" fmla="*/ 0 h 830860"/>
                  <a:gd name="connsiteX2" fmla="*/ 0 w 493499"/>
                  <a:gd name="connsiteY2" fmla="*/ 82915 h 830860"/>
                  <a:gd name="connsiteX3" fmla="*/ 493499 w 493499"/>
                  <a:gd name="connsiteY3" fmla="*/ 830860 h 830860"/>
                </a:gdLst>
                <a:ahLst/>
                <a:cxnLst>
                  <a:cxn ang="0">
                    <a:pos x="connsiteX0" y="connsiteY0"/>
                  </a:cxn>
                  <a:cxn ang="0">
                    <a:pos x="connsiteX1" y="connsiteY1"/>
                  </a:cxn>
                  <a:cxn ang="0">
                    <a:pos x="connsiteX2" y="connsiteY2"/>
                  </a:cxn>
                  <a:cxn ang="0">
                    <a:pos x="connsiteX3" y="connsiteY3"/>
                  </a:cxn>
                </a:cxnLst>
                <a:rect l="l" t="t" r="r" b="b"/>
                <a:pathLst>
                  <a:path w="493499" h="830860">
                    <a:moveTo>
                      <a:pt x="493499" y="280917"/>
                    </a:moveTo>
                    <a:lnTo>
                      <a:pt x="36896" y="0"/>
                    </a:lnTo>
                    <a:lnTo>
                      <a:pt x="0" y="82915"/>
                    </a:lnTo>
                    <a:lnTo>
                      <a:pt x="493499" y="830860"/>
                    </a:lnTo>
                    <a:close/>
                  </a:path>
                </a:pathLst>
              </a:custGeom>
              <a:solidFill>
                <a:srgbClr val="004F59"/>
              </a:solidFill>
              <a:ln w="8132" cap="flat">
                <a:noFill/>
                <a:prstDash val="solid"/>
                <a:miter/>
              </a:ln>
            </p:spPr>
            <p:txBody>
              <a:bodyPr rtlCol="0" anchor="ctr"/>
              <a:lstStyle/>
              <a:p>
                <a:endParaRPr lang="es-ES"/>
              </a:p>
            </p:txBody>
          </p:sp>
          <p:sp>
            <p:nvSpPr>
              <p:cNvPr id="2078" name="Forma libre: forma 2077">
                <a:extLst>
                  <a:ext uri="{FF2B5EF4-FFF2-40B4-BE49-F238E27FC236}">
                    <a16:creationId xmlns:a16="http://schemas.microsoft.com/office/drawing/2014/main" id="{0DC387E9-B254-499D-ACBD-4FA24D523D9A}"/>
                  </a:ext>
                </a:extLst>
              </p:cNvPr>
              <p:cNvSpPr/>
              <p:nvPr/>
            </p:nvSpPr>
            <p:spPr>
              <a:xfrm>
                <a:off x="4589438" y="3065737"/>
                <a:ext cx="493499" cy="830779"/>
              </a:xfrm>
              <a:custGeom>
                <a:avLst/>
                <a:gdLst>
                  <a:gd name="connsiteX0" fmla="*/ 456603 w 493499"/>
                  <a:gd name="connsiteY0" fmla="*/ 0 h 830779"/>
                  <a:gd name="connsiteX1" fmla="*/ 0 w 493499"/>
                  <a:gd name="connsiteY1" fmla="*/ 280836 h 830779"/>
                  <a:gd name="connsiteX2" fmla="*/ 0 w 493499"/>
                  <a:gd name="connsiteY2" fmla="*/ 830779 h 830779"/>
                  <a:gd name="connsiteX3" fmla="*/ 493499 w 493499"/>
                  <a:gd name="connsiteY3" fmla="*/ 82834 h 830779"/>
                </a:gdLst>
                <a:ahLst/>
                <a:cxnLst>
                  <a:cxn ang="0">
                    <a:pos x="connsiteX0" y="connsiteY0"/>
                  </a:cxn>
                  <a:cxn ang="0">
                    <a:pos x="connsiteX1" y="connsiteY1"/>
                  </a:cxn>
                  <a:cxn ang="0">
                    <a:pos x="connsiteX2" y="connsiteY2"/>
                  </a:cxn>
                  <a:cxn ang="0">
                    <a:pos x="connsiteX3" y="connsiteY3"/>
                  </a:cxn>
                </a:cxnLst>
                <a:rect l="l" t="t" r="r" b="b"/>
                <a:pathLst>
                  <a:path w="493499" h="830779">
                    <a:moveTo>
                      <a:pt x="456603" y="0"/>
                    </a:moveTo>
                    <a:lnTo>
                      <a:pt x="0" y="280836"/>
                    </a:lnTo>
                    <a:lnTo>
                      <a:pt x="0" y="830779"/>
                    </a:lnTo>
                    <a:lnTo>
                      <a:pt x="493499" y="82834"/>
                    </a:lnTo>
                    <a:close/>
                  </a:path>
                </a:pathLst>
              </a:custGeom>
              <a:solidFill>
                <a:srgbClr val="00B398"/>
              </a:solidFill>
              <a:ln w="8132" cap="flat">
                <a:noFill/>
                <a:prstDash val="solid"/>
                <a:miter/>
              </a:ln>
            </p:spPr>
            <p:txBody>
              <a:bodyPr rtlCol="0" anchor="ctr"/>
              <a:lstStyle/>
              <a:p>
                <a:endParaRPr lang="es-ES"/>
              </a:p>
            </p:txBody>
          </p:sp>
        </p:grpSp>
      </p:grpSp>
      <p:pic>
        <p:nvPicPr>
          <p:cNvPr id="19" name="Picture 31" descr="A black and white logo&#10;&#10;Description automatically generated">
            <a:extLst>
              <a:ext uri="{FF2B5EF4-FFF2-40B4-BE49-F238E27FC236}">
                <a16:creationId xmlns:a16="http://schemas.microsoft.com/office/drawing/2014/main" id="{18855620-D9ED-E0A5-F176-1204885FD9BE}"/>
              </a:ext>
            </a:extLst>
          </p:cNvPr>
          <p:cNvPicPr>
            <a:picLocks noChangeAspect="1"/>
          </p:cNvPicPr>
          <p:nvPr/>
        </p:nvPicPr>
        <p:blipFill>
          <a:blip r:embed="rId19"/>
          <a:stretch>
            <a:fillRect/>
          </a:stretch>
        </p:blipFill>
        <p:spPr>
          <a:xfrm>
            <a:off x="5584914" y="2103698"/>
            <a:ext cx="1885012" cy="406819"/>
          </a:xfrm>
          <a:prstGeom prst="rect">
            <a:avLst/>
          </a:prstGeom>
        </p:spPr>
      </p:pic>
      <p:pic>
        <p:nvPicPr>
          <p:cNvPr id="17" name="Picture 16">
            <a:extLst>
              <a:ext uri="{FF2B5EF4-FFF2-40B4-BE49-F238E27FC236}">
                <a16:creationId xmlns:a16="http://schemas.microsoft.com/office/drawing/2014/main" id="{22D9C5D5-83DB-4A32-56B7-AB6383431801}"/>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9974178" y="5393038"/>
            <a:ext cx="1205135" cy="849426"/>
          </a:xfrm>
          <a:prstGeom prst="rect">
            <a:avLst/>
          </a:prstGeom>
        </p:spPr>
      </p:pic>
      <p:pic>
        <p:nvPicPr>
          <p:cNvPr id="22" name="Picture 21">
            <a:extLst>
              <a:ext uri="{FF2B5EF4-FFF2-40B4-BE49-F238E27FC236}">
                <a16:creationId xmlns:a16="http://schemas.microsoft.com/office/drawing/2014/main" id="{EFBB40DD-A6C9-9F0D-4C59-22235660700A}"/>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3266636" y="2635310"/>
            <a:ext cx="1545645" cy="856147"/>
          </a:xfrm>
          <a:prstGeom prst="rect">
            <a:avLst/>
          </a:prstGeom>
        </p:spPr>
      </p:pic>
    </p:spTree>
    <p:extLst>
      <p:ext uri="{BB962C8B-B14F-4D97-AF65-F5344CB8AC3E}">
        <p14:creationId xmlns:p14="http://schemas.microsoft.com/office/powerpoint/2010/main" val="3808313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23" presetClass="entr" presetSubtype="272" fill="hold" grpId="1" nodeType="withEffect">
                                  <p:stCondLst>
                                    <p:cond delay="500"/>
                                  </p:stCondLst>
                                  <p:childTnLst>
                                    <p:set>
                                      <p:cBhvr>
                                        <p:cTn id="9" dur="1" fill="hold">
                                          <p:stCondLst>
                                            <p:cond delay="0"/>
                                          </p:stCondLst>
                                        </p:cTn>
                                        <p:tgtEl>
                                          <p:spTgt spid="7"/>
                                        </p:tgtEl>
                                        <p:attrNameLst>
                                          <p:attrName>style.visibility</p:attrName>
                                        </p:attrNameLst>
                                      </p:cBhvr>
                                      <p:to>
                                        <p:strVal val="visible"/>
                                      </p:to>
                                    </p:set>
                                    <p:anim calcmode="lin" valueType="num">
                                      <p:cBhvr>
                                        <p:cTn id="10" dur="500" fill="hold"/>
                                        <p:tgtEl>
                                          <p:spTgt spid="7"/>
                                        </p:tgtEl>
                                        <p:attrNameLst>
                                          <p:attrName>ppt_w</p:attrName>
                                        </p:attrNameLst>
                                      </p:cBhvr>
                                      <p:tavLst>
                                        <p:tav tm="0">
                                          <p:val>
                                            <p:strVal val="2/3*#ppt_w"/>
                                          </p:val>
                                        </p:tav>
                                        <p:tav tm="100000">
                                          <p:val>
                                            <p:strVal val="#ppt_w"/>
                                          </p:val>
                                        </p:tav>
                                      </p:tavLst>
                                    </p:anim>
                                    <p:anim calcmode="lin" valueType="num">
                                      <p:cBhvr>
                                        <p:cTn id="11" dur="500" fill="hold"/>
                                        <p:tgtEl>
                                          <p:spTgt spid="7"/>
                                        </p:tgtEl>
                                        <p:attrNameLst>
                                          <p:attrName>ppt_h</p:attrName>
                                        </p:attrNameLst>
                                      </p:cBhvr>
                                      <p:tavLst>
                                        <p:tav tm="0">
                                          <p:val>
                                            <p:strVal val="2/3*#ppt_h"/>
                                          </p:val>
                                        </p:tav>
                                        <p:tav tm="100000">
                                          <p:val>
                                            <p:strVal val="#ppt_h"/>
                                          </p:val>
                                        </p:tav>
                                      </p:tavLst>
                                    </p:anim>
                                  </p:childTnLst>
                                </p:cTn>
                              </p:par>
                              <p:par>
                                <p:cTn id="12" presetID="10" presetClass="entr" presetSubtype="0" fill="hold" grpId="0" nodeType="withEffect">
                                  <p:stCondLst>
                                    <p:cond delay="50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500"/>
                                        <p:tgtEl>
                                          <p:spTgt spid="9"/>
                                        </p:tgtEl>
                                      </p:cBhvr>
                                    </p:animEffect>
                                  </p:childTnLst>
                                </p:cTn>
                              </p:par>
                              <p:par>
                                <p:cTn id="15" presetID="23" presetClass="entr" presetSubtype="272" fill="hold" grpId="1" nodeType="withEffect">
                                  <p:stCondLst>
                                    <p:cond delay="500"/>
                                  </p:stCondLst>
                                  <p:childTnLst>
                                    <p:set>
                                      <p:cBhvr>
                                        <p:cTn id="16" dur="1" fill="hold">
                                          <p:stCondLst>
                                            <p:cond delay="0"/>
                                          </p:stCondLst>
                                        </p:cTn>
                                        <p:tgtEl>
                                          <p:spTgt spid="9"/>
                                        </p:tgtEl>
                                        <p:attrNameLst>
                                          <p:attrName>style.visibility</p:attrName>
                                        </p:attrNameLst>
                                      </p:cBhvr>
                                      <p:to>
                                        <p:strVal val="visible"/>
                                      </p:to>
                                    </p:set>
                                    <p:anim calcmode="lin" valueType="num">
                                      <p:cBhvr>
                                        <p:cTn id="17" dur="500" fill="hold"/>
                                        <p:tgtEl>
                                          <p:spTgt spid="9"/>
                                        </p:tgtEl>
                                        <p:attrNameLst>
                                          <p:attrName>ppt_w</p:attrName>
                                        </p:attrNameLst>
                                      </p:cBhvr>
                                      <p:tavLst>
                                        <p:tav tm="0">
                                          <p:val>
                                            <p:strVal val="2/3*#ppt_w"/>
                                          </p:val>
                                        </p:tav>
                                        <p:tav tm="100000">
                                          <p:val>
                                            <p:strVal val="#ppt_w"/>
                                          </p:val>
                                        </p:tav>
                                      </p:tavLst>
                                    </p:anim>
                                    <p:anim calcmode="lin" valueType="num">
                                      <p:cBhvr>
                                        <p:cTn id="18" dur="500" fill="hold"/>
                                        <p:tgtEl>
                                          <p:spTgt spid="9"/>
                                        </p:tgtEl>
                                        <p:attrNameLst>
                                          <p:attrName>ppt_h</p:attrName>
                                        </p:attrNameLst>
                                      </p:cBhvr>
                                      <p:tavLst>
                                        <p:tav tm="0">
                                          <p:val>
                                            <p:strVal val="2/3*#ppt_h"/>
                                          </p:val>
                                        </p:tav>
                                        <p:tav tm="100000">
                                          <p:val>
                                            <p:strVal val="#ppt_h"/>
                                          </p:val>
                                        </p:tav>
                                      </p:tavLst>
                                    </p:anim>
                                  </p:childTnLst>
                                </p:cTn>
                              </p:par>
                              <p:par>
                                <p:cTn id="19" presetID="10" presetClass="entr" presetSubtype="0" fill="hold" grpId="0" nodeType="withEffect">
                                  <p:stCondLst>
                                    <p:cond delay="50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23" presetClass="entr" presetSubtype="272" fill="hold" grpId="1" nodeType="withEffect">
                                  <p:stCondLst>
                                    <p:cond delay="500"/>
                                  </p:stCondLst>
                                  <p:childTnLst>
                                    <p:set>
                                      <p:cBhvr>
                                        <p:cTn id="23" dur="1" fill="hold">
                                          <p:stCondLst>
                                            <p:cond delay="0"/>
                                          </p:stCondLst>
                                        </p:cTn>
                                        <p:tgtEl>
                                          <p:spTgt spid="12"/>
                                        </p:tgtEl>
                                        <p:attrNameLst>
                                          <p:attrName>style.visibility</p:attrName>
                                        </p:attrNameLst>
                                      </p:cBhvr>
                                      <p:to>
                                        <p:strVal val="visible"/>
                                      </p:to>
                                    </p:set>
                                    <p:anim calcmode="lin" valueType="num">
                                      <p:cBhvr>
                                        <p:cTn id="24" dur="500" fill="hold"/>
                                        <p:tgtEl>
                                          <p:spTgt spid="12"/>
                                        </p:tgtEl>
                                        <p:attrNameLst>
                                          <p:attrName>ppt_w</p:attrName>
                                        </p:attrNameLst>
                                      </p:cBhvr>
                                      <p:tavLst>
                                        <p:tav tm="0">
                                          <p:val>
                                            <p:strVal val="2/3*#ppt_w"/>
                                          </p:val>
                                        </p:tav>
                                        <p:tav tm="100000">
                                          <p:val>
                                            <p:strVal val="#ppt_w"/>
                                          </p:val>
                                        </p:tav>
                                      </p:tavLst>
                                    </p:anim>
                                    <p:anim calcmode="lin" valueType="num">
                                      <p:cBhvr>
                                        <p:cTn id="25" dur="500" fill="hold"/>
                                        <p:tgtEl>
                                          <p:spTgt spid="12"/>
                                        </p:tgtEl>
                                        <p:attrNameLst>
                                          <p:attrName>ppt_h</p:attrName>
                                        </p:attrNameLst>
                                      </p:cBhvr>
                                      <p:tavLst>
                                        <p:tav tm="0">
                                          <p:val>
                                            <p:strVal val="2/3*#ppt_h"/>
                                          </p:val>
                                        </p:tav>
                                        <p:tav tm="100000">
                                          <p:val>
                                            <p:strVal val="#ppt_h"/>
                                          </p:val>
                                        </p:tav>
                                      </p:tavLst>
                                    </p:anim>
                                  </p:childTnLst>
                                </p:cTn>
                              </p:par>
                              <p:par>
                                <p:cTn id="26" presetID="23" presetClass="entr" presetSubtype="16" fill="hold" grpId="0" nodeType="withEffect">
                                  <p:stCondLst>
                                    <p:cond delay="500"/>
                                  </p:stCondLst>
                                  <p:childTnLst>
                                    <p:set>
                                      <p:cBhvr>
                                        <p:cTn id="27" dur="1" fill="hold">
                                          <p:stCondLst>
                                            <p:cond delay="0"/>
                                          </p:stCondLst>
                                        </p:cTn>
                                        <p:tgtEl>
                                          <p:spTgt spid="8"/>
                                        </p:tgtEl>
                                        <p:attrNameLst>
                                          <p:attrName>style.visibility</p:attrName>
                                        </p:attrNameLst>
                                      </p:cBhvr>
                                      <p:to>
                                        <p:strVal val="visible"/>
                                      </p:to>
                                    </p:set>
                                    <p:anim calcmode="lin" valueType="num">
                                      <p:cBhvr>
                                        <p:cTn id="28" dur="500" fill="hold"/>
                                        <p:tgtEl>
                                          <p:spTgt spid="8"/>
                                        </p:tgtEl>
                                        <p:attrNameLst>
                                          <p:attrName>ppt_w</p:attrName>
                                        </p:attrNameLst>
                                      </p:cBhvr>
                                      <p:tavLst>
                                        <p:tav tm="0">
                                          <p:val>
                                            <p:fltVal val="0"/>
                                          </p:val>
                                        </p:tav>
                                        <p:tav tm="100000">
                                          <p:val>
                                            <p:strVal val="#ppt_w"/>
                                          </p:val>
                                        </p:tav>
                                      </p:tavLst>
                                    </p:anim>
                                    <p:anim calcmode="lin" valueType="num">
                                      <p:cBhvr>
                                        <p:cTn id="29" dur="500" fill="hold"/>
                                        <p:tgtEl>
                                          <p:spTgt spid="8"/>
                                        </p:tgtEl>
                                        <p:attrNameLst>
                                          <p:attrName>ppt_h</p:attrName>
                                        </p:attrNameLst>
                                      </p:cBhvr>
                                      <p:tavLst>
                                        <p:tav tm="0">
                                          <p:val>
                                            <p:fltVal val="0"/>
                                          </p:val>
                                        </p:tav>
                                        <p:tav tm="100000">
                                          <p:val>
                                            <p:strVal val="#ppt_h"/>
                                          </p:val>
                                        </p:tav>
                                      </p:tavLst>
                                    </p:anim>
                                  </p:childTnLst>
                                </p:cTn>
                              </p:par>
                              <p:par>
                                <p:cTn id="30" presetID="10" presetClass="entr" presetSubtype="0" fill="hold" nodeType="withEffect">
                                  <p:stCondLst>
                                    <p:cond delay="500"/>
                                  </p:stCondLst>
                                  <p:childTnLst>
                                    <p:set>
                                      <p:cBhvr>
                                        <p:cTn id="31" dur="1" fill="hold">
                                          <p:stCondLst>
                                            <p:cond delay="0"/>
                                          </p:stCondLst>
                                        </p:cTn>
                                        <p:tgtEl>
                                          <p:spTgt spid="52"/>
                                        </p:tgtEl>
                                        <p:attrNameLst>
                                          <p:attrName>style.visibility</p:attrName>
                                        </p:attrNameLst>
                                      </p:cBhvr>
                                      <p:to>
                                        <p:strVal val="visible"/>
                                      </p:to>
                                    </p:set>
                                    <p:animEffect transition="in" filter="fade">
                                      <p:cBhvr>
                                        <p:cTn id="32"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9" grpId="0"/>
      <p:bldP spid="9" grpId="1"/>
      <p:bldP spid="12" grpId="0"/>
      <p:bldP spid="12" grpId="1"/>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B0E4319-39C1-1C81-B229-11D123C7D78B}"/>
            </a:ext>
          </a:extLst>
        </p:cNvPr>
        <p:cNvGrpSpPr/>
        <p:nvPr/>
      </p:nvGrpSpPr>
      <p:grpSpPr>
        <a:xfrm>
          <a:off x="0" y="0"/>
          <a:ext cx="0" cy="0"/>
          <a:chOff x="0" y="0"/>
          <a:chExt cx="0" cy="0"/>
        </a:xfrm>
      </p:grpSpPr>
      <p:sp>
        <p:nvSpPr>
          <p:cNvPr id="2" name="footer-mask">
            <a:extLst>
              <a:ext uri="{FF2B5EF4-FFF2-40B4-BE49-F238E27FC236}">
                <a16:creationId xmlns:a16="http://schemas.microsoft.com/office/drawing/2014/main" id="{A3D25EC6-2D58-15FF-48C7-95141A1F272D}"/>
              </a:ext>
            </a:extLst>
          </p:cNvPr>
          <p:cNvSpPr/>
          <p:nvPr/>
        </p:nvSpPr>
        <p:spPr>
          <a:xfrm>
            <a:off x="0" y="5879592"/>
            <a:ext cx="12192000" cy="978408"/>
          </a:xfrm>
          <a:prstGeom prst="rect">
            <a:avLst/>
          </a:prstGeom>
          <a:solidFill>
            <a:srgbClr val="FFFF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hashtag">
            <a:extLst>
              <a:ext uri="{FF2B5EF4-FFF2-40B4-BE49-F238E27FC236}">
                <a16:creationId xmlns:a16="http://schemas.microsoft.com/office/drawing/2014/main" id="{1E170AD4-068C-FD4D-404B-DA96BF7542E9}"/>
              </a:ext>
            </a:extLst>
          </p:cNvPr>
          <p:cNvSpPr/>
          <p:nvPr/>
        </p:nvSpPr>
        <p:spPr>
          <a:xfrm>
            <a:off x="9048835" y="6301232"/>
            <a:ext cx="2121408" cy="3840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292B45"/>
                </a:solidFill>
                <a:effectLst/>
                <a:latin typeface="Segoe UI" panose="020B0502040204020203" pitchFamily="34" charset="0"/>
              </a:rPr>
              <a:t>#BizzSummit2026</a:t>
            </a:r>
          </a:p>
          <a:p>
            <a:pPr algn="r">
              <a:buNone/>
            </a:pPr>
            <a:r>
              <a:rPr lang="en-US" sz="100">
                <a:effectLst/>
              </a:rPr>
              <a:t> </a:t>
            </a:r>
            <a:endParaRPr lang="en-US"/>
          </a:p>
        </p:txBody>
      </p:sp>
      <p:pic>
        <p:nvPicPr>
          <p:cNvPr id="24" name="bizzsummit-logo" descr="Logotipo oficial Bizz Summit, reutilizado de la plantilla">
            <a:extLst>
              <a:ext uri="{FF2B5EF4-FFF2-40B4-BE49-F238E27FC236}">
                <a16:creationId xmlns:a16="http://schemas.microsoft.com/office/drawing/2014/main" id="{9FFD005B-7B58-F7BA-5AE6-13F0A0CD1CA0}"/>
              </a:ext>
            </a:extLst>
          </p:cNvPr>
          <p:cNvPicPr>
            <a:picLocks noChangeAspect="1"/>
          </p:cNvPicPr>
          <p:nvPr/>
        </p:nvPicPr>
        <p:blipFill>
          <a:blip r:embed="rId3"/>
          <a:stretch>
            <a:fillRect/>
          </a:stretch>
        </p:blipFill>
        <p:spPr>
          <a:xfrm>
            <a:off x="203583" y="6339566"/>
            <a:ext cx="1536779" cy="317516"/>
          </a:xfrm>
          <a:prstGeom prst="rect">
            <a:avLst/>
          </a:prstGeom>
        </p:spPr>
      </p:pic>
      <p:sp>
        <p:nvSpPr>
          <p:cNvPr id="25" name="Freeform: Shape 24">
            <a:extLst>
              <a:ext uri="{FF2B5EF4-FFF2-40B4-BE49-F238E27FC236}">
                <a16:creationId xmlns:a16="http://schemas.microsoft.com/office/drawing/2014/main" id="{464438C6-C376-77DA-32F9-E4097D96D6BA}"/>
              </a:ext>
            </a:extLst>
          </p:cNvPr>
          <p:cNvSpPr/>
          <p:nvPr/>
        </p:nvSpPr>
        <p:spPr>
          <a:xfrm>
            <a:off x="11206819" y="6255512"/>
            <a:ext cx="667512" cy="457200"/>
          </a:xfrm>
          <a:custGeom>
            <a:avLst/>
            <a:gdLst>
              <a:gd name="connsiteX0" fmla="*/ 3209951 w 3467100"/>
              <a:gd name="connsiteY0" fmla="*/ 1102921 h 3152775"/>
              <a:gd name="connsiteX1" fmla="*/ 2526056 w 3467100"/>
              <a:gd name="connsiteY1" fmla="*/ 759068 h 3152775"/>
              <a:gd name="connsiteX2" fmla="*/ 2387943 w 3467100"/>
              <a:gd name="connsiteY2" fmla="*/ 725731 h 3152775"/>
              <a:gd name="connsiteX3" fmla="*/ 1954556 w 3467100"/>
              <a:gd name="connsiteY3" fmla="*/ 497131 h 3152775"/>
              <a:gd name="connsiteX4" fmla="*/ 1952651 w 3467100"/>
              <a:gd name="connsiteY4" fmla="*/ 495226 h 3152775"/>
              <a:gd name="connsiteX5" fmla="*/ 1560221 w 3467100"/>
              <a:gd name="connsiteY5" fmla="*/ 127561 h 3152775"/>
              <a:gd name="connsiteX6" fmla="*/ 829653 w 3467100"/>
              <a:gd name="connsiteY6" fmla="*/ 60886 h 3152775"/>
              <a:gd name="connsiteX7" fmla="*/ 398171 w 3467100"/>
              <a:gd name="connsiteY7" fmla="*/ 648578 h 3152775"/>
              <a:gd name="connsiteX8" fmla="*/ 479133 w 3467100"/>
              <a:gd name="connsiteY8" fmla="*/ 1555358 h 3152775"/>
              <a:gd name="connsiteX9" fmla="*/ 26 w 3467100"/>
              <a:gd name="connsiteY9" fmla="*/ 2563103 h 3152775"/>
              <a:gd name="connsiteX10" fmla="*/ 255296 w 3467100"/>
              <a:gd name="connsiteY10" fmla="*/ 3033639 h 3152775"/>
              <a:gd name="connsiteX11" fmla="*/ 787743 w 3467100"/>
              <a:gd name="connsiteY11" fmla="*/ 3151748 h 3152775"/>
              <a:gd name="connsiteX12" fmla="*/ 1568793 w 3467100"/>
              <a:gd name="connsiteY12" fmla="*/ 2828851 h 3152775"/>
              <a:gd name="connsiteX13" fmla="*/ 2439378 w 3467100"/>
              <a:gd name="connsiteY13" fmla="*/ 2565008 h 3152775"/>
              <a:gd name="connsiteX14" fmla="*/ 3042311 w 3467100"/>
              <a:gd name="connsiteY14" fmla="*/ 2438326 h 3152775"/>
              <a:gd name="connsiteX15" fmla="*/ 3469983 w 3467100"/>
              <a:gd name="connsiteY15" fmla="*/ 1817296 h 3152775"/>
              <a:gd name="connsiteX16" fmla="*/ 3209951 w 3467100"/>
              <a:gd name="connsiteY16" fmla="*/ 1102921 h 3152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67100" h="3152775">
                <a:moveTo>
                  <a:pt x="3209951" y="1102921"/>
                </a:moveTo>
                <a:cubicBezTo>
                  <a:pt x="3027071" y="920993"/>
                  <a:pt x="2776563" y="822886"/>
                  <a:pt x="2526056" y="759068"/>
                </a:cubicBezTo>
                <a:cubicBezTo>
                  <a:pt x="2480336" y="747638"/>
                  <a:pt x="2433663" y="736208"/>
                  <a:pt x="2387943" y="725731"/>
                </a:cubicBezTo>
                <a:cubicBezTo>
                  <a:pt x="2226018" y="689536"/>
                  <a:pt x="2075523" y="611431"/>
                  <a:pt x="1954556" y="497131"/>
                </a:cubicBezTo>
                <a:cubicBezTo>
                  <a:pt x="1953603" y="496178"/>
                  <a:pt x="1952651" y="496178"/>
                  <a:pt x="1952651" y="495226"/>
                </a:cubicBezTo>
                <a:cubicBezTo>
                  <a:pt x="1822158" y="371401"/>
                  <a:pt x="1709763" y="225668"/>
                  <a:pt x="1560221" y="127561"/>
                </a:cubicBezTo>
                <a:cubicBezTo>
                  <a:pt x="1347813" y="-12457"/>
                  <a:pt x="1063016" y="-41032"/>
                  <a:pt x="829653" y="60886"/>
                </a:cubicBezTo>
                <a:cubicBezTo>
                  <a:pt x="596291" y="162803"/>
                  <a:pt x="422936" y="394261"/>
                  <a:pt x="398171" y="648578"/>
                </a:cubicBezTo>
                <a:cubicBezTo>
                  <a:pt x="368643" y="952426"/>
                  <a:pt x="538188" y="1255321"/>
                  <a:pt x="479133" y="1555358"/>
                </a:cubicBezTo>
                <a:cubicBezTo>
                  <a:pt x="406743" y="1924928"/>
                  <a:pt x="3836" y="2186866"/>
                  <a:pt x="26" y="2563103"/>
                </a:cubicBezTo>
                <a:cubicBezTo>
                  <a:pt x="-1879" y="2748841"/>
                  <a:pt x="102896" y="2927911"/>
                  <a:pt x="255296" y="3033639"/>
                </a:cubicBezTo>
                <a:cubicBezTo>
                  <a:pt x="407696" y="3139366"/>
                  <a:pt x="602958" y="3175561"/>
                  <a:pt x="787743" y="3151748"/>
                </a:cubicBezTo>
                <a:cubicBezTo>
                  <a:pt x="1068731" y="3115553"/>
                  <a:pt x="1314476" y="2952676"/>
                  <a:pt x="1568793" y="2828851"/>
                </a:cubicBezTo>
                <a:cubicBezTo>
                  <a:pt x="1843113" y="2696453"/>
                  <a:pt x="2138388" y="2606918"/>
                  <a:pt x="2439378" y="2565008"/>
                </a:cubicBezTo>
                <a:cubicBezTo>
                  <a:pt x="2644166" y="2536433"/>
                  <a:pt x="2856573" y="2527861"/>
                  <a:pt x="3042311" y="2438326"/>
                </a:cubicBezTo>
                <a:cubicBezTo>
                  <a:pt x="3278531" y="2324026"/>
                  <a:pt x="3442361" y="2078281"/>
                  <a:pt x="3469983" y="1817296"/>
                </a:cubicBezTo>
                <a:cubicBezTo>
                  <a:pt x="3499511" y="1556311"/>
                  <a:pt x="3396641" y="1287706"/>
                  <a:pt x="3209951" y="1102921"/>
                </a:cubicBezTo>
                <a:close/>
              </a:path>
            </a:pathLst>
          </a:custGeom>
          <a:solidFill>
            <a:schemeClr val="accent2"/>
          </a:solidFill>
          <a:ln w="9525" cap="flat">
            <a:noFill/>
            <a:prstDash val="solid"/>
            <a:miter/>
          </a:ln>
        </p:spPr>
        <p:txBody>
          <a:bodyPr rtlCol="0" anchor="ctr"/>
          <a:lstStyle/>
          <a:p>
            <a:endParaRPr lang="en-GB"/>
          </a:p>
        </p:txBody>
      </p:sp>
      <p:pic>
        <p:nvPicPr>
          <p:cNvPr id="3" name="Picture 2" descr="Profile photo of Borja Piris de Castro">
            <a:extLst>
              <a:ext uri="{FF2B5EF4-FFF2-40B4-BE49-F238E27FC236}">
                <a16:creationId xmlns:a16="http://schemas.microsoft.com/office/drawing/2014/main" id="{83DF289E-13CD-BF98-D541-BDDAA18489C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a:stretch/>
        </p:blipFill>
        <p:spPr bwMode="auto">
          <a:xfrm>
            <a:off x="525502" y="833901"/>
            <a:ext cx="1945983" cy="1945983"/>
          </a:xfrm>
          <a:prstGeom prst="flowChartConnector">
            <a:avLst/>
          </a:prstGeom>
          <a:noFill/>
          <a:ln w="57150">
            <a:solidFill>
              <a:schemeClr val="bg1"/>
            </a:solidFill>
          </a:ln>
          <a:extLst>
            <a:ext uri="{909E8E84-426E-40DD-AFC4-6F175D3DCCD1}">
              <a14:hiddenFill xmlns:a14="http://schemas.microsoft.com/office/drawing/2010/main">
                <a:solidFill>
                  <a:srgbClr val="FFFFFF"/>
                </a:solidFill>
              </a14:hiddenFill>
            </a:ext>
          </a:extLst>
        </p:spPr>
      </p:pic>
      <p:sp>
        <p:nvSpPr>
          <p:cNvPr id="4" name="TextBox 2">
            <a:extLst>
              <a:ext uri="{FF2B5EF4-FFF2-40B4-BE49-F238E27FC236}">
                <a16:creationId xmlns:a16="http://schemas.microsoft.com/office/drawing/2014/main" id="{F4EFE7DC-3F67-D67B-5590-BD2B4928122E}"/>
              </a:ext>
            </a:extLst>
          </p:cNvPr>
          <p:cNvSpPr txBox="1"/>
          <p:nvPr/>
        </p:nvSpPr>
        <p:spPr>
          <a:xfrm>
            <a:off x="519946" y="195270"/>
            <a:ext cx="3131007" cy="533650"/>
          </a:xfrm>
          <a:prstGeom prst="rect">
            <a:avLst/>
          </a:prstGeom>
          <a:noFill/>
        </p:spPr>
        <p:txBody>
          <a:bodyPr wrap="none" lIns="93260" tIns="46630" rIns="93260" bIns="46630" rtlCol="0" anchor="t">
            <a:spAutoFit/>
          </a:bodyPr>
          <a:lstStyle/>
          <a:p>
            <a:pPr defTabSz="932597">
              <a:defRPr/>
            </a:pPr>
            <a:r>
              <a:rPr lang="es-ES" sz="2856" noProof="0" dirty="0">
                <a:latin typeface="+mj-lt"/>
              </a:rPr>
              <a:t>Borja Piris de Castro</a:t>
            </a:r>
          </a:p>
        </p:txBody>
      </p:sp>
      <p:pic>
        <p:nvPicPr>
          <p:cNvPr id="26" name="Picture 2" descr="Tech Riders - FP + Professional Education">
            <a:extLst>
              <a:ext uri="{FF2B5EF4-FFF2-40B4-BE49-F238E27FC236}">
                <a16:creationId xmlns:a16="http://schemas.microsoft.com/office/drawing/2014/main" id="{CFC20C0D-21A7-0EDA-B7AB-0C0F8CB5748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6475" y="1588360"/>
            <a:ext cx="1964991" cy="905134"/>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4">
            <a:extLst>
              <a:ext uri="{FF2B5EF4-FFF2-40B4-BE49-F238E27FC236}">
                <a16:creationId xmlns:a16="http://schemas.microsoft.com/office/drawing/2014/main" id="{D1EF1358-6662-F19D-97F1-82DF4DE56F9C}"/>
              </a:ext>
            </a:extLst>
          </p:cNvPr>
          <p:cNvSpPr txBox="1"/>
          <p:nvPr/>
        </p:nvSpPr>
        <p:spPr>
          <a:xfrm>
            <a:off x="3184733" y="911361"/>
            <a:ext cx="1524037" cy="398331"/>
          </a:xfrm>
          <a:prstGeom prst="rect">
            <a:avLst/>
          </a:prstGeom>
          <a:noFill/>
        </p:spPr>
        <p:txBody>
          <a:bodyPr wrap="square">
            <a:spAutoFit/>
          </a:bodyPr>
          <a:lstStyle/>
          <a:p>
            <a:pPr defTabSz="932597">
              <a:defRPr/>
            </a:pPr>
            <a:r>
              <a:rPr lang="es-ES" sz="1938" noProof="0" dirty="0">
                <a:latin typeface="Segoe UI"/>
              </a:rPr>
              <a:t>@pirisborja</a:t>
            </a:r>
          </a:p>
        </p:txBody>
      </p:sp>
      <p:grpSp>
        <p:nvGrpSpPr>
          <p:cNvPr id="28" name="Group 5">
            <a:extLst>
              <a:ext uri="{FF2B5EF4-FFF2-40B4-BE49-F238E27FC236}">
                <a16:creationId xmlns:a16="http://schemas.microsoft.com/office/drawing/2014/main" id="{24218C08-D7E7-F926-55DB-47F42D9078EA}"/>
              </a:ext>
            </a:extLst>
          </p:cNvPr>
          <p:cNvGrpSpPr/>
          <p:nvPr/>
        </p:nvGrpSpPr>
        <p:grpSpPr>
          <a:xfrm>
            <a:off x="4979457" y="903513"/>
            <a:ext cx="5257895" cy="414353"/>
            <a:chOff x="7546691" y="4099979"/>
            <a:chExt cx="5155267" cy="406265"/>
          </a:xfrm>
        </p:grpSpPr>
        <p:pic>
          <p:nvPicPr>
            <p:cNvPr id="29" name="Graphic 6">
              <a:extLst>
                <a:ext uri="{FF2B5EF4-FFF2-40B4-BE49-F238E27FC236}">
                  <a16:creationId xmlns:a16="http://schemas.microsoft.com/office/drawing/2014/main" id="{0B5A489A-F274-F1FB-2041-5D14A5A5D29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546691" y="4112339"/>
              <a:ext cx="360000" cy="360000"/>
            </a:xfrm>
            <a:prstGeom prst="rect">
              <a:avLst/>
            </a:prstGeom>
          </p:spPr>
        </p:pic>
        <p:sp>
          <p:nvSpPr>
            <p:cNvPr id="30" name="TextBox 7">
              <a:extLst>
                <a:ext uri="{FF2B5EF4-FFF2-40B4-BE49-F238E27FC236}">
                  <a16:creationId xmlns:a16="http://schemas.microsoft.com/office/drawing/2014/main" id="{AB2C0476-E125-1435-1D44-FB7D26CC3A74}"/>
                </a:ext>
              </a:extLst>
            </p:cNvPr>
            <p:cNvSpPr txBox="1"/>
            <p:nvPr/>
          </p:nvSpPr>
          <p:spPr>
            <a:xfrm>
              <a:off x="7922133" y="4099979"/>
              <a:ext cx="4779825" cy="406265"/>
            </a:xfrm>
            <a:prstGeom prst="rect">
              <a:avLst/>
            </a:prstGeom>
            <a:noFill/>
          </p:spPr>
          <p:txBody>
            <a:bodyPr wrap="square">
              <a:spAutoFit/>
            </a:bodyPr>
            <a:lstStyle/>
            <a:p>
              <a:pPr defTabSz="932597">
                <a:defRPr/>
              </a:pPr>
              <a:r>
                <a:rPr lang="es-ES" sz="1938" noProof="0" dirty="0">
                  <a:latin typeface="Segoe UI"/>
                </a:rPr>
                <a:t>https://www.linkedin.com/in/</a:t>
              </a:r>
              <a:r>
                <a:rPr lang="es-ES" sz="2040" noProof="0" dirty="0">
                  <a:latin typeface="Segoe UI"/>
                </a:rPr>
                <a:t>borja-piris</a:t>
              </a:r>
              <a:r>
                <a:rPr lang="es-ES" sz="1938" noProof="0" dirty="0">
                  <a:latin typeface="Segoe UI"/>
                </a:rPr>
                <a:t>/ </a:t>
              </a:r>
            </a:p>
          </p:txBody>
        </p:sp>
      </p:grpSp>
      <p:grpSp>
        <p:nvGrpSpPr>
          <p:cNvPr id="31" name="Group 9">
            <a:extLst>
              <a:ext uri="{FF2B5EF4-FFF2-40B4-BE49-F238E27FC236}">
                <a16:creationId xmlns:a16="http://schemas.microsoft.com/office/drawing/2014/main" id="{4DE88DD5-3857-6B51-AB0C-DF3A4DE30AE1}"/>
              </a:ext>
            </a:extLst>
          </p:cNvPr>
          <p:cNvGrpSpPr/>
          <p:nvPr/>
        </p:nvGrpSpPr>
        <p:grpSpPr>
          <a:xfrm>
            <a:off x="5567224" y="1626310"/>
            <a:ext cx="4480448" cy="382308"/>
            <a:chOff x="5262449" y="1497172"/>
            <a:chExt cx="4392995" cy="374846"/>
          </a:xfrm>
        </p:grpSpPr>
        <p:sp>
          <p:nvSpPr>
            <p:cNvPr id="32" name="CuadroTexto 8">
              <a:extLst>
                <a:ext uri="{FF2B5EF4-FFF2-40B4-BE49-F238E27FC236}">
                  <a16:creationId xmlns:a16="http://schemas.microsoft.com/office/drawing/2014/main" id="{3A78412E-856F-0739-F025-1BEB21B54000}"/>
                </a:ext>
              </a:extLst>
            </p:cNvPr>
            <p:cNvSpPr txBox="1"/>
            <p:nvPr/>
          </p:nvSpPr>
          <p:spPr>
            <a:xfrm>
              <a:off x="5659336" y="1497172"/>
              <a:ext cx="3996108" cy="374846"/>
            </a:xfrm>
            <a:prstGeom prst="rect">
              <a:avLst/>
            </a:prstGeom>
            <a:noFill/>
          </p:spPr>
          <p:txBody>
            <a:bodyPr wrap="square">
              <a:spAutoFit/>
            </a:bodyPr>
            <a:lstStyle/>
            <a:p>
              <a:pPr defTabSz="932597">
                <a:defRPr/>
              </a:pPr>
              <a:r>
                <a:rPr lang="es-ES" sz="1836" noProof="0" dirty="0">
                  <a:latin typeface="Segoe UI"/>
                </a:rPr>
                <a:t>https://techriders.tajamar.es/</a:t>
              </a:r>
            </a:p>
          </p:txBody>
        </p:sp>
        <p:pic>
          <p:nvPicPr>
            <p:cNvPr id="33" name="Picture 4" descr="New message - Free communications icons">
              <a:extLst>
                <a:ext uri="{FF2B5EF4-FFF2-40B4-BE49-F238E27FC236}">
                  <a16:creationId xmlns:a16="http://schemas.microsoft.com/office/drawing/2014/main" id="{C93791DA-7385-2CCD-274B-538BC6544B4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62449" y="1512562"/>
              <a:ext cx="338553" cy="33855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4" name="Group 12">
            <a:extLst>
              <a:ext uri="{FF2B5EF4-FFF2-40B4-BE49-F238E27FC236}">
                <a16:creationId xmlns:a16="http://schemas.microsoft.com/office/drawing/2014/main" id="{FD2EDD21-1589-BBBC-62C6-82A339D2CA8C}"/>
              </a:ext>
            </a:extLst>
          </p:cNvPr>
          <p:cNvGrpSpPr/>
          <p:nvPr/>
        </p:nvGrpSpPr>
        <p:grpSpPr>
          <a:xfrm>
            <a:off x="5610601" y="2062612"/>
            <a:ext cx="7676186" cy="382308"/>
            <a:chOff x="5304980" y="1924958"/>
            <a:chExt cx="7526356" cy="374846"/>
          </a:xfrm>
        </p:grpSpPr>
        <p:sp>
          <p:nvSpPr>
            <p:cNvPr id="35" name="CuadroTexto 27">
              <a:extLst>
                <a:ext uri="{FF2B5EF4-FFF2-40B4-BE49-F238E27FC236}">
                  <a16:creationId xmlns:a16="http://schemas.microsoft.com/office/drawing/2014/main" id="{B6AF357C-1EA1-5942-2B00-7EFBF29A5A21}"/>
                </a:ext>
              </a:extLst>
            </p:cNvPr>
            <p:cNvSpPr txBox="1"/>
            <p:nvPr/>
          </p:nvSpPr>
          <p:spPr>
            <a:xfrm>
              <a:off x="5657454" y="1924958"/>
              <a:ext cx="7173882" cy="374846"/>
            </a:xfrm>
            <a:prstGeom prst="rect">
              <a:avLst/>
            </a:prstGeom>
            <a:noFill/>
          </p:spPr>
          <p:txBody>
            <a:bodyPr wrap="square">
              <a:spAutoFit/>
            </a:bodyPr>
            <a:lstStyle/>
            <a:p>
              <a:pPr defTabSz="932597">
                <a:defRPr/>
              </a:pPr>
              <a:r>
                <a:rPr lang="es-ES" sz="1836" noProof="0" dirty="0">
                  <a:latin typeface="Segoe UI"/>
                </a:rPr>
                <a:t>https://www.youtube.com/@TechRiders_es</a:t>
              </a:r>
            </a:p>
          </p:txBody>
        </p:sp>
        <p:pic>
          <p:nvPicPr>
            <p:cNvPr id="36" name="Graphic 14">
              <a:extLst>
                <a:ext uri="{FF2B5EF4-FFF2-40B4-BE49-F238E27FC236}">
                  <a16:creationId xmlns:a16="http://schemas.microsoft.com/office/drawing/2014/main" id="{23BFAADD-6C73-D1E7-CCB8-E618316E480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304980" y="1993742"/>
              <a:ext cx="273600" cy="273600"/>
            </a:xfrm>
            <a:prstGeom prst="rect">
              <a:avLst/>
            </a:prstGeom>
          </p:spPr>
        </p:pic>
      </p:grpSp>
      <p:grpSp>
        <p:nvGrpSpPr>
          <p:cNvPr id="37" name="Group 15">
            <a:extLst>
              <a:ext uri="{FF2B5EF4-FFF2-40B4-BE49-F238E27FC236}">
                <a16:creationId xmlns:a16="http://schemas.microsoft.com/office/drawing/2014/main" id="{BC93C3C5-0851-627A-273E-771D9A5B2890}"/>
              </a:ext>
            </a:extLst>
          </p:cNvPr>
          <p:cNvGrpSpPr/>
          <p:nvPr/>
        </p:nvGrpSpPr>
        <p:grpSpPr>
          <a:xfrm>
            <a:off x="3236476" y="4245418"/>
            <a:ext cx="10175416" cy="2184344"/>
            <a:chOff x="2977195" y="3926489"/>
            <a:chExt cx="9976804" cy="2141708"/>
          </a:xfrm>
        </p:grpSpPr>
        <p:sp>
          <p:nvSpPr>
            <p:cNvPr id="38" name="Rectangle 16">
              <a:extLst>
                <a:ext uri="{FF2B5EF4-FFF2-40B4-BE49-F238E27FC236}">
                  <a16:creationId xmlns:a16="http://schemas.microsoft.com/office/drawing/2014/main" id="{5D938F3A-ECE2-524E-75A7-40C1C684C204}"/>
                </a:ext>
              </a:extLst>
            </p:cNvPr>
            <p:cNvSpPr/>
            <p:nvPr/>
          </p:nvSpPr>
          <p:spPr>
            <a:xfrm>
              <a:off x="3970596" y="4230538"/>
              <a:ext cx="8983403" cy="1413141"/>
            </a:xfrm>
            <a:prstGeom prst="rect">
              <a:avLst/>
            </a:prstGeom>
            <a:solidFill>
              <a:srgbClr val="92D050">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32597">
                <a:defRPr/>
              </a:pPr>
              <a:endParaRPr lang="es-ES" sz="1836" noProof="0" dirty="0">
                <a:solidFill>
                  <a:schemeClr val="tx1"/>
                </a:solidFill>
                <a:latin typeface="Segoe UI"/>
              </a:endParaRPr>
            </a:p>
          </p:txBody>
        </p:sp>
        <p:pic>
          <p:nvPicPr>
            <p:cNvPr id="39" name="Picture 17" descr="A computer with a green triangle and text&#10;&#10;Description automatically generated">
              <a:extLst>
                <a:ext uri="{FF2B5EF4-FFF2-40B4-BE49-F238E27FC236}">
                  <a16:creationId xmlns:a16="http://schemas.microsoft.com/office/drawing/2014/main" id="{3C6661F4-67EC-B3F8-FED5-7295A2BD5D6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977195" y="3926489"/>
              <a:ext cx="2141708" cy="2141708"/>
            </a:xfrm>
            <a:prstGeom prst="rect">
              <a:avLst/>
            </a:prstGeom>
          </p:spPr>
        </p:pic>
      </p:grpSp>
      <p:pic>
        <p:nvPicPr>
          <p:cNvPr id="40" name="Picture 18" descr="A person with his arms crossed&#10;&#10;Description automatically generated with medium confidence">
            <a:extLst>
              <a:ext uri="{FF2B5EF4-FFF2-40B4-BE49-F238E27FC236}">
                <a16:creationId xmlns:a16="http://schemas.microsoft.com/office/drawing/2014/main" id="{E2E4E3F6-7602-51DD-C23E-862B2C455D4A}"/>
              </a:ext>
            </a:extLst>
          </p:cNvPr>
          <p:cNvPicPr>
            <a:picLocks noChangeAspect="1"/>
          </p:cNvPicPr>
          <p:nvPr/>
        </p:nvPicPr>
        <p:blipFill rotWithShape="1">
          <a:blip r:embed="rId10">
            <a:extLst>
              <a:ext uri="{28A0092B-C50C-407E-A947-70E740481C1C}">
                <a14:useLocalDpi xmlns:a14="http://schemas.microsoft.com/office/drawing/2010/main" val="0"/>
              </a:ext>
            </a:extLst>
          </a:blip>
          <a:srcRect t="-203" b="25203"/>
          <a:stretch/>
        </p:blipFill>
        <p:spPr>
          <a:xfrm>
            <a:off x="519946" y="3910107"/>
            <a:ext cx="1945983" cy="1945983"/>
          </a:xfrm>
          <a:prstGeom prst="flowChartConnector">
            <a:avLst/>
          </a:prstGeom>
          <a:noFill/>
          <a:ln w="57150">
            <a:solidFill>
              <a:schemeClr val="bg1"/>
            </a:solidFill>
          </a:ln>
        </p:spPr>
      </p:pic>
      <p:grpSp>
        <p:nvGrpSpPr>
          <p:cNvPr id="41" name="Group 19">
            <a:extLst>
              <a:ext uri="{FF2B5EF4-FFF2-40B4-BE49-F238E27FC236}">
                <a16:creationId xmlns:a16="http://schemas.microsoft.com/office/drawing/2014/main" id="{A2B1E274-4D1A-5D09-8955-6960A4B090BC}"/>
              </a:ext>
            </a:extLst>
          </p:cNvPr>
          <p:cNvGrpSpPr/>
          <p:nvPr/>
        </p:nvGrpSpPr>
        <p:grpSpPr>
          <a:xfrm>
            <a:off x="5673340" y="4817049"/>
            <a:ext cx="8875604" cy="414353"/>
            <a:chOff x="7237983" y="4817272"/>
            <a:chExt cx="8702363" cy="406265"/>
          </a:xfrm>
        </p:grpSpPr>
        <p:pic>
          <p:nvPicPr>
            <p:cNvPr id="42" name="Picture 4" descr="New message - Free communications icons">
              <a:extLst>
                <a:ext uri="{FF2B5EF4-FFF2-40B4-BE49-F238E27FC236}">
                  <a16:creationId xmlns:a16="http://schemas.microsoft.com/office/drawing/2014/main" id="{F027E5B3-0A89-DA35-423F-EDDF8CD621C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37983" y="4848051"/>
              <a:ext cx="338553" cy="338553"/>
            </a:xfrm>
            <a:prstGeom prst="rect">
              <a:avLst/>
            </a:prstGeom>
            <a:noFill/>
            <a:extLst>
              <a:ext uri="{909E8E84-426E-40DD-AFC4-6F175D3DCCD1}">
                <a14:hiddenFill xmlns:a14="http://schemas.microsoft.com/office/drawing/2010/main">
                  <a:solidFill>
                    <a:srgbClr val="FFFFFF"/>
                  </a:solidFill>
                </a14:hiddenFill>
              </a:ext>
            </a:extLst>
          </p:spPr>
        </p:pic>
        <p:sp>
          <p:nvSpPr>
            <p:cNvPr id="43" name="TextBox 21">
              <a:extLst>
                <a:ext uri="{FF2B5EF4-FFF2-40B4-BE49-F238E27FC236}">
                  <a16:creationId xmlns:a16="http://schemas.microsoft.com/office/drawing/2014/main" id="{262C7553-4918-6B3A-01BF-EB4CD9036F59}"/>
                </a:ext>
              </a:extLst>
            </p:cNvPr>
            <p:cNvSpPr txBox="1"/>
            <p:nvPr/>
          </p:nvSpPr>
          <p:spPr>
            <a:xfrm>
              <a:off x="7582160" y="4817272"/>
              <a:ext cx="8358186" cy="406265"/>
            </a:xfrm>
            <a:prstGeom prst="rect">
              <a:avLst/>
            </a:prstGeom>
            <a:noFill/>
          </p:spPr>
          <p:txBody>
            <a:bodyPr wrap="square">
              <a:spAutoFit/>
            </a:bodyPr>
            <a:lstStyle/>
            <a:p>
              <a:pPr defTabSz="932597">
                <a:defRPr/>
              </a:pPr>
              <a:r>
                <a:rPr lang="es-ES" sz="2040" noProof="0" dirty="0">
                  <a:latin typeface="Segoe UI"/>
                </a:rPr>
                <a:t>https://www.codertectura.com/ </a:t>
              </a:r>
            </a:p>
          </p:txBody>
        </p:sp>
      </p:grpSp>
      <p:grpSp>
        <p:nvGrpSpPr>
          <p:cNvPr id="44" name="Group 22">
            <a:extLst>
              <a:ext uri="{FF2B5EF4-FFF2-40B4-BE49-F238E27FC236}">
                <a16:creationId xmlns:a16="http://schemas.microsoft.com/office/drawing/2014/main" id="{F4778D11-E5C6-51FD-FD24-93AB994F49E4}"/>
              </a:ext>
            </a:extLst>
          </p:cNvPr>
          <p:cNvGrpSpPr/>
          <p:nvPr/>
        </p:nvGrpSpPr>
        <p:grpSpPr>
          <a:xfrm>
            <a:off x="5726089" y="5294884"/>
            <a:ext cx="8822855" cy="414353"/>
            <a:chOff x="7289509" y="5284139"/>
            <a:chExt cx="8650643" cy="406265"/>
          </a:xfrm>
        </p:grpSpPr>
        <p:pic>
          <p:nvPicPr>
            <p:cNvPr id="45" name="Graphic 23">
              <a:extLst>
                <a:ext uri="{FF2B5EF4-FFF2-40B4-BE49-F238E27FC236}">
                  <a16:creationId xmlns:a16="http://schemas.microsoft.com/office/drawing/2014/main" id="{512C3077-CDC0-88DA-CE55-BCBEC59C310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289509" y="5347394"/>
              <a:ext cx="273600" cy="273600"/>
            </a:xfrm>
            <a:prstGeom prst="rect">
              <a:avLst/>
            </a:prstGeom>
          </p:spPr>
        </p:pic>
        <p:sp>
          <p:nvSpPr>
            <p:cNvPr id="46" name="TextBox 24">
              <a:extLst>
                <a:ext uri="{FF2B5EF4-FFF2-40B4-BE49-F238E27FC236}">
                  <a16:creationId xmlns:a16="http://schemas.microsoft.com/office/drawing/2014/main" id="{7D3CBDD6-FA7A-105B-7554-590A4EA2F7EF}"/>
                </a:ext>
              </a:extLst>
            </p:cNvPr>
            <p:cNvSpPr txBox="1"/>
            <p:nvPr/>
          </p:nvSpPr>
          <p:spPr>
            <a:xfrm>
              <a:off x="7582160" y="5284139"/>
              <a:ext cx="8357992" cy="406265"/>
            </a:xfrm>
            <a:prstGeom prst="rect">
              <a:avLst/>
            </a:prstGeom>
            <a:noFill/>
          </p:spPr>
          <p:txBody>
            <a:bodyPr wrap="square">
              <a:spAutoFit/>
            </a:bodyPr>
            <a:lstStyle/>
            <a:p>
              <a:pPr defTabSz="932597">
                <a:defRPr/>
              </a:pPr>
              <a:r>
                <a:rPr lang="es-ES" sz="2040" noProof="0" dirty="0">
                  <a:latin typeface="Segoe UI"/>
                </a:rPr>
                <a:t>https://www.youtube.com/@codertectura</a:t>
              </a:r>
            </a:p>
          </p:txBody>
        </p:sp>
      </p:grpSp>
      <p:sp>
        <p:nvSpPr>
          <p:cNvPr id="47" name="TextBox 25">
            <a:extLst>
              <a:ext uri="{FF2B5EF4-FFF2-40B4-BE49-F238E27FC236}">
                <a16:creationId xmlns:a16="http://schemas.microsoft.com/office/drawing/2014/main" id="{C647E297-77DA-BE6A-CF45-B465316C1ADA}"/>
              </a:ext>
            </a:extLst>
          </p:cNvPr>
          <p:cNvSpPr txBox="1"/>
          <p:nvPr/>
        </p:nvSpPr>
        <p:spPr>
          <a:xfrm>
            <a:off x="519946" y="3167347"/>
            <a:ext cx="4681520" cy="542399"/>
          </a:xfrm>
          <a:prstGeom prst="rect">
            <a:avLst/>
          </a:prstGeom>
          <a:noFill/>
        </p:spPr>
        <p:txBody>
          <a:bodyPr wrap="square" lIns="93260" tIns="46630" rIns="93260" bIns="46630" rtlCol="0" anchor="t">
            <a:spAutoFit/>
          </a:bodyPr>
          <a:lstStyle/>
          <a:p>
            <a:pPr defTabSz="932597">
              <a:defRPr/>
            </a:pPr>
            <a:r>
              <a:rPr lang="es-ES" sz="2856" noProof="0" dirty="0">
                <a:latin typeface="+mj-lt"/>
              </a:rPr>
              <a:t>Rodrigo E. Liberoff V.</a:t>
            </a:r>
          </a:p>
        </p:txBody>
      </p:sp>
      <p:sp>
        <p:nvSpPr>
          <p:cNvPr id="48" name="TextBox 26">
            <a:extLst>
              <a:ext uri="{FF2B5EF4-FFF2-40B4-BE49-F238E27FC236}">
                <a16:creationId xmlns:a16="http://schemas.microsoft.com/office/drawing/2014/main" id="{8CDFC909-6B1B-CA57-1DF5-0293C373270E}"/>
              </a:ext>
            </a:extLst>
          </p:cNvPr>
          <p:cNvSpPr txBox="1"/>
          <p:nvPr/>
        </p:nvSpPr>
        <p:spPr>
          <a:xfrm>
            <a:off x="3148846" y="3796004"/>
            <a:ext cx="1305558" cy="398331"/>
          </a:xfrm>
          <a:prstGeom prst="rect">
            <a:avLst/>
          </a:prstGeom>
          <a:noFill/>
        </p:spPr>
        <p:txBody>
          <a:bodyPr wrap="square">
            <a:spAutoFit/>
          </a:bodyPr>
          <a:lstStyle/>
          <a:p>
            <a:pPr defTabSz="932597">
              <a:defRPr/>
            </a:pPr>
            <a:r>
              <a:rPr lang="es-ES" sz="1938" noProof="0" dirty="0">
                <a:latin typeface="Segoe UI"/>
              </a:rPr>
              <a:t>@rliberoff</a:t>
            </a:r>
          </a:p>
        </p:txBody>
      </p:sp>
      <p:grpSp>
        <p:nvGrpSpPr>
          <p:cNvPr id="49" name="Group 27">
            <a:extLst>
              <a:ext uri="{FF2B5EF4-FFF2-40B4-BE49-F238E27FC236}">
                <a16:creationId xmlns:a16="http://schemas.microsoft.com/office/drawing/2014/main" id="{4FC51F78-D113-2120-A910-DF225B5DC778}"/>
              </a:ext>
            </a:extLst>
          </p:cNvPr>
          <p:cNvGrpSpPr/>
          <p:nvPr/>
        </p:nvGrpSpPr>
        <p:grpSpPr>
          <a:xfrm>
            <a:off x="4979457" y="3796001"/>
            <a:ext cx="4737785" cy="390556"/>
            <a:chOff x="7546691" y="4099979"/>
            <a:chExt cx="4645309" cy="382933"/>
          </a:xfrm>
        </p:grpSpPr>
        <p:pic>
          <p:nvPicPr>
            <p:cNvPr id="50" name="Graphic 28">
              <a:extLst>
                <a:ext uri="{FF2B5EF4-FFF2-40B4-BE49-F238E27FC236}">
                  <a16:creationId xmlns:a16="http://schemas.microsoft.com/office/drawing/2014/main" id="{93C39D7E-6D1F-7333-F9B0-3F26DFF061D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546691" y="4112339"/>
              <a:ext cx="360000" cy="360000"/>
            </a:xfrm>
            <a:prstGeom prst="rect">
              <a:avLst/>
            </a:prstGeom>
          </p:spPr>
        </p:pic>
        <p:sp>
          <p:nvSpPr>
            <p:cNvPr id="51" name="TextBox 29">
              <a:extLst>
                <a:ext uri="{FF2B5EF4-FFF2-40B4-BE49-F238E27FC236}">
                  <a16:creationId xmlns:a16="http://schemas.microsoft.com/office/drawing/2014/main" id="{D83AB996-31B4-392D-18C3-FDDC46ED30D1}"/>
                </a:ext>
              </a:extLst>
            </p:cNvPr>
            <p:cNvSpPr txBox="1"/>
            <p:nvPr/>
          </p:nvSpPr>
          <p:spPr>
            <a:xfrm>
              <a:off x="7922134" y="4099979"/>
              <a:ext cx="4269866" cy="382933"/>
            </a:xfrm>
            <a:prstGeom prst="rect">
              <a:avLst/>
            </a:prstGeom>
            <a:noFill/>
          </p:spPr>
          <p:txBody>
            <a:bodyPr wrap="square">
              <a:spAutoFit/>
            </a:bodyPr>
            <a:lstStyle/>
            <a:p>
              <a:pPr defTabSz="932597">
                <a:defRPr/>
              </a:pPr>
              <a:r>
                <a:rPr lang="es-ES" sz="1938" noProof="0" dirty="0">
                  <a:latin typeface="Segoe UI"/>
                </a:rPr>
                <a:t>https://www.linkedin.com/in/rliberoff/ </a:t>
              </a:r>
            </a:p>
          </p:txBody>
        </p:sp>
      </p:grpSp>
      <p:pic>
        <p:nvPicPr>
          <p:cNvPr id="52" name="Graphic 30">
            <a:extLst>
              <a:ext uri="{FF2B5EF4-FFF2-40B4-BE49-F238E27FC236}">
                <a16:creationId xmlns:a16="http://schemas.microsoft.com/office/drawing/2014/main" id="{C8AC4412-2D08-75C0-5ECF-8C7BDA9BB98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786784" y="931614"/>
            <a:ext cx="387715" cy="351875"/>
          </a:xfrm>
          <a:prstGeom prst="rect">
            <a:avLst/>
          </a:prstGeom>
        </p:spPr>
      </p:pic>
      <p:pic>
        <p:nvPicPr>
          <p:cNvPr id="53" name="Graphic 31">
            <a:extLst>
              <a:ext uri="{FF2B5EF4-FFF2-40B4-BE49-F238E27FC236}">
                <a16:creationId xmlns:a16="http://schemas.microsoft.com/office/drawing/2014/main" id="{8D7CB032-39BF-CCBE-DC72-C215EB7E44B3}"/>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786784" y="3816257"/>
            <a:ext cx="387715" cy="351875"/>
          </a:xfrm>
          <a:prstGeom prst="rect">
            <a:avLst/>
          </a:prstGeom>
        </p:spPr>
      </p:pic>
      <p:sp>
        <p:nvSpPr>
          <p:cNvPr id="54" name="CuadroTexto 8">
            <a:extLst>
              <a:ext uri="{FF2B5EF4-FFF2-40B4-BE49-F238E27FC236}">
                <a16:creationId xmlns:a16="http://schemas.microsoft.com/office/drawing/2014/main" id="{274A3122-E12B-07CF-EEB1-3C737AAA9416}"/>
              </a:ext>
            </a:extLst>
          </p:cNvPr>
          <p:cNvSpPr txBox="1"/>
          <p:nvPr/>
        </p:nvSpPr>
        <p:spPr>
          <a:xfrm>
            <a:off x="4090002" y="315049"/>
            <a:ext cx="7275908" cy="369332"/>
          </a:xfrm>
          <a:prstGeom prst="rect">
            <a:avLst/>
          </a:prstGeom>
          <a:noFill/>
        </p:spPr>
        <p:txBody>
          <a:bodyPr wrap="square">
            <a:spAutoFit/>
          </a:bodyPr>
          <a:lstStyle/>
          <a:p>
            <a:r>
              <a:rPr lang="es-ES" sz="1600" b="1" noProof="0" dirty="0" err="1">
                <a:latin typeface="Segoe UI Semibold" panose="020B0702040204020203" pitchFamily="34" charset="0"/>
                <a:cs typeface="Segoe UI Semibold" panose="020B0702040204020203" pitchFamily="34" charset="0"/>
              </a:rPr>
              <a:t>works</a:t>
            </a:r>
            <a:r>
              <a:rPr lang="es-ES" sz="1600" b="1" noProof="0" dirty="0">
                <a:latin typeface="Segoe UI Semibold" panose="020B0702040204020203" pitchFamily="34" charset="0"/>
                <a:cs typeface="Segoe UI Semibold" panose="020B0702040204020203" pitchFamily="34" charset="0"/>
              </a:rPr>
              <a:t> at </a:t>
            </a:r>
            <a:r>
              <a:rPr lang="es-ES" b="1" noProof="0" dirty="0">
                <a:solidFill>
                  <a:srgbClr val="377631"/>
                </a:solidFill>
                <a:latin typeface="Segoe UI Semibold"/>
                <a:ea typeface="Segoe UI Black"/>
                <a:cs typeface="Segoe UI Semibold"/>
              </a:rPr>
              <a:t>E</a:t>
            </a:r>
            <a:r>
              <a:rPr lang="es-ES" b="1" noProof="0" dirty="0">
                <a:solidFill>
                  <a:srgbClr val="4AAC33"/>
                </a:solidFill>
                <a:latin typeface="Segoe UI Semibold"/>
                <a:ea typeface="Segoe UI Black"/>
                <a:cs typeface="Segoe UI Semibold"/>
              </a:rPr>
              <a:t>N</a:t>
            </a:r>
            <a:r>
              <a:rPr lang="es-ES" b="1" noProof="0" dirty="0">
                <a:solidFill>
                  <a:srgbClr val="0FAE91"/>
                </a:solidFill>
                <a:latin typeface="Segoe UI Semibold"/>
                <a:ea typeface="Segoe UI Black"/>
                <a:cs typeface="Segoe UI Semibold"/>
              </a:rPr>
              <a:t>C</a:t>
            </a:r>
            <a:r>
              <a:rPr lang="es-ES" b="1" noProof="0" dirty="0">
                <a:solidFill>
                  <a:srgbClr val="0EA5DF"/>
                </a:solidFill>
                <a:latin typeface="Segoe UI Semibold"/>
                <a:ea typeface="Segoe UI Black"/>
                <a:cs typeface="Segoe UI Semibold"/>
              </a:rPr>
              <a:t>A</a:t>
            </a:r>
            <a:r>
              <a:rPr lang="es-ES" b="1" noProof="0" dirty="0">
                <a:solidFill>
                  <a:srgbClr val="444797"/>
                </a:solidFill>
                <a:latin typeface="Segoe UI Semibold"/>
                <a:ea typeface="Segoe UI Black"/>
                <a:cs typeface="Segoe UI Semibold"/>
              </a:rPr>
              <a:t>M</a:t>
            </a:r>
            <a:r>
              <a:rPr lang="es-ES" b="1" noProof="0" dirty="0">
                <a:solidFill>
                  <a:srgbClr val="6A398E"/>
                </a:solidFill>
                <a:latin typeface="Segoe UI Semibold"/>
                <a:ea typeface="Segoe UI Black"/>
                <a:cs typeface="Segoe UI Semibold"/>
              </a:rPr>
              <a:t>I</a:t>
            </a:r>
            <a:r>
              <a:rPr lang="es-ES" b="1" noProof="0" dirty="0">
                <a:solidFill>
                  <a:srgbClr val="9F3E8F"/>
                </a:solidFill>
                <a:latin typeface="Segoe UI Semibold"/>
                <a:ea typeface="Segoe UI Black"/>
                <a:cs typeface="Segoe UI Semibold"/>
              </a:rPr>
              <a:t>N</a:t>
            </a:r>
            <a:r>
              <a:rPr lang="es-ES" b="1" noProof="0" dirty="0">
                <a:solidFill>
                  <a:srgbClr val="C01B37"/>
                </a:solidFill>
                <a:latin typeface="Segoe UI Semibold"/>
                <a:ea typeface="Segoe UI Black"/>
                <a:cs typeface="Segoe UI Semibold"/>
              </a:rPr>
              <a:t>A</a:t>
            </a:r>
            <a:endParaRPr lang="es-ES" sz="1800" b="1" noProof="0" dirty="0">
              <a:latin typeface="Segoe UI Semibold"/>
              <a:ea typeface="Segoe UI Black"/>
              <a:cs typeface="Segoe UI Semibold"/>
            </a:endParaRPr>
          </a:p>
        </p:txBody>
      </p:sp>
      <p:sp>
        <p:nvSpPr>
          <p:cNvPr id="55" name="CuadroTexto 31">
            <a:extLst>
              <a:ext uri="{FF2B5EF4-FFF2-40B4-BE49-F238E27FC236}">
                <a16:creationId xmlns:a16="http://schemas.microsoft.com/office/drawing/2014/main" id="{B8EDE424-41AA-99D5-386C-301A13884B3C}"/>
              </a:ext>
            </a:extLst>
          </p:cNvPr>
          <p:cNvSpPr txBox="1"/>
          <p:nvPr/>
        </p:nvSpPr>
        <p:spPr>
          <a:xfrm>
            <a:off x="4193941" y="3291394"/>
            <a:ext cx="7275908" cy="369332"/>
          </a:xfrm>
          <a:prstGeom prst="rect">
            <a:avLst/>
          </a:prstGeom>
          <a:noFill/>
        </p:spPr>
        <p:txBody>
          <a:bodyPr wrap="square">
            <a:spAutoFit/>
          </a:bodyPr>
          <a:lstStyle/>
          <a:p>
            <a:r>
              <a:rPr lang="es-ES" sz="1600" b="1" noProof="0" dirty="0" err="1">
                <a:latin typeface="Segoe UI Semibold" panose="020B0702040204020203" pitchFamily="34" charset="0"/>
                <a:cs typeface="Segoe UI Semibold" panose="020B0702040204020203" pitchFamily="34" charset="0"/>
              </a:rPr>
              <a:t>works</a:t>
            </a:r>
            <a:r>
              <a:rPr lang="es-ES" sz="1600" b="1" noProof="0" dirty="0">
                <a:latin typeface="Segoe UI Semibold" panose="020B0702040204020203" pitchFamily="34" charset="0"/>
                <a:cs typeface="Segoe UI Semibold" panose="020B0702040204020203" pitchFamily="34" charset="0"/>
              </a:rPr>
              <a:t> at </a:t>
            </a:r>
            <a:r>
              <a:rPr lang="es-ES" b="1" noProof="0" dirty="0">
                <a:solidFill>
                  <a:srgbClr val="377631"/>
                </a:solidFill>
                <a:latin typeface="Segoe UI Semibold"/>
                <a:ea typeface="Segoe UI Black"/>
                <a:cs typeface="Segoe UI Semibold"/>
              </a:rPr>
              <a:t>E</a:t>
            </a:r>
            <a:r>
              <a:rPr lang="es-ES" b="1" noProof="0" dirty="0">
                <a:solidFill>
                  <a:srgbClr val="4AAC33"/>
                </a:solidFill>
                <a:latin typeface="Segoe UI Semibold"/>
                <a:ea typeface="Segoe UI Black"/>
                <a:cs typeface="Segoe UI Semibold"/>
              </a:rPr>
              <a:t>N</a:t>
            </a:r>
            <a:r>
              <a:rPr lang="es-ES" b="1" noProof="0" dirty="0">
                <a:solidFill>
                  <a:srgbClr val="0FAE91"/>
                </a:solidFill>
                <a:latin typeface="Segoe UI Semibold"/>
                <a:ea typeface="Segoe UI Black"/>
                <a:cs typeface="Segoe UI Semibold"/>
              </a:rPr>
              <a:t>C</a:t>
            </a:r>
            <a:r>
              <a:rPr lang="es-ES" b="1" noProof="0" dirty="0">
                <a:solidFill>
                  <a:srgbClr val="0EA5DF"/>
                </a:solidFill>
                <a:latin typeface="Segoe UI Semibold"/>
                <a:ea typeface="Segoe UI Black"/>
                <a:cs typeface="Segoe UI Semibold"/>
              </a:rPr>
              <a:t>A</a:t>
            </a:r>
            <a:r>
              <a:rPr lang="es-ES" b="1" noProof="0" dirty="0">
                <a:solidFill>
                  <a:srgbClr val="444797"/>
                </a:solidFill>
                <a:latin typeface="Segoe UI Semibold"/>
                <a:ea typeface="Segoe UI Black"/>
                <a:cs typeface="Segoe UI Semibold"/>
              </a:rPr>
              <a:t>M</a:t>
            </a:r>
            <a:r>
              <a:rPr lang="es-ES" b="1" noProof="0" dirty="0">
                <a:solidFill>
                  <a:srgbClr val="6A398E"/>
                </a:solidFill>
                <a:latin typeface="Segoe UI Semibold"/>
                <a:ea typeface="Segoe UI Black"/>
                <a:cs typeface="Segoe UI Semibold"/>
              </a:rPr>
              <a:t>I</a:t>
            </a:r>
            <a:r>
              <a:rPr lang="es-ES" b="1" noProof="0" dirty="0">
                <a:solidFill>
                  <a:srgbClr val="9F3E8F"/>
                </a:solidFill>
                <a:latin typeface="Segoe UI Semibold"/>
                <a:ea typeface="Segoe UI Black"/>
                <a:cs typeface="Segoe UI Semibold"/>
              </a:rPr>
              <a:t>N</a:t>
            </a:r>
            <a:r>
              <a:rPr lang="es-ES" b="1" noProof="0" dirty="0">
                <a:solidFill>
                  <a:srgbClr val="C01B37"/>
                </a:solidFill>
                <a:latin typeface="Segoe UI Semibold"/>
                <a:ea typeface="Segoe UI Black"/>
                <a:cs typeface="Segoe UI Semibold"/>
              </a:rPr>
              <a:t>A</a:t>
            </a:r>
            <a:endParaRPr lang="es-ES" sz="1800" b="1" noProof="0" dirty="0">
              <a:latin typeface="Segoe UI Semibold"/>
              <a:ea typeface="Segoe UI Black"/>
              <a:cs typeface="Segoe UI Semibold"/>
            </a:endParaRPr>
          </a:p>
        </p:txBody>
      </p:sp>
      <p:pic>
        <p:nvPicPr>
          <p:cNvPr id="56" name="Picture 17" descr="A blue and white rectangular sign with white text&#10;&#10;Description automatically generated">
            <a:extLst>
              <a:ext uri="{FF2B5EF4-FFF2-40B4-BE49-F238E27FC236}">
                <a16:creationId xmlns:a16="http://schemas.microsoft.com/office/drawing/2014/main" id="{ADD26F67-9BCE-A787-BAB2-268581EBF59A}"/>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142734" y="2156340"/>
            <a:ext cx="443102" cy="700720"/>
          </a:xfrm>
          <a:prstGeom prst="rect">
            <a:avLst/>
          </a:prstGeom>
        </p:spPr>
      </p:pic>
      <p:pic>
        <p:nvPicPr>
          <p:cNvPr id="58" name="Picture 17" descr="A blue and white rectangular sign with white text&#10;&#10;Description automatically generated">
            <a:extLst>
              <a:ext uri="{FF2B5EF4-FFF2-40B4-BE49-F238E27FC236}">
                <a16:creationId xmlns:a16="http://schemas.microsoft.com/office/drawing/2014/main" id="{FBFF40D8-E188-0F25-5F7A-B9D4837E53E0}"/>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128487" y="5296073"/>
            <a:ext cx="443102" cy="700720"/>
          </a:xfrm>
          <a:prstGeom prst="rect">
            <a:avLst/>
          </a:prstGeom>
        </p:spPr>
      </p:pic>
    </p:spTree>
    <p:extLst>
      <p:ext uri="{BB962C8B-B14F-4D97-AF65-F5344CB8AC3E}">
        <p14:creationId xmlns:p14="http://schemas.microsoft.com/office/powerpoint/2010/main" val="1388537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3000" fill="hold"/>
                                        <p:tgtEl>
                                          <p:spTgt spid="26"/>
                                        </p:tgtEl>
                                        <p:attrNameLst>
                                          <p:attrName>ppt_x</p:attrName>
                                        </p:attrNameLst>
                                      </p:cBhvr>
                                      <p:tavLst>
                                        <p:tav tm="0">
                                          <p:val>
                                            <p:strVal val="1+#ppt_w/2"/>
                                          </p:val>
                                        </p:tav>
                                        <p:tav tm="100000">
                                          <p:val>
                                            <p:strVal val="#ppt_x"/>
                                          </p:val>
                                        </p:tav>
                                      </p:tavLst>
                                    </p:anim>
                                    <p:anim calcmode="lin" valueType="num">
                                      <p:cBhvr additive="base">
                                        <p:cTn id="8" dur="3000" fill="hold"/>
                                        <p:tgtEl>
                                          <p:spTgt spid="26"/>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2000"/>
                                  </p:stCondLst>
                                  <p:childTnLst>
                                    <p:set>
                                      <p:cBhvr>
                                        <p:cTn id="10" dur="1" fill="hold">
                                          <p:stCondLst>
                                            <p:cond delay="0"/>
                                          </p:stCondLst>
                                        </p:cTn>
                                        <p:tgtEl>
                                          <p:spTgt spid="31"/>
                                        </p:tgtEl>
                                        <p:attrNameLst>
                                          <p:attrName>style.visibility</p:attrName>
                                        </p:attrNameLst>
                                      </p:cBhvr>
                                      <p:to>
                                        <p:strVal val="visible"/>
                                      </p:to>
                                    </p:set>
                                    <p:anim calcmode="lin" valueType="num">
                                      <p:cBhvr additive="base">
                                        <p:cTn id="11" dur="1500" fill="hold"/>
                                        <p:tgtEl>
                                          <p:spTgt spid="31"/>
                                        </p:tgtEl>
                                        <p:attrNameLst>
                                          <p:attrName>ppt_x</p:attrName>
                                        </p:attrNameLst>
                                      </p:cBhvr>
                                      <p:tavLst>
                                        <p:tav tm="0">
                                          <p:val>
                                            <p:strVal val="1+#ppt_w/2"/>
                                          </p:val>
                                        </p:tav>
                                        <p:tav tm="100000">
                                          <p:val>
                                            <p:strVal val="#ppt_x"/>
                                          </p:val>
                                        </p:tav>
                                      </p:tavLst>
                                    </p:anim>
                                    <p:anim calcmode="lin" valueType="num">
                                      <p:cBhvr additive="base">
                                        <p:cTn id="12" dur="1500" fill="hold"/>
                                        <p:tgtEl>
                                          <p:spTgt spid="31"/>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2500"/>
                                  </p:stCondLst>
                                  <p:childTnLst>
                                    <p:set>
                                      <p:cBhvr>
                                        <p:cTn id="14" dur="1" fill="hold">
                                          <p:stCondLst>
                                            <p:cond delay="0"/>
                                          </p:stCondLst>
                                        </p:cTn>
                                        <p:tgtEl>
                                          <p:spTgt spid="34"/>
                                        </p:tgtEl>
                                        <p:attrNameLst>
                                          <p:attrName>style.visibility</p:attrName>
                                        </p:attrNameLst>
                                      </p:cBhvr>
                                      <p:to>
                                        <p:strVal val="visible"/>
                                      </p:to>
                                    </p:set>
                                    <p:anim calcmode="lin" valueType="num">
                                      <p:cBhvr additive="base">
                                        <p:cTn id="15" dur="1500" fill="hold"/>
                                        <p:tgtEl>
                                          <p:spTgt spid="34"/>
                                        </p:tgtEl>
                                        <p:attrNameLst>
                                          <p:attrName>ppt_x</p:attrName>
                                        </p:attrNameLst>
                                      </p:cBhvr>
                                      <p:tavLst>
                                        <p:tav tm="0">
                                          <p:val>
                                            <p:strVal val="1+#ppt_w/2"/>
                                          </p:val>
                                        </p:tav>
                                        <p:tav tm="100000">
                                          <p:val>
                                            <p:strVal val="#ppt_x"/>
                                          </p:val>
                                        </p:tav>
                                      </p:tavLst>
                                    </p:anim>
                                    <p:anim calcmode="lin" valueType="num">
                                      <p:cBhvr additive="base">
                                        <p:cTn id="16" dur="1500" fill="hold"/>
                                        <p:tgtEl>
                                          <p:spTgt spid="34"/>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0"/>
                                  </p:stCondLst>
                                  <p:childTnLst>
                                    <p:set>
                                      <p:cBhvr>
                                        <p:cTn id="18" dur="1" fill="hold">
                                          <p:stCondLst>
                                            <p:cond delay="0"/>
                                          </p:stCondLst>
                                        </p:cTn>
                                        <p:tgtEl>
                                          <p:spTgt spid="37"/>
                                        </p:tgtEl>
                                        <p:attrNameLst>
                                          <p:attrName>style.visibility</p:attrName>
                                        </p:attrNameLst>
                                      </p:cBhvr>
                                      <p:to>
                                        <p:strVal val="visible"/>
                                      </p:to>
                                    </p:set>
                                    <p:anim calcmode="lin" valueType="num">
                                      <p:cBhvr additive="base">
                                        <p:cTn id="19" dur="3000" fill="hold"/>
                                        <p:tgtEl>
                                          <p:spTgt spid="37"/>
                                        </p:tgtEl>
                                        <p:attrNameLst>
                                          <p:attrName>ppt_x</p:attrName>
                                        </p:attrNameLst>
                                      </p:cBhvr>
                                      <p:tavLst>
                                        <p:tav tm="0">
                                          <p:val>
                                            <p:strVal val="1+#ppt_w/2"/>
                                          </p:val>
                                        </p:tav>
                                        <p:tav tm="100000">
                                          <p:val>
                                            <p:strVal val="#ppt_x"/>
                                          </p:val>
                                        </p:tav>
                                      </p:tavLst>
                                    </p:anim>
                                    <p:anim calcmode="lin" valueType="num">
                                      <p:cBhvr additive="base">
                                        <p:cTn id="20" dur="3000" fill="hold"/>
                                        <p:tgtEl>
                                          <p:spTgt spid="37"/>
                                        </p:tgtEl>
                                        <p:attrNameLst>
                                          <p:attrName>ppt_y</p:attrName>
                                        </p:attrNameLst>
                                      </p:cBhvr>
                                      <p:tavLst>
                                        <p:tav tm="0">
                                          <p:val>
                                            <p:strVal val="#ppt_y"/>
                                          </p:val>
                                        </p:tav>
                                        <p:tav tm="100000">
                                          <p:val>
                                            <p:strVal val="#ppt_y"/>
                                          </p:val>
                                        </p:tav>
                                      </p:tavLst>
                                    </p:anim>
                                  </p:childTnLst>
                                </p:cTn>
                              </p:par>
                              <p:par>
                                <p:cTn id="21" presetID="2" presetClass="entr" presetSubtype="2" fill="hold" nodeType="withEffect">
                                  <p:stCondLst>
                                    <p:cond delay="2000"/>
                                  </p:stCondLst>
                                  <p:childTnLst>
                                    <p:set>
                                      <p:cBhvr>
                                        <p:cTn id="22" dur="1" fill="hold">
                                          <p:stCondLst>
                                            <p:cond delay="0"/>
                                          </p:stCondLst>
                                        </p:cTn>
                                        <p:tgtEl>
                                          <p:spTgt spid="41"/>
                                        </p:tgtEl>
                                        <p:attrNameLst>
                                          <p:attrName>style.visibility</p:attrName>
                                        </p:attrNameLst>
                                      </p:cBhvr>
                                      <p:to>
                                        <p:strVal val="visible"/>
                                      </p:to>
                                    </p:set>
                                    <p:anim calcmode="lin" valueType="num">
                                      <p:cBhvr additive="base">
                                        <p:cTn id="23" dur="1500" fill="hold"/>
                                        <p:tgtEl>
                                          <p:spTgt spid="41"/>
                                        </p:tgtEl>
                                        <p:attrNameLst>
                                          <p:attrName>ppt_x</p:attrName>
                                        </p:attrNameLst>
                                      </p:cBhvr>
                                      <p:tavLst>
                                        <p:tav tm="0">
                                          <p:val>
                                            <p:strVal val="1+#ppt_w/2"/>
                                          </p:val>
                                        </p:tav>
                                        <p:tav tm="100000">
                                          <p:val>
                                            <p:strVal val="#ppt_x"/>
                                          </p:val>
                                        </p:tav>
                                      </p:tavLst>
                                    </p:anim>
                                    <p:anim calcmode="lin" valueType="num">
                                      <p:cBhvr additive="base">
                                        <p:cTn id="24" dur="1500" fill="hold"/>
                                        <p:tgtEl>
                                          <p:spTgt spid="41"/>
                                        </p:tgtEl>
                                        <p:attrNameLst>
                                          <p:attrName>ppt_y</p:attrName>
                                        </p:attrNameLst>
                                      </p:cBhvr>
                                      <p:tavLst>
                                        <p:tav tm="0">
                                          <p:val>
                                            <p:strVal val="#ppt_y"/>
                                          </p:val>
                                        </p:tav>
                                        <p:tav tm="100000">
                                          <p:val>
                                            <p:strVal val="#ppt_y"/>
                                          </p:val>
                                        </p:tav>
                                      </p:tavLst>
                                    </p:anim>
                                  </p:childTnLst>
                                </p:cTn>
                              </p:par>
                              <p:par>
                                <p:cTn id="25" presetID="2" presetClass="entr" presetSubtype="2" fill="hold" nodeType="withEffect">
                                  <p:stCondLst>
                                    <p:cond delay="2500"/>
                                  </p:stCondLst>
                                  <p:childTnLst>
                                    <p:set>
                                      <p:cBhvr>
                                        <p:cTn id="26" dur="1" fill="hold">
                                          <p:stCondLst>
                                            <p:cond delay="0"/>
                                          </p:stCondLst>
                                        </p:cTn>
                                        <p:tgtEl>
                                          <p:spTgt spid="44"/>
                                        </p:tgtEl>
                                        <p:attrNameLst>
                                          <p:attrName>style.visibility</p:attrName>
                                        </p:attrNameLst>
                                      </p:cBhvr>
                                      <p:to>
                                        <p:strVal val="visible"/>
                                      </p:to>
                                    </p:set>
                                    <p:anim calcmode="lin" valueType="num">
                                      <p:cBhvr additive="base">
                                        <p:cTn id="27" dur="1500" fill="hold"/>
                                        <p:tgtEl>
                                          <p:spTgt spid="44"/>
                                        </p:tgtEl>
                                        <p:attrNameLst>
                                          <p:attrName>ppt_x</p:attrName>
                                        </p:attrNameLst>
                                      </p:cBhvr>
                                      <p:tavLst>
                                        <p:tav tm="0">
                                          <p:val>
                                            <p:strVal val="1+#ppt_w/2"/>
                                          </p:val>
                                        </p:tav>
                                        <p:tav tm="100000">
                                          <p:val>
                                            <p:strVal val="#ppt_x"/>
                                          </p:val>
                                        </p:tav>
                                      </p:tavLst>
                                    </p:anim>
                                    <p:anim calcmode="lin" valueType="num">
                                      <p:cBhvr additive="base">
                                        <p:cTn id="28" dur="1500" fill="hold"/>
                                        <p:tgtEl>
                                          <p:spTgt spid="4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E6D4F-A181-77F4-6727-35B7BF579629}"/>
            </a:ext>
          </a:extLst>
        </p:cNvPr>
        <p:cNvGrpSpPr/>
        <p:nvPr/>
      </p:nvGrpSpPr>
      <p:grpSpPr>
        <a:xfrm>
          <a:off x="0" y="0"/>
          <a:ext cx="0" cy="0"/>
          <a:chOff x="0" y="0"/>
          <a:chExt cx="0" cy="0"/>
        </a:xfrm>
      </p:grpSpPr>
      <p:sp>
        <p:nvSpPr>
          <p:cNvPr id="2" name="footer-mask">
            <a:extLst>
              <a:ext uri="{FF2B5EF4-FFF2-40B4-BE49-F238E27FC236}">
                <a16:creationId xmlns:a16="http://schemas.microsoft.com/office/drawing/2014/main" id="{4CFE6D73-6704-72C1-AAD7-B57F10876C51}"/>
              </a:ext>
            </a:extLst>
          </p:cNvPr>
          <p:cNvSpPr/>
          <p:nvPr/>
        </p:nvSpPr>
        <p:spPr>
          <a:xfrm>
            <a:off x="0" y="5879592"/>
            <a:ext cx="12192000" cy="978408"/>
          </a:xfrm>
          <a:prstGeom prst="rect">
            <a:avLst/>
          </a:prstGeom>
          <a:solidFill>
            <a:srgbClr val="FFFF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hashtag">
            <a:extLst>
              <a:ext uri="{FF2B5EF4-FFF2-40B4-BE49-F238E27FC236}">
                <a16:creationId xmlns:a16="http://schemas.microsoft.com/office/drawing/2014/main" id="{2EE335A1-B8D8-81D7-74C5-B88437F4E90D}"/>
              </a:ext>
            </a:extLst>
          </p:cNvPr>
          <p:cNvSpPr/>
          <p:nvPr/>
        </p:nvSpPr>
        <p:spPr>
          <a:xfrm>
            <a:off x="8887968" y="5971032"/>
            <a:ext cx="2121408" cy="3840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292B45"/>
                </a:solidFill>
                <a:effectLst/>
                <a:latin typeface="Segoe UI" panose="020B0502040204020203" pitchFamily="34" charset="0"/>
              </a:rPr>
              <a:t>#BizzSummit2026</a:t>
            </a:r>
          </a:p>
          <a:p>
            <a:pPr algn="r">
              <a:buNone/>
            </a:pPr>
            <a:r>
              <a:rPr lang="en-US" sz="100">
                <a:effectLst/>
              </a:rPr>
              <a:t> </a:t>
            </a:r>
            <a:endParaRPr lang="en-US"/>
          </a:p>
        </p:txBody>
      </p:sp>
      <p:pic>
        <p:nvPicPr>
          <p:cNvPr id="24" name="bizzsummit-logo" descr="Logotipo oficial Bizz Summit, reutilizado de la plantilla">
            <a:extLst>
              <a:ext uri="{FF2B5EF4-FFF2-40B4-BE49-F238E27FC236}">
                <a16:creationId xmlns:a16="http://schemas.microsoft.com/office/drawing/2014/main" id="{E1D31991-7098-9DEB-94DF-0615ABB8F302}"/>
              </a:ext>
            </a:extLst>
          </p:cNvPr>
          <p:cNvPicPr>
            <a:picLocks noChangeAspect="1"/>
          </p:cNvPicPr>
          <p:nvPr/>
        </p:nvPicPr>
        <p:blipFill>
          <a:blip r:embed="rId3"/>
          <a:stretch>
            <a:fillRect/>
          </a:stretch>
        </p:blipFill>
        <p:spPr>
          <a:xfrm>
            <a:off x="694650" y="6000897"/>
            <a:ext cx="1536779" cy="317516"/>
          </a:xfrm>
          <a:prstGeom prst="rect">
            <a:avLst/>
          </a:prstGeom>
        </p:spPr>
      </p:pic>
      <p:sp>
        <p:nvSpPr>
          <p:cNvPr id="25" name="Freeform: Shape 24">
            <a:extLst>
              <a:ext uri="{FF2B5EF4-FFF2-40B4-BE49-F238E27FC236}">
                <a16:creationId xmlns:a16="http://schemas.microsoft.com/office/drawing/2014/main" id="{C38ADDD1-A548-BDAC-BD10-35399F292C2B}"/>
              </a:ext>
            </a:extLst>
          </p:cNvPr>
          <p:cNvSpPr/>
          <p:nvPr/>
        </p:nvSpPr>
        <p:spPr>
          <a:xfrm>
            <a:off x="11045952" y="5925312"/>
            <a:ext cx="667512" cy="457200"/>
          </a:xfrm>
          <a:custGeom>
            <a:avLst/>
            <a:gdLst>
              <a:gd name="connsiteX0" fmla="*/ 3209951 w 3467100"/>
              <a:gd name="connsiteY0" fmla="*/ 1102921 h 3152775"/>
              <a:gd name="connsiteX1" fmla="*/ 2526056 w 3467100"/>
              <a:gd name="connsiteY1" fmla="*/ 759068 h 3152775"/>
              <a:gd name="connsiteX2" fmla="*/ 2387943 w 3467100"/>
              <a:gd name="connsiteY2" fmla="*/ 725731 h 3152775"/>
              <a:gd name="connsiteX3" fmla="*/ 1954556 w 3467100"/>
              <a:gd name="connsiteY3" fmla="*/ 497131 h 3152775"/>
              <a:gd name="connsiteX4" fmla="*/ 1952651 w 3467100"/>
              <a:gd name="connsiteY4" fmla="*/ 495226 h 3152775"/>
              <a:gd name="connsiteX5" fmla="*/ 1560221 w 3467100"/>
              <a:gd name="connsiteY5" fmla="*/ 127561 h 3152775"/>
              <a:gd name="connsiteX6" fmla="*/ 829653 w 3467100"/>
              <a:gd name="connsiteY6" fmla="*/ 60886 h 3152775"/>
              <a:gd name="connsiteX7" fmla="*/ 398171 w 3467100"/>
              <a:gd name="connsiteY7" fmla="*/ 648578 h 3152775"/>
              <a:gd name="connsiteX8" fmla="*/ 479133 w 3467100"/>
              <a:gd name="connsiteY8" fmla="*/ 1555358 h 3152775"/>
              <a:gd name="connsiteX9" fmla="*/ 26 w 3467100"/>
              <a:gd name="connsiteY9" fmla="*/ 2563103 h 3152775"/>
              <a:gd name="connsiteX10" fmla="*/ 255296 w 3467100"/>
              <a:gd name="connsiteY10" fmla="*/ 3033639 h 3152775"/>
              <a:gd name="connsiteX11" fmla="*/ 787743 w 3467100"/>
              <a:gd name="connsiteY11" fmla="*/ 3151748 h 3152775"/>
              <a:gd name="connsiteX12" fmla="*/ 1568793 w 3467100"/>
              <a:gd name="connsiteY12" fmla="*/ 2828851 h 3152775"/>
              <a:gd name="connsiteX13" fmla="*/ 2439378 w 3467100"/>
              <a:gd name="connsiteY13" fmla="*/ 2565008 h 3152775"/>
              <a:gd name="connsiteX14" fmla="*/ 3042311 w 3467100"/>
              <a:gd name="connsiteY14" fmla="*/ 2438326 h 3152775"/>
              <a:gd name="connsiteX15" fmla="*/ 3469983 w 3467100"/>
              <a:gd name="connsiteY15" fmla="*/ 1817296 h 3152775"/>
              <a:gd name="connsiteX16" fmla="*/ 3209951 w 3467100"/>
              <a:gd name="connsiteY16" fmla="*/ 1102921 h 3152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67100" h="3152775">
                <a:moveTo>
                  <a:pt x="3209951" y="1102921"/>
                </a:moveTo>
                <a:cubicBezTo>
                  <a:pt x="3027071" y="920993"/>
                  <a:pt x="2776563" y="822886"/>
                  <a:pt x="2526056" y="759068"/>
                </a:cubicBezTo>
                <a:cubicBezTo>
                  <a:pt x="2480336" y="747638"/>
                  <a:pt x="2433663" y="736208"/>
                  <a:pt x="2387943" y="725731"/>
                </a:cubicBezTo>
                <a:cubicBezTo>
                  <a:pt x="2226018" y="689536"/>
                  <a:pt x="2075523" y="611431"/>
                  <a:pt x="1954556" y="497131"/>
                </a:cubicBezTo>
                <a:cubicBezTo>
                  <a:pt x="1953603" y="496178"/>
                  <a:pt x="1952651" y="496178"/>
                  <a:pt x="1952651" y="495226"/>
                </a:cubicBezTo>
                <a:cubicBezTo>
                  <a:pt x="1822158" y="371401"/>
                  <a:pt x="1709763" y="225668"/>
                  <a:pt x="1560221" y="127561"/>
                </a:cubicBezTo>
                <a:cubicBezTo>
                  <a:pt x="1347813" y="-12457"/>
                  <a:pt x="1063016" y="-41032"/>
                  <a:pt x="829653" y="60886"/>
                </a:cubicBezTo>
                <a:cubicBezTo>
                  <a:pt x="596291" y="162803"/>
                  <a:pt x="422936" y="394261"/>
                  <a:pt x="398171" y="648578"/>
                </a:cubicBezTo>
                <a:cubicBezTo>
                  <a:pt x="368643" y="952426"/>
                  <a:pt x="538188" y="1255321"/>
                  <a:pt x="479133" y="1555358"/>
                </a:cubicBezTo>
                <a:cubicBezTo>
                  <a:pt x="406743" y="1924928"/>
                  <a:pt x="3836" y="2186866"/>
                  <a:pt x="26" y="2563103"/>
                </a:cubicBezTo>
                <a:cubicBezTo>
                  <a:pt x="-1879" y="2748841"/>
                  <a:pt x="102896" y="2927911"/>
                  <a:pt x="255296" y="3033639"/>
                </a:cubicBezTo>
                <a:cubicBezTo>
                  <a:pt x="407696" y="3139366"/>
                  <a:pt x="602958" y="3175561"/>
                  <a:pt x="787743" y="3151748"/>
                </a:cubicBezTo>
                <a:cubicBezTo>
                  <a:pt x="1068731" y="3115553"/>
                  <a:pt x="1314476" y="2952676"/>
                  <a:pt x="1568793" y="2828851"/>
                </a:cubicBezTo>
                <a:cubicBezTo>
                  <a:pt x="1843113" y="2696453"/>
                  <a:pt x="2138388" y="2606918"/>
                  <a:pt x="2439378" y="2565008"/>
                </a:cubicBezTo>
                <a:cubicBezTo>
                  <a:pt x="2644166" y="2536433"/>
                  <a:pt x="2856573" y="2527861"/>
                  <a:pt x="3042311" y="2438326"/>
                </a:cubicBezTo>
                <a:cubicBezTo>
                  <a:pt x="3278531" y="2324026"/>
                  <a:pt x="3442361" y="2078281"/>
                  <a:pt x="3469983" y="1817296"/>
                </a:cubicBezTo>
                <a:cubicBezTo>
                  <a:pt x="3499511" y="1556311"/>
                  <a:pt x="3396641" y="1287706"/>
                  <a:pt x="3209951" y="1102921"/>
                </a:cubicBezTo>
                <a:close/>
              </a:path>
            </a:pathLst>
          </a:custGeom>
          <a:solidFill>
            <a:schemeClr val="accent2"/>
          </a:solidFill>
          <a:ln w="9525" cap="flat">
            <a:noFill/>
            <a:prstDash val="solid"/>
            <a:miter/>
          </a:ln>
        </p:spPr>
        <p:txBody>
          <a:bodyPr rtlCol="0" anchor="ctr"/>
          <a:lstStyle/>
          <a:p>
            <a:endParaRPr lang="en-GB"/>
          </a:p>
        </p:txBody>
      </p:sp>
      <p:pic>
        <p:nvPicPr>
          <p:cNvPr id="4" name="Picture 2">
            <a:extLst>
              <a:ext uri="{FF2B5EF4-FFF2-40B4-BE49-F238E27FC236}">
                <a16:creationId xmlns:a16="http://schemas.microsoft.com/office/drawing/2014/main" id="{5D247E67-E042-8671-31BA-1BAA17DF7D9C}"/>
              </a:ext>
            </a:extLst>
          </p:cNvPr>
          <p:cNvPicPr>
            <a:picLocks noChangeAspect="1"/>
          </p:cNvPicPr>
          <p:nvPr/>
        </p:nvPicPr>
        <p:blipFill>
          <a:blip r:embed="rId4"/>
          <a:stretch>
            <a:fillRect/>
          </a:stretch>
        </p:blipFill>
        <p:spPr>
          <a:xfrm>
            <a:off x="686064" y="746630"/>
            <a:ext cx="11625682" cy="4933995"/>
          </a:xfrm>
          <a:prstGeom prst="rect">
            <a:avLst/>
          </a:prstGeom>
          <a:effectLst>
            <a:glow rad="228600">
              <a:schemeClr val="accent1">
                <a:satMod val="175000"/>
                <a:alpha val="40000"/>
              </a:schemeClr>
            </a:glow>
          </a:effectLst>
        </p:spPr>
      </p:pic>
    </p:spTree>
    <p:extLst>
      <p:ext uri="{BB962C8B-B14F-4D97-AF65-F5344CB8AC3E}">
        <p14:creationId xmlns:p14="http://schemas.microsoft.com/office/powerpoint/2010/main" val="6791204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mask">
            <a:extLst>
              <a:ext uri="{FF2B5EF4-FFF2-40B4-BE49-F238E27FC236}">
                <a16:creationId xmlns:a16="http://schemas.microsoft.com/office/drawing/2014/main" id="{0ECEDCF3-E2E0-65DC-8042-AE9953AC6157}"/>
              </a:ext>
            </a:extLst>
          </p:cNvPr>
          <p:cNvSpPr/>
          <p:nvPr/>
        </p:nvSpPr>
        <p:spPr>
          <a:xfrm>
            <a:off x="0" y="5879592"/>
            <a:ext cx="12192000" cy="978408"/>
          </a:xfrm>
          <a:prstGeom prst="rect">
            <a:avLst/>
          </a:prstGeom>
          <a:solidFill>
            <a:srgbClr val="FFFF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hashtag">
            <a:extLst>
              <a:ext uri="{FF2B5EF4-FFF2-40B4-BE49-F238E27FC236}">
                <a16:creationId xmlns:a16="http://schemas.microsoft.com/office/drawing/2014/main" id="{E4317D58-5FE0-2A5B-0235-CFA2CF8DB27E}"/>
              </a:ext>
            </a:extLst>
          </p:cNvPr>
          <p:cNvSpPr/>
          <p:nvPr/>
        </p:nvSpPr>
        <p:spPr>
          <a:xfrm>
            <a:off x="8887968" y="5971032"/>
            <a:ext cx="2121408" cy="3840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292B45"/>
                </a:solidFill>
                <a:effectLst/>
                <a:latin typeface="Segoe UI" panose="020B0502040204020203" pitchFamily="34" charset="0"/>
              </a:rPr>
              <a:t>#BizzSummit2026</a:t>
            </a:r>
          </a:p>
          <a:p>
            <a:pPr algn="r">
              <a:buNone/>
            </a:pPr>
            <a:r>
              <a:rPr lang="en-US" sz="100">
                <a:effectLst/>
              </a:rPr>
              <a:t> </a:t>
            </a:r>
            <a:endParaRPr lang="en-US"/>
          </a:p>
        </p:txBody>
      </p:sp>
      <p:sp>
        <p:nvSpPr>
          <p:cNvPr id="6" name="eyebrow">
            <a:extLst>
              <a:ext uri="{FF2B5EF4-FFF2-40B4-BE49-F238E27FC236}">
                <a16:creationId xmlns:a16="http://schemas.microsoft.com/office/drawing/2014/main" id="{727913B5-8013-2364-2B0A-187AB4B0D933}"/>
              </a:ext>
            </a:extLst>
          </p:cNvPr>
          <p:cNvSpPr/>
          <p:nvPr/>
        </p:nvSpPr>
        <p:spPr>
          <a:xfrm>
            <a:off x="594360" y="448056"/>
            <a:ext cx="10899648" cy="32918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50" b="1">
                <a:solidFill>
                  <a:srgbClr val="292B45"/>
                </a:solidFill>
                <a:effectLst/>
                <a:latin typeface="Segoe UI" panose="020B0502040204020203" pitchFamily="34" charset="0"/>
              </a:rPr>
              <a:t>01 · POR QUÉ EXTENDER COWORK</a:t>
            </a:r>
          </a:p>
          <a:p>
            <a:pPr algn="l">
              <a:buNone/>
            </a:pPr>
            <a:r>
              <a:rPr lang="en-US" sz="100">
                <a:effectLst/>
              </a:rPr>
              <a:t> </a:t>
            </a:r>
            <a:endParaRPr lang="en-US"/>
          </a:p>
        </p:txBody>
      </p:sp>
      <p:sp>
        <p:nvSpPr>
          <p:cNvPr id="7" name="title">
            <a:extLst>
              <a:ext uri="{FF2B5EF4-FFF2-40B4-BE49-F238E27FC236}">
                <a16:creationId xmlns:a16="http://schemas.microsoft.com/office/drawing/2014/main" id="{6EB3C48E-B6AC-342F-CADA-52D15C59A7BC}"/>
              </a:ext>
            </a:extLst>
          </p:cNvPr>
          <p:cNvSpPr/>
          <p:nvPr/>
        </p:nvSpPr>
        <p:spPr>
          <a:xfrm>
            <a:off x="594360" y="758952"/>
            <a:ext cx="10899648"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000" b="1">
                <a:solidFill>
                  <a:srgbClr val="292B45"/>
                </a:solidFill>
                <a:effectLst/>
                <a:latin typeface="Segoe UI" panose="020B0502040204020203" pitchFamily="34" charset="0"/>
              </a:rPr>
              <a:t>Copilot conoce el contexto;</a:t>
            </a:r>
          </a:p>
          <a:p>
            <a:pPr algn="l">
              <a:buNone/>
            </a:pPr>
            <a:r>
              <a:rPr lang="en-US" sz="3000" b="1">
                <a:solidFill>
                  <a:srgbClr val="292B45"/>
                </a:solidFill>
                <a:effectLst/>
                <a:latin typeface="Segoe UI" panose="020B0502040204020203" pitchFamily="34" charset="0"/>
              </a:rPr>
              <a:t>las herramientas ejecutan el trabajo</a:t>
            </a:r>
            <a:endParaRPr lang="en-US"/>
          </a:p>
        </p:txBody>
      </p:sp>
      <p:sp>
        <p:nvSpPr>
          <p:cNvPr id="8" name="Rectangle 7">
            <a:extLst>
              <a:ext uri="{FF2B5EF4-FFF2-40B4-BE49-F238E27FC236}">
                <a16:creationId xmlns:a16="http://schemas.microsoft.com/office/drawing/2014/main" id="{B51250A5-ECC0-2F17-E270-83E14C5CFA46}"/>
              </a:ext>
            </a:extLst>
          </p:cNvPr>
          <p:cNvSpPr/>
          <p:nvPr/>
        </p:nvSpPr>
        <p:spPr>
          <a:xfrm>
            <a:off x="594360" y="2039112"/>
            <a:ext cx="5230368" cy="2779776"/>
          </a:xfrm>
          <a:prstGeom prst="rect">
            <a:avLst/>
          </a:prstGeom>
          <a:solidFill>
            <a:srgbClr val="F2F3F7"/>
          </a:solidFill>
          <a:ln>
            <a:solidFill>
              <a:srgbClr val="FFFFFF">
                <a:alpha val="0"/>
              </a:srgbClr>
            </a:solidFill>
          </a:ln>
          <a:effectLst>
            <a:outerShdw blurRad="101600" dist="25400" dir="5400000" algn="ctr" rotWithShape="0">
              <a:srgbClr val="292B45">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8635A59-F262-721C-C72A-E66F77EC6479}"/>
              </a:ext>
            </a:extLst>
          </p:cNvPr>
          <p:cNvSpPr/>
          <p:nvPr/>
        </p:nvSpPr>
        <p:spPr>
          <a:xfrm>
            <a:off x="6144768" y="2039112"/>
            <a:ext cx="5440680" cy="2779776"/>
          </a:xfrm>
          <a:prstGeom prst="rect">
            <a:avLst/>
          </a:prstGeom>
          <a:solidFill>
            <a:srgbClr val="E8F7F6"/>
          </a:solidFill>
          <a:ln w="12700">
            <a:solidFill>
              <a:srgbClr val="119F9A"/>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337DB2F-429E-3ED7-A973-2ADD64512A0E}"/>
              </a:ext>
            </a:extLst>
          </p:cNvPr>
          <p:cNvSpPr/>
          <p:nvPr/>
        </p:nvSpPr>
        <p:spPr>
          <a:xfrm>
            <a:off x="822960" y="2212848"/>
            <a:ext cx="4718304"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b="1">
                <a:solidFill>
                  <a:srgbClr val="292B45"/>
                </a:solidFill>
                <a:effectLst/>
                <a:latin typeface="Segoe UI" panose="020B0502040204020203" pitchFamily="34" charset="0"/>
              </a:rPr>
              <a:t>Antes: varias aplicaciones</a:t>
            </a:r>
            <a:endParaRPr lang="en-US"/>
          </a:p>
        </p:txBody>
      </p:sp>
      <p:sp>
        <p:nvSpPr>
          <p:cNvPr id="11" name="Rectangle 10">
            <a:extLst>
              <a:ext uri="{FF2B5EF4-FFF2-40B4-BE49-F238E27FC236}">
                <a16:creationId xmlns:a16="http://schemas.microsoft.com/office/drawing/2014/main" id="{492EDC3E-80C2-FEA5-FAB4-BB7C86BB790B}"/>
              </a:ext>
            </a:extLst>
          </p:cNvPr>
          <p:cNvSpPr/>
          <p:nvPr/>
        </p:nvSpPr>
        <p:spPr>
          <a:xfrm>
            <a:off x="6373368" y="2212848"/>
            <a:ext cx="4928616"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b="1">
                <a:solidFill>
                  <a:srgbClr val="292B45"/>
                </a:solidFill>
                <a:effectLst/>
                <a:latin typeface="Segoe UI" panose="020B0502040204020203" pitchFamily="34" charset="0"/>
              </a:rPr>
              <a:t>Con Cowork: una intención</a:t>
            </a:r>
            <a:endParaRPr lang="en-US"/>
          </a:p>
        </p:txBody>
      </p:sp>
      <p:sp>
        <p:nvSpPr>
          <p:cNvPr id="15" name="Arrow: Right 14">
            <a:extLst>
              <a:ext uri="{FF2B5EF4-FFF2-40B4-BE49-F238E27FC236}">
                <a16:creationId xmlns:a16="http://schemas.microsoft.com/office/drawing/2014/main" id="{A666F867-65E7-7052-6DEA-0AE16E946B5B}"/>
              </a:ext>
            </a:extLst>
          </p:cNvPr>
          <p:cNvSpPr/>
          <p:nvPr/>
        </p:nvSpPr>
        <p:spPr>
          <a:xfrm>
            <a:off x="2423160" y="3291840"/>
            <a:ext cx="502920" cy="246888"/>
          </a:xfrm>
          <a:prstGeom prst="rightArrow">
            <a:avLst/>
          </a:prstGeom>
          <a:solidFill>
            <a:srgbClr val="119F9A"/>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Right 18">
            <a:extLst>
              <a:ext uri="{FF2B5EF4-FFF2-40B4-BE49-F238E27FC236}">
                <a16:creationId xmlns:a16="http://schemas.microsoft.com/office/drawing/2014/main" id="{79DA10DA-E3D5-9E45-BF71-5DAC7ED1A5B1}"/>
              </a:ext>
            </a:extLst>
          </p:cNvPr>
          <p:cNvSpPr/>
          <p:nvPr/>
        </p:nvSpPr>
        <p:spPr>
          <a:xfrm>
            <a:off x="8558784" y="3291840"/>
            <a:ext cx="420624" cy="265176"/>
          </a:xfrm>
          <a:prstGeom prst="rightArrow">
            <a:avLst/>
          </a:prstGeom>
          <a:solidFill>
            <a:srgbClr val="119F9A"/>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33CDBFC-D002-0947-7398-DB14A995AA96}"/>
              </a:ext>
            </a:extLst>
          </p:cNvPr>
          <p:cNvSpPr/>
          <p:nvPr/>
        </p:nvSpPr>
        <p:spPr>
          <a:xfrm>
            <a:off x="6400800" y="4261104"/>
            <a:ext cx="4800600" cy="5169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700">
                <a:solidFill>
                  <a:srgbClr val="292B45"/>
                </a:solidFill>
                <a:effectLst/>
                <a:latin typeface="Segoe UI" panose="020B0502040204020203" pitchFamily="34" charset="0"/>
              </a:rPr>
              <a:t>Identidad, permisos y gobierno existentes.</a:t>
            </a:r>
          </a:p>
          <a:p>
            <a:pPr algn="l">
              <a:buNone/>
            </a:pPr>
            <a:r>
              <a:rPr lang="en-US" sz="100">
                <a:effectLst/>
              </a:rPr>
              <a:t> </a:t>
            </a:r>
            <a:endParaRPr lang="en-US"/>
          </a:p>
        </p:txBody>
      </p:sp>
      <p:sp>
        <p:nvSpPr>
          <p:cNvPr id="21" name="Rectangle 20">
            <a:extLst>
              <a:ext uri="{FF2B5EF4-FFF2-40B4-BE49-F238E27FC236}">
                <a16:creationId xmlns:a16="http://schemas.microsoft.com/office/drawing/2014/main" id="{EF196E7C-2814-4819-77FF-DF3165676833}"/>
              </a:ext>
            </a:extLst>
          </p:cNvPr>
          <p:cNvSpPr/>
          <p:nvPr/>
        </p:nvSpPr>
        <p:spPr>
          <a:xfrm>
            <a:off x="594360" y="5084064"/>
            <a:ext cx="10991088" cy="576072"/>
          </a:xfrm>
          <a:prstGeom prst="rect">
            <a:avLst/>
          </a:prstGeom>
          <a:solidFill>
            <a:srgbClr val="FFDA37"/>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900" b="1">
                <a:solidFill>
                  <a:srgbClr val="292B45"/>
                </a:solidFill>
                <a:effectLst/>
                <a:latin typeface="Segoe UI" panose="020B0502040204020203" pitchFamily="34" charset="0"/>
              </a:rPr>
              <a:t>Las respuestas generativas no sustituyen datos ni reglas de negocio.</a:t>
            </a:r>
          </a:p>
          <a:p>
            <a:pPr algn="ctr">
              <a:buNone/>
            </a:pPr>
            <a:r>
              <a:rPr lang="en-US" sz="100">
                <a:effectLst/>
              </a:rPr>
              <a:t> </a:t>
            </a:r>
            <a:endParaRPr lang="en-US"/>
          </a:p>
        </p:txBody>
      </p:sp>
      <p:pic>
        <p:nvPicPr>
          <p:cNvPr id="22" name="bizzsummit-logo" descr="Logotipo oficial Bizz Summit, reutilizado de la plantilla">
            <a:extLst>
              <a:ext uri="{FF2B5EF4-FFF2-40B4-BE49-F238E27FC236}">
                <a16:creationId xmlns:a16="http://schemas.microsoft.com/office/drawing/2014/main" id="{FFCE9F6B-B81E-0567-BAE2-18741BA50554}"/>
              </a:ext>
            </a:extLst>
          </p:cNvPr>
          <p:cNvPicPr>
            <a:picLocks noChangeAspect="1"/>
          </p:cNvPicPr>
          <p:nvPr/>
        </p:nvPicPr>
        <p:blipFill>
          <a:blip r:embed="rId3"/>
          <a:stretch>
            <a:fillRect/>
          </a:stretch>
        </p:blipFill>
        <p:spPr>
          <a:xfrm>
            <a:off x="694650" y="6000897"/>
            <a:ext cx="1536779" cy="317516"/>
          </a:xfrm>
          <a:prstGeom prst="rect">
            <a:avLst/>
          </a:prstGeom>
        </p:spPr>
      </p:pic>
      <p:sp>
        <p:nvSpPr>
          <p:cNvPr id="23" name="Freeform: Shape 22">
            <a:extLst>
              <a:ext uri="{FF2B5EF4-FFF2-40B4-BE49-F238E27FC236}">
                <a16:creationId xmlns:a16="http://schemas.microsoft.com/office/drawing/2014/main" id="{3D1B7592-77EA-7E75-A947-821CEB7D02AD}"/>
              </a:ext>
            </a:extLst>
          </p:cNvPr>
          <p:cNvSpPr/>
          <p:nvPr/>
        </p:nvSpPr>
        <p:spPr>
          <a:xfrm>
            <a:off x="11045952" y="5925312"/>
            <a:ext cx="667512" cy="457200"/>
          </a:xfrm>
          <a:custGeom>
            <a:avLst/>
            <a:gdLst>
              <a:gd name="connsiteX0" fmla="*/ 3209951 w 3467100"/>
              <a:gd name="connsiteY0" fmla="*/ 1102921 h 3152775"/>
              <a:gd name="connsiteX1" fmla="*/ 2526056 w 3467100"/>
              <a:gd name="connsiteY1" fmla="*/ 759068 h 3152775"/>
              <a:gd name="connsiteX2" fmla="*/ 2387943 w 3467100"/>
              <a:gd name="connsiteY2" fmla="*/ 725731 h 3152775"/>
              <a:gd name="connsiteX3" fmla="*/ 1954556 w 3467100"/>
              <a:gd name="connsiteY3" fmla="*/ 497131 h 3152775"/>
              <a:gd name="connsiteX4" fmla="*/ 1952651 w 3467100"/>
              <a:gd name="connsiteY4" fmla="*/ 495226 h 3152775"/>
              <a:gd name="connsiteX5" fmla="*/ 1560221 w 3467100"/>
              <a:gd name="connsiteY5" fmla="*/ 127561 h 3152775"/>
              <a:gd name="connsiteX6" fmla="*/ 829653 w 3467100"/>
              <a:gd name="connsiteY6" fmla="*/ 60886 h 3152775"/>
              <a:gd name="connsiteX7" fmla="*/ 398171 w 3467100"/>
              <a:gd name="connsiteY7" fmla="*/ 648578 h 3152775"/>
              <a:gd name="connsiteX8" fmla="*/ 479133 w 3467100"/>
              <a:gd name="connsiteY8" fmla="*/ 1555358 h 3152775"/>
              <a:gd name="connsiteX9" fmla="*/ 26 w 3467100"/>
              <a:gd name="connsiteY9" fmla="*/ 2563103 h 3152775"/>
              <a:gd name="connsiteX10" fmla="*/ 255296 w 3467100"/>
              <a:gd name="connsiteY10" fmla="*/ 3033639 h 3152775"/>
              <a:gd name="connsiteX11" fmla="*/ 787743 w 3467100"/>
              <a:gd name="connsiteY11" fmla="*/ 3151748 h 3152775"/>
              <a:gd name="connsiteX12" fmla="*/ 1568793 w 3467100"/>
              <a:gd name="connsiteY12" fmla="*/ 2828851 h 3152775"/>
              <a:gd name="connsiteX13" fmla="*/ 2439378 w 3467100"/>
              <a:gd name="connsiteY13" fmla="*/ 2565008 h 3152775"/>
              <a:gd name="connsiteX14" fmla="*/ 3042311 w 3467100"/>
              <a:gd name="connsiteY14" fmla="*/ 2438326 h 3152775"/>
              <a:gd name="connsiteX15" fmla="*/ 3469983 w 3467100"/>
              <a:gd name="connsiteY15" fmla="*/ 1817296 h 3152775"/>
              <a:gd name="connsiteX16" fmla="*/ 3209951 w 3467100"/>
              <a:gd name="connsiteY16" fmla="*/ 1102921 h 3152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67100" h="3152775">
                <a:moveTo>
                  <a:pt x="3209951" y="1102921"/>
                </a:moveTo>
                <a:cubicBezTo>
                  <a:pt x="3027071" y="920993"/>
                  <a:pt x="2776563" y="822886"/>
                  <a:pt x="2526056" y="759068"/>
                </a:cubicBezTo>
                <a:cubicBezTo>
                  <a:pt x="2480336" y="747638"/>
                  <a:pt x="2433663" y="736208"/>
                  <a:pt x="2387943" y="725731"/>
                </a:cubicBezTo>
                <a:cubicBezTo>
                  <a:pt x="2226018" y="689536"/>
                  <a:pt x="2075523" y="611431"/>
                  <a:pt x="1954556" y="497131"/>
                </a:cubicBezTo>
                <a:cubicBezTo>
                  <a:pt x="1953603" y="496178"/>
                  <a:pt x="1952651" y="496178"/>
                  <a:pt x="1952651" y="495226"/>
                </a:cubicBezTo>
                <a:cubicBezTo>
                  <a:pt x="1822158" y="371401"/>
                  <a:pt x="1709763" y="225668"/>
                  <a:pt x="1560221" y="127561"/>
                </a:cubicBezTo>
                <a:cubicBezTo>
                  <a:pt x="1347813" y="-12457"/>
                  <a:pt x="1063016" y="-41032"/>
                  <a:pt x="829653" y="60886"/>
                </a:cubicBezTo>
                <a:cubicBezTo>
                  <a:pt x="596291" y="162803"/>
                  <a:pt x="422936" y="394261"/>
                  <a:pt x="398171" y="648578"/>
                </a:cubicBezTo>
                <a:cubicBezTo>
                  <a:pt x="368643" y="952426"/>
                  <a:pt x="538188" y="1255321"/>
                  <a:pt x="479133" y="1555358"/>
                </a:cubicBezTo>
                <a:cubicBezTo>
                  <a:pt x="406743" y="1924928"/>
                  <a:pt x="3836" y="2186866"/>
                  <a:pt x="26" y="2563103"/>
                </a:cubicBezTo>
                <a:cubicBezTo>
                  <a:pt x="-1879" y="2748841"/>
                  <a:pt x="102896" y="2927911"/>
                  <a:pt x="255296" y="3033639"/>
                </a:cubicBezTo>
                <a:cubicBezTo>
                  <a:pt x="407696" y="3139366"/>
                  <a:pt x="602958" y="3175561"/>
                  <a:pt x="787743" y="3151748"/>
                </a:cubicBezTo>
                <a:cubicBezTo>
                  <a:pt x="1068731" y="3115553"/>
                  <a:pt x="1314476" y="2952676"/>
                  <a:pt x="1568793" y="2828851"/>
                </a:cubicBezTo>
                <a:cubicBezTo>
                  <a:pt x="1843113" y="2696453"/>
                  <a:pt x="2138388" y="2606918"/>
                  <a:pt x="2439378" y="2565008"/>
                </a:cubicBezTo>
                <a:cubicBezTo>
                  <a:pt x="2644166" y="2536433"/>
                  <a:pt x="2856573" y="2527861"/>
                  <a:pt x="3042311" y="2438326"/>
                </a:cubicBezTo>
                <a:cubicBezTo>
                  <a:pt x="3278531" y="2324026"/>
                  <a:pt x="3442361" y="2078281"/>
                  <a:pt x="3469983" y="1817296"/>
                </a:cubicBezTo>
                <a:cubicBezTo>
                  <a:pt x="3499511" y="1556311"/>
                  <a:pt x="3396641" y="1287706"/>
                  <a:pt x="3209951" y="1102921"/>
                </a:cubicBezTo>
                <a:close/>
              </a:path>
            </a:pathLst>
          </a:custGeom>
          <a:solidFill>
            <a:schemeClr val="accent2"/>
          </a:solidFill>
          <a:ln w="9525" cap="flat">
            <a:noFill/>
            <a:prstDash val="solid"/>
            <a:miter/>
          </a:ln>
        </p:spPr>
        <p:txBody>
          <a:bodyPr rtlCol="0" anchor="ctr"/>
          <a:lstStyle/>
          <a:p>
            <a:endParaRPr lang="en-GB"/>
          </a:p>
        </p:txBody>
      </p:sp>
      <p:sp>
        <p:nvSpPr>
          <p:cNvPr id="4555" name="Rectangle 4554">
            <a:extLst>
              <a:ext uri="{FF2B5EF4-FFF2-40B4-BE49-F238E27FC236}">
                <a16:creationId xmlns:a16="http://schemas.microsoft.com/office/drawing/2014/main" id="{770C6F01-7C9A-E154-B739-44E2633A008B}"/>
              </a:ext>
            </a:extLst>
          </p:cNvPr>
          <p:cNvSpPr/>
          <p:nvPr/>
        </p:nvSpPr>
        <p:spPr>
          <a:xfrm>
            <a:off x="850392" y="2971800"/>
            <a:ext cx="1444752" cy="914400"/>
          </a:xfrm>
          <a:prstGeom prst="rect">
            <a:avLst/>
          </a:prstGeom>
          <a:solidFill>
            <a:srgbClr val="FFFF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292B45"/>
                </a:solidFill>
                <a:effectLst/>
                <a:latin typeface="Segoe UI" panose="020B0502040204020203" pitchFamily="34" charset="0"/>
              </a:rPr>
              <a:t>Usuario</a:t>
            </a:r>
          </a:p>
          <a:p>
            <a:pPr algn="ctr">
              <a:buNone/>
            </a:pPr>
            <a:r>
              <a:rPr lang="en-US" sz="1500">
                <a:solidFill>
                  <a:srgbClr val="292B45"/>
                </a:solidFill>
                <a:effectLst/>
                <a:latin typeface="Segoe UI" panose="020B0502040204020203" pitchFamily="34" charset="0"/>
              </a:rPr>
              <a:t>Busca</a:t>
            </a:r>
            <a:endParaRPr lang="en-US"/>
          </a:p>
        </p:txBody>
      </p:sp>
      <p:sp>
        <p:nvSpPr>
          <p:cNvPr id="4558" name="Rectangle 4557">
            <a:extLst>
              <a:ext uri="{FF2B5EF4-FFF2-40B4-BE49-F238E27FC236}">
                <a16:creationId xmlns:a16="http://schemas.microsoft.com/office/drawing/2014/main" id="{E90F9BE1-A54C-F221-CE6E-4E1DF86C306A}"/>
              </a:ext>
            </a:extLst>
          </p:cNvPr>
          <p:cNvSpPr/>
          <p:nvPr/>
        </p:nvSpPr>
        <p:spPr>
          <a:xfrm>
            <a:off x="6391656" y="2971800"/>
            <a:ext cx="2029968" cy="914400"/>
          </a:xfrm>
          <a:prstGeom prst="rect">
            <a:avLst/>
          </a:prstGeom>
          <a:solidFill>
            <a:srgbClr val="4BE7D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292B45"/>
                </a:solidFill>
                <a:effectLst/>
                <a:latin typeface="Segoe UI" panose="020B0502040204020203" pitchFamily="34" charset="0"/>
              </a:rPr>
              <a:t>Cowork</a:t>
            </a:r>
          </a:p>
          <a:p>
            <a:pPr algn="ctr">
              <a:buNone/>
            </a:pPr>
            <a:r>
              <a:rPr lang="en-US" sz="1500">
                <a:solidFill>
                  <a:srgbClr val="292B45"/>
                </a:solidFill>
                <a:effectLst/>
                <a:latin typeface="Segoe UI" panose="020B0502040204020203" pitchFamily="34" charset="0"/>
              </a:rPr>
              <a:t>Orienta</a:t>
            </a:r>
            <a:endParaRPr lang="en-US"/>
          </a:p>
        </p:txBody>
      </p:sp>
      <p:sp>
        <p:nvSpPr>
          <p:cNvPr id="4562" name="Rectangle 4561">
            <a:extLst>
              <a:ext uri="{FF2B5EF4-FFF2-40B4-BE49-F238E27FC236}">
                <a16:creationId xmlns:a16="http://schemas.microsoft.com/office/drawing/2014/main" id="{9D5914CC-71F3-1DC3-FBEE-5B15E39B4993}"/>
              </a:ext>
            </a:extLst>
          </p:cNvPr>
          <p:cNvSpPr/>
          <p:nvPr/>
        </p:nvSpPr>
        <p:spPr>
          <a:xfrm>
            <a:off x="9144000" y="2971800"/>
            <a:ext cx="2148840" cy="914400"/>
          </a:xfrm>
          <a:prstGeom prst="rect">
            <a:avLst/>
          </a:prstGeom>
          <a:solidFill>
            <a:srgbClr val="FFFF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292B45"/>
                </a:solidFill>
                <a:effectLst/>
                <a:latin typeface="Segoe UI" panose="020B0502040204020203" pitchFamily="34" charset="0"/>
              </a:rPr>
              <a:t>Herramientas</a:t>
            </a:r>
          </a:p>
          <a:p>
            <a:pPr algn="ctr">
              <a:buNone/>
            </a:pPr>
            <a:r>
              <a:rPr lang="en-US" sz="1500">
                <a:solidFill>
                  <a:srgbClr val="292B45"/>
                </a:solidFill>
                <a:effectLst/>
                <a:latin typeface="Segoe UI" panose="020B0502040204020203" pitchFamily="34" charset="0"/>
              </a:rPr>
              <a:t>Ejecutan</a:t>
            </a:r>
            <a:endParaRPr lang="en-US"/>
          </a:p>
        </p:txBody>
      </p:sp>
      <p:sp>
        <p:nvSpPr>
          <p:cNvPr id="4806" name="Rectangle 4805">
            <a:extLst>
              <a:ext uri="{FF2B5EF4-FFF2-40B4-BE49-F238E27FC236}">
                <a16:creationId xmlns:a16="http://schemas.microsoft.com/office/drawing/2014/main" id="{06CE9E5E-4D53-4CAF-D2C6-A0E9097CA00C}"/>
              </a:ext>
            </a:extLst>
          </p:cNvPr>
          <p:cNvSpPr/>
          <p:nvPr/>
        </p:nvSpPr>
        <p:spPr>
          <a:xfrm>
            <a:off x="3118104" y="2971800"/>
            <a:ext cx="2395728" cy="914400"/>
          </a:xfrm>
          <a:prstGeom prst="rect">
            <a:avLst/>
          </a:prstGeom>
          <a:solidFill>
            <a:srgbClr val="FFFF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292B45"/>
                </a:solidFill>
                <a:effectLst/>
                <a:latin typeface="Segoe UI" panose="020B0502040204020203" pitchFamily="34" charset="0"/>
              </a:rPr>
              <a:t>Aplicaciones</a:t>
            </a:r>
          </a:p>
          <a:p>
            <a:pPr algn="ctr">
              <a:buNone/>
            </a:pPr>
            <a:r>
              <a:rPr lang="en-US" sz="1500">
                <a:solidFill>
                  <a:srgbClr val="292B45"/>
                </a:solidFill>
                <a:effectLst/>
                <a:latin typeface="Segoe UI" panose="020B0502040204020203" pitchFamily="34" charset="0"/>
              </a:rPr>
              <a:t>Datos y reglas</a:t>
            </a:r>
            <a:endParaRPr lang="en-US"/>
          </a:p>
        </p:txBody>
      </p:sp>
      <p:pic>
        <p:nvPicPr>
          <p:cNvPr id="13" name="Imagen 12">
            <a:extLst>
              <a:ext uri="{FF2B5EF4-FFF2-40B4-BE49-F238E27FC236}">
                <a16:creationId xmlns:a16="http://schemas.microsoft.com/office/drawing/2014/main" id="{79859BCD-24F9-311C-7777-6800035BA75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87439" y="10731"/>
            <a:ext cx="2441417" cy="2014665"/>
          </a:xfrm>
          <a:prstGeom prst="rect">
            <a:avLst/>
          </a:prstGeom>
        </p:spPr>
      </p:pic>
    </p:spTree>
    <p:extLst>
      <p:ext uri="{BB962C8B-B14F-4D97-AF65-F5344CB8AC3E}">
        <p14:creationId xmlns:p14="http://schemas.microsoft.com/office/powerpoint/2010/main" val="20534026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mask">
            <a:extLst>
              <a:ext uri="{FF2B5EF4-FFF2-40B4-BE49-F238E27FC236}">
                <a16:creationId xmlns:a16="http://schemas.microsoft.com/office/drawing/2014/main" id="{442B5D0C-17FD-9AE5-B6B2-96AB6286CFCB}"/>
              </a:ext>
            </a:extLst>
          </p:cNvPr>
          <p:cNvSpPr/>
          <p:nvPr/>
        </p:nvSpPr>
        <p:spPr>
          <a:xfrm>
            <a:off x="0" y="5879592"/>
            <a:ext cx="12192000" cy="978408"/>
          </a:xfrm>
          <a:prstGeom prst="rect">
            <a:avLst/>
          </a:prstGeom>
          <a:solidFill>
            <a:srgbClr val="FFFF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hashtag">
            <a:extLst>
              <a:ext uri="{FF2B5EF4-FFF2-40B4-BE49-F238E27FC236}">
                <a16:creationId xmlns:a16="http://schemas.microsoft.com/office/drawing/2014/main" id="{FC8B8A4A-2365-4FE0-76A1-8F41F3259E0B}"/>
              </a:ext>
            </a:extLst>
          </p:cNvPr>
          <p:cNvSpPr/>
          <p:nvPr/>
        </p:nvSpPr>
        <p:spPr>
          <a:xfrm>
            <a:off x="8887968" y="5971032"/>
            <a:ext cx="2121408" cy="3840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292B45"/>
                </a:solidFill>
                <a:effectLst/>
                <a:latin typeface="Segoe UI" panose="020B0502040204020203" pitchFamily="34" charset="0"/>
              </a:rPr>
              <a:t>#BizzSummit2026</a:t>
            </a:r>
          </a:p>
          <a:p>
            <a:pPr algn="r">
              <a:buNone/>
            </a:pPr>
            <a:r>
              <a:rPr lang="en-US" sz="100">
                <a:effectLst/>
              </a:rPr>
              <a:t> </a:t>
            </a:r>
            <a:endParaRPr lang="en-US"/>
          </a:p>
        </p:txBody>
      </p:sp>
      <p:sp>
        <p:nvSpPr>
          <p:cNvPr id="6" name="eyebrow">
            <a:extLst>
              <a:ext uri="{FF2B5EF4-FFF2-40B4-BE49-F238E27FC236}">
                <a16:creationId xmlns:a16="http://schemas.microsoft.com/office/drawing/2014/main" id="{B014CC41-66C4-2499-9650-C4A0AEB75C4D}"/>
              </a:ext>
            </a:extLst>
          </p:cNvPr>
          <p:cNvSpPr/>
          <p:nvPr/>
        </p:nvSpPr>
        <p:spPr>
          <a:xfrm>
            <a:off x="594360" y="448056"/>
            <a:ext cx="10899648" cy="32918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50" b="1">
                <a:solidFill>
                  <a:srgbClr val="292B45"/>
                </a:solidFill>
                <a:effectLst/>
                <a:latin typeface="Segoe UI" panose="020B0502040204020203" pitchFamily="34" charset="0"/>
              </a:rPr>
              <a:t>02 · QUÉ CONSTRUIMOS</a:t>
            </a:r>
          </a:p>
          <a:p>
            <a:pPr algn="l">
              <a:buNone/>
            </a:pPr>
            <a:r>
              <a:rPr lang="en-US" sz="100">
                <a:effectLst/>
              </a:rPr>
              <a:t> </a:t>
            </a:r>
            <a:endParaRPr lang="en-US"/>
          </a:p>
        </p:txBody>
      </p:sp>
      <p:sp>
        <p:nvSpPr>
          <p:cNvPr id="7" name="title">
            <a:extLst>
              <a:ext uri="{FF2B5EF4-FFF2-40B4-BE49-F238E27FC236}">
                <a16:creationId xmlns:a16="http://schemas.microsoft.com/office/drawing/2014/main" id="{44D63226-9143-9742-ED4A-52ECD944A593}"/>
              </a:ext>
            </a:extLst>
          </p:cNvPr>
          <p:cNvSpPr/>
          <p:nvPr/>
        </p:nvSpPr>
        <p:spPr>
          <a:xfrm>
            <a:off x="594360" y="758952"/>
            <a:ext cx="10899648"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000" b="1">
                <a:solidFill>
                  <a:srgbClr val="292B45"/>
                </a:solidFill>
                <a:effectLst/>
                <a:latin typeface="Segoe UI" panose="020B0502040204020203" pitchFamily="34" charset="0"/>
              </a:rPr>
              <a:t>Un plugin es skill + conector</a:t>
            </a:r>
          </a:p>
          <a:p>
            <a:pPr algn="l">
              <a:buNone/>
            </a:pPr>
            <a:r>
              <a:rPr lang="en-US" sz="3000" b="1">
                <a:solidFill>
                  <a:srgbClr val="292B45"/>
                </a:solidFill>
                <a:effectLst/>
                <a:latin typeface="Segoe UI" panose="020B0502040204020203" pitchFamily="34" charset="0"/>
              </a:rPr>
              <a:t>+ contrato de herramientas</a:t>
            </a:r>
            <a:endParaRPr lang="en-US"/>
          </a:p>
        </p:txBody>
      </p:sp>
      <p:sp>
        <p:nvSpPr>
          <p:cNvPr id="8" name="Rectangle 7">
            <a:extLst>
              <a:ext uri="{FF2B5EF4-FFF2-40B4-BE49-F238E27FC236}">
                <a16:creationId xmlns:a16="http://schemas.microsoft.com/office/drawing/2014/main" id="{2BEE0C06-B7DC-062D-04E7-5C79287401A9}"/>
              </a:ext>
            </a:extLst>
          </p:cNvPr>
          <p:cNvSpPr/>
          <p:nvPr/>
        </p:nvSpPr>
        <p:spPr>
          <a:xfrm>
            <a:off x="594360" y="1965960"/>
            <a:ext cx="10991088" cy="539496"/>
          </a:xfrm>
          <a:prstGeom prst="rect">
            <a:avLst/>
          </a:prstGeom>
          <a:solidFill>
            <a:srgbClr val="E8F7F6"/>
          </a:solidFill>
          <a:ln>
            <a:solidFill>
              <a:srgbClr val="FFFFFF">
                <a:alpha val="0"/>
              </a:srgbClr>
            </a:solidFill>
          </a:ln>
          <a:effectLst>
            <a:outerShdw blurRad="101600" dist="25400" dir="5400000" algn="ctr" rotWithShape="0">
              <a:srgbClr val="292B45">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2E9432D-9647-B921-B305-5314A17BD782}"/>
              </a:ext>
            </a:extLst>
          </p:cNvPr>
          <p:cNvSpPr/>
          <p:nvPr/>
        </p:nvSpPr>
        <p:spPr>
          <a:xfrm>
            <a:off x="795528" y="2002536"/>
            <a:ext cx="3858768"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a:solidFill>
                  <a:srgbClr val="292B45"/>
                </a:solidFill>
                <a:effectLst/>
                <a:latin typeface="Segoe UI" panose="020B0502040204020203" pitchFamily="34" charset="0"/>
              </a:rPr>
              <a:t>SKILL.md</a:t>
            </a:r>
          </a:p>
          <a:p>
            <a:pPr algn="l">
              <a:buNone/>
            </a:pPr>
            <a:r>
              <a:rPr lang="en-US" sz="100">
                <a:effectLst/>
              </a:rPr>
              <a:t> </a:t>
            </a:r>
            <a:endParaRPr lang="en-US"/>
          </a:p>
        </p:txBody>
      </p:sp>
      <p:sp>
        <p:nvSpPr>
          <p:cNvPr id="10" name="Rectangle 9">
            <a:extLst>
              <a:ext uri="{FF2B5EF4-FFF2-40B4-BE49-F238E27FC236}">
                <a16:creationId xmlns:a16="http://schemas.microsoft.com/office/drawing/2014/main" id="{5B05357E-0CB3-6B81-BFC3-E37FCF2BEF1F}"/>
              </a:ext>
            </a:extLst>
          </p:cNvPr>
          <p:cNvSpPr/>
          <p:nvPr/>
        </p:nvSpPr>
        <p:spPr>
          <a:xfrm>
            <a:off x="4773168" y="2002536"/>
            <a:ext cx="6528816"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a:solidFill>
                  <a:srgbClr val="292B45"/>
                </a:solidFill>
                <a:effectLst/>
                <a:latin typeface="Segoe UI" panose="020B0502040204020203" pitchFamily="34" charset="0"/>
              </a:rPr>
              <a:t>Guía: cuándo y cómo usar la capacidad</a:t>
            </a:r>
          </a:p>
          <a:p>
            <a:pPr algn="l">
              <a:buNone/>
            </a:pPr>
            <a:r>
              <a:rPr lang="en-US" sz="100">
                <a:effectLst/>
              </a:rPr>
              <a:t> </a:t>
            </a:r>
            <a:endParaRPr lang="en-US"/>
          </a:p>
        </p:txBody>
      </p:sp>
      <p:sp>
        <p:nvSpPr>
          <p:cNvPr id="11" name="Rectangle 10">
            <a:extLst>
              <a:ext uri="{FF2B5EF4-FFF2-40B4-BE49-F238E27FC236}">
                <a16:creationId xmlns:a16="http://schemas.microsoft.com/office/drawing/2014/main" id="{35365A34-8A13-F5F6-6A3F-78ADB0032170}"/>
              </a:ext>
            </a:extLst>
          </p:cNvPr>
          <p:cNvSpPr/>
          <p:nvPr/>
        </p:nvSpPr>
        <p:spPr>
          <a:xfrm>
            <a:off x="594360" y="2606040"/>
            <a:ext cx="10991088" cy="539496"/>
          </a:xfrm>
          <a:prstGeom prst="rect">
            <a:avLst/>
          </a:prstGeom>
          <a:solidFill>
            <a:srgbClr val="F2F3F7"/>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BEA5CE-C10C-62FA-3851-41FC366D2D76}"/>
              </a:ext>
            </a:extLst>
          </p:cNvPr>
          <p:cNvSpPr/>
          <p:nvPr/>
        </p:nvSpPr>
        <p:spPr>
          <a:xfrm>
            <a:off x="795528" y="2642616"/>
            <a:ext cx="3858768"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a:solidFill>
                  <a:srgbClr val="292B45"/>
                </a:solidFill>
                <a:effectLst/>
                <a:latin typeface="Segoe UI" panose="020B0502040204020203" pitchFamily="34" charset="0"/>
              </a:rPr>
              <a:t>manifest.json</a:t>
            </a:r>
          </a:p>
          <a:p>
            <a:pPr algn="l">
              <a:buNone/>
            </a:pPr>
            <a:r>
              <a:rPr lang="en-US" sz="100">
                <a:effectLst/>
              </a:rPr>
              <a:t> </a:t>
            </a:r>
            <a:endParaRPr lang="en-US"/>
          </a:p>
        </p:txBody>
      </p:sp>
      <p:sp>
        <p:nvSpPr>
          <p:cNvPr id="13" name="Rectangle 12">
            <a:extLst>
              <a:ext uri="{FF2B5EF4-FFF2-40B4-BE49-F238E27FC236}">
                <a16:creationId xmlns:a16="http://schemas.microsoft.com/office/drawing/2014/main" id="{2FCA96CF-FC29-EE9E-9ACE-DCB0718E820D}"/>
              </a:ext>
            </a:extLst>
          </p:cNvPr>
          <p:cNvSpPr/>
          <p:nvPr/>
        </p:nvSpPr>
        <p:spPr>
          <a:xfrm>
            <a:off x="4773168" y="2642616"/>
            <a:ext cx="6528816"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a:solidFill>
                  <a:srgbClr val="292B45"/>
                </a:solidFill>
                <a:effectLst/>
                <a:latin typeface="Segoe UI" panose="020B0502040204020203" pitchFamily="34" charset="0"/>
              </a:rPr>
              <a:t>Identidad, conector y autenticación</a:t>
            </a:r>
          </a:p>
          <a:p>
            <a:pPr algn="l">
              <a:buNone/>
            </a:pPr>
            <a:r>
              <a:rPr lang="en-US" sz="100">
                <a:effectLst/>
              </a:rPr>
              <a:t> </a:t>
            </a:r>
            <a:endParaRPr lang="en-US"/>
          </a:p>
        </p:txBody>
      </p:sp>
      <p:sp>
        <p:nvSpPr>
          <p:cNvPr id="14" name="Rectangle 13">
            <a:extLst>
              <a:ext uri="{FF2B5EF4-FFF2-40B4-BE49-F238E27FC236}">
                <a16:creationId xmlns:a16="http://schemas.microsoft.com/office/drawing/2014/main" id="{6B277784-41CF-F6D2-8DC5-BF6617B7A0E0}"/>
              </a:ext>
            </a:extLst>
          </p:cNvPr>
          <p:cNvSpPr/>
          <p:nvPr/>
        </p:nvSpPr>
        <p:spPr>
          <a:xfrm>
            <a:off x="594360" y="3246120"/>
            <a:ext cx="10991088" cy="539496"/>
          </a:xfrm>
          <a:prstGeom prst="rect">
            <a:avLst/>
          </a:prstGeom>
          <a:solidFill>
            <a:srgbClr val="E8F7F6"/>
          </a:solidFill>
          <a:ln>
            <a:solidFill>
              <a:srgbClr val="FFFFFF">
                <a:alpha val="0"/>
              </a:srgbClr>
            </a:solidFill>
          </a:ln>
          <a:effectLst>
            <a:outerShdw blurRad="101600" dist="25400" dir="5400000" algn="ctr" rotWithShape="0">
              <a:srgbClr val="292B45">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64010CC-7A06-3549-5FFC-285F831EE0C4}"/>
              </a:ext>
            </a:extLst>
          </p:cNvPr>
          <p:cNvSpPr/>
          <p:nvPr/>
        </p:nvSpPr>
        <p:spPr>
          <a:xfrm>
            <a:off x="795528" y="3282696"/>
            <a:ext cx="3858768"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a:solidFill>
                  <a:srgbClr val="292B45"/>
                </a:solidFill>
                <a:effectLst/>
                <a:latin typeface="Segoe UI" panose="020B0502040204020203" pitchFamily="34" charset="0"/>
              </a:rPr>
              <a:t>mcpToolDescription</a:t>
            </a:r>
          </a:p>
          <a:p>
            <a:pPr algn="l">
              <a:buNone/>
            </a:pPr>
            <a:r>
              <a:rPr lang="en-US" sz="100">
                <a:effectLst/>
              </a:rPr>
              <a:t> </a:t>
            </a:r>
            <a:endParaRPr lang="en-US"/>
          </a:p>
        </p:txBody>
      </p:sp>
      <p:sp>
        <p:nvSpPr>
          <p:cNvPr id="16" name="Rectangle 15">
            <a:extLst>
              <a:ext uri="{FF2B5EF4-FFF2-40B4-BE49-F238E27FC236}">
                <a16:creationId xmlns:a16="http://schemas.microsoft.com/office/drawing/2014/main" id="{D0DE65D5-555E-B0FD-BE93-7CE9A1B56FDA}"/>
              </a:ext>
            </a:extLst>
          </p:cNvPr>
          <p:cNvSpPr/>
          <p:nvPr/>
        </p:nvSpPr>
        <p:spPr>
          <a:xfrm>
            <a:off x="4773168" y="3282696"/>
            <a:ext cx="6528816"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a:solidFill>
                  <a:srgbClr val="292B45"/>
                </a:solidFill>
                <a:effectLst/>
                <a:latin typeface="Segoe UI" panose="020B0502040204020203" pitchFamily="34" charset="0"/>
              </a:rPr>
              <a:t>Catálogo empaquetado de herramientas</a:t>
            </a:r>
          </a:p>
          <a:p>
            <a:pPr algn="l">
              <a:buNone/>
            </a:pPr>
            <a:r>
              <a:rPr lang="en-US" sz="100">
                <a:effectLst/>
              </a:rPr>
              <a:t> </a:t>
            </a:r>
            <a:endParaRPr lang="en-US"/>
          </a:p>
        </p:txBody>
      </p:sp>
      <p:sp>
        <p:nvSpPr>
          <p:cNvPr id="17" name="Rectangle 16">
            <a:extLst>
              <a:ext uri="{FF2B5EF4-FFF2-40B4-BE49-F238E27FC236}">
                <a16:creationId xmlns:a16="http://schemas.microsoft.com/office/drawing/2014/main" id="{8363E7FC-AFFE-060F-4833-7A7F60AFFEDC}"/>
              </a:ext>
            </a:extLst>
          </p:cNvPr>
          <p:cNvSpPr/>
          <p:nvPr/>
        </p:nvSpPr>
        <p:spPr>
          <a:xfrm>
            <a:off x="594360" y="3886200"/>
            <a:ext cx="10991088" cy="539496"/>
          </a:xfrm>
          <a:prstGeom prst="rect">
            <a:avLst/>
          </a:prstGeom>
          <a:solidFill>
            <a:srgbClr val="F2F3F7"/>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BEE7090-A74E-5ACA-42D8-CBB4D4ACD237}"/>
              </a:ext>
            </a:extLst>
          </p:cNvPr>
          <p:cNvSpPr/>
          <p:nvPr/>
        </p:nvSpPr>
        <p:spPr>
          <a:xfrm>
            <a:off x="795528" y="3922776"/>
            <a:ext cx="3858768"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a:solidFill>
                  <a:srgbClr val="292B45"/>
                </a:solidFill>
                <a:effectLst/>
                <a:latin typeface="Segoe UI" panose="020B0502040204020203" pitchFamily="34" charset="0"/>
              </a:rPr>
              <a:t>MCP</a:t>
            </a:r>
          </a:p>
          <a:p>
            <a:pPr algn="l">
              <a:buNone/>
            </a:pPr>
            <a:r>
              <a:rPr lang="en-US" sz="100">
                <a:effectLst/>
              </a:rPr>
              <a:t> </a:t>
            </a:r>
            <a:endParaRPr lang="en-US"/>
          </a:p>
        </p:txBody>
      </p:sp>
      <p:sp>
        <p:nvSpPr>
          <p:cNvPr id="19" name="Rectangle 18">
            <a:extLst>
              <a:ext uri="{FF2B5EF4-FFF2-40B4-BE49-F238E27FC236}">
                <a16:creationId xmlns:a16="http://schemas.microsoft.com/office/drawing/2014/main" id="{A93FF67C-E218-2637-7BDE-B3B6E4B89AD0}"/>
              </a:ext>
            </a:extLst>
          </p:cNvPr>
          <p:cNvSpPr/>
          <p:nvPr/>
        </p:nvSpPr>
        <p:spPr>
          <a:xfrm>
            <a:off x="4773168" y="3922776"/>
            <a:ext cx="6528816"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a:solidFill>
                  <a:srgbClr val="292B45"/>
                </a:solidFill>
                <a:effectLst/>
                <a:latin typeface="Segoe UI" panose="020B0502040204020203" pitchFamily="34" charset="0"/>
              </a:rPr>
              <a:t>Protocolo, validación y orquestación</a:t>
            </a:r>
            <a:endParaRPr lang="en-US"/>
          </a:p>
        </p:txBody>
      </p:sp>
      <p:sp>
        <p:nvSpPr>
          <p:cNvPr id="20" name="Rectangle 19">
            <a:extLst>
              <a:ext uri="{FF2B5EF4-FFF2-40B4-BE49-F238E27FC236}">
                <a16:creationId xmlns:a16="http://schemas.microsoft.com/office/drawing/2014/main" id="{1097AA4A-A14B-87C1-6380-E1E3205A29D5}"/>
              </a:ext>
            </a:extLst>
          </p:cNvPr>
          <p:cNvSpPr/>
          <p:nvPr/>
        </p:nvSpPr>
        <p:spPr>
          <a:xfrm>
            <a:off x="594360" y="4526280"/>
            <a:ext cx="10991088" cy="539496"/>
          </a:xfrm>
          <a:prstGeom prst="rect">
            <a:avLst/>
          </a:prstGeom>
          <a:solidFill>
            <a:srgbClr val="E8F7F6"/>
          </a:solidFill>
          <a:ln>
            <a:solidFill>
              <a:srgbClr val="FFFFFF">
                <a:alpha val="0"/>
              </a:srgbClr>
            </a:solidFill>
          </a:ln>
          <a:effectLst>
            <a:outerShdw blurRad="101600" dist="25400" dir="5400000" algn="ctr" rotWithShape="0">
              <a:srgbClr val="292B45">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952971B7-819E-3646-79FF-D13AFEB7A01E}"/>
              </a:ext>
            </a:extLst>
          </p:cNvPr>
          <p:cNvSpPr/>
          <p:nvPr/>
        </p:nvSpPr>
        <p:spPr>
          <a:xfrm>
            <a:off x="795528" y="4562856"/>
            <a:ext cx="3858768"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a:solidFill>
                  <a:srgbClr val="292B45"/>
                </a:solidFill>
                <a:effectLst/>
                <a:latin typeface="Segoe UI" panose="020B0502040204020203" pitchFamily="34" charset="0"/>
              </a:rPr>
              <a:t>API</a:t>
            </a:r>
          </a:p>
          <a:p>
            <a:pPr algn="l">
              <a:buNone/>
            </a:pPr>
            <a:r>
              <a:rPr lang="en-US" sz="100">
                <a:effectLst/>
              </a:rPr>
              <a:t> </a:t>
            </a:r>
            <a:endParaRPr lang="en-US"/>
          </a:p>
        </p:txBody>
      </p:sp>
      <p:sp>
        <p:nvSpPr>
          <p:cNvPr id="22" name="Rectangle 21">
            <a:extLst>
              <a:ext uri="{FF2B5EF4-FFF2-40B4-BE49-F238E27FC236}">
                <a16:creationId xmlns:a16="http://schemas.microsoft.com/office/drawing/2014/main" id="{7A4B6097-67FA-2A79-179A-E16C1E3AD0F2}"/>
              </a:ext>
            </a:extLst>
          </p:cNvPr>
          <p:cNvSpPr/>
          <p:nvPr/>
        </p:nvSpPr>
        <p:spPr>
          <a:xfrm>
            <a:off x="4773168" y="4562856"/>
            <a:ext cx="6528816"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a:solidFill>
                  <a:srgbClr val="292B45"/>
                </a:solidFill>
                <a:effectLst/>
                <a:latin typeface="Segoe UI" panose="020B0502040204020203" pitchFamily="34" charset="0"/>
              </a:rPr>
              <a:t>Reglas de negocio, datos y modelo</a:t>
            </a:r>
          </a:p>
          <a:p>
            <a:pPr algn="l">
              <a:buNone/>
            </a:pPr>
            <a:r>
              <a:rPr lang="en-US" sz="100">
                <a:effectLst/>
              </a:rPr>
              <a:t> </a:t>
            </a:r>
            <a:endParaRPr lang="en-US"/>
          </a:p>
        </p:txBody>
      </p:sp>
      <p:sp>
        <p:nvSpPr>
          <p:cNvPr id="23" name="Rectangle 22">
            <a:extLst>
              <a:ext uri="{FF2B5EF4-FFF2-40B4-BE49-F238E27FC236}">
                <a16:creationId xmlns:a16="http://schemas.microsoft.com/office/drawing/2014/main" id="{24261E51-02AF-4A3A-0D5B-CCCF4DC6C917}"/>
              </a:ext>
            </a:extLst>
          </p:cNvPr>
          <p:cNvSpPr/>
          <p:nvPr/>
        </p:nvSpPr>
        <p:spPr>
          <a:xfrm>
            <a:off x="594360" y="5358384"/>
            <a:ext cx="10991088" cy="5212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900" b="1">
                <a:solidFill>
                  <a:srgbClr val="292B45"/>
                </a:solidFill>
                <a:effectLst/>
                <a:latin typeface="Segoe UI" panose="020B0502040204020203" pitchFamily="34" charset="0"/>
              </a:rPr>
              <a:t>La skill orienta. No contiene secretos ni ejecuta código.</a:t>
            </a:r>
          </a:p>
          <a:p>
            <a:pPr algn="l">
              <a:buNone/>
            </a:pPr>
            <a:r>
              <a:rPr lang="en-US" sz="100">
                <a:effectLst/>
              </a:rPr>
              <a:t> </a:t>
            </a:r>
            <a:endParaRPr lang="en-US"/>
          </a:p>
        </p:txBody>
      </p:sp>
      <p:pic>
        <p:nvPicPr>
          <p:cNvPr id="24" name="bizzsummit-logo" descr="Logotipo oficial Bizz Summit, reutilizado de la plantilla">
            <a:extLst>
              <a:ext uri="{FF2B5EF4-FFF2-40B4-BE49-F238E27FC236}">
                <a16:creationId xmlns:a16="http://schemas.microsoft.com/office/drawing/2014/main" id="{030AA827-C825-326E-3A65-A255A769DB49}"/>
              </a:ext>
            </a:extLst>
          </p:cNvPr>
          <p:cNvPicPr>
            <a:picLocks noChangeAspect="1"/>
          </p:cNvPicPr>
          <p:nvPr/>
        </p:nvPicPr>
        <p:blipFill>
          <a:blip r:embed="rId3"/>
          <a:stretch>
            <a:fillRect/>
          </a:stretch>
        </p:blipFill>
        <p:spPr>
          <a:xfrm>
            <a:off x="694650" y="6000897"/>
            <a:ext cx="1536779" cy="317516"/>
          </a:xfrm>
          <a:prstGeom prst="rect">
            <a:avLst/>
          </a:prstGeom>
        </p:spPr>
      </p:pic>
      <p:sp>
        <p:nvSpPr>
          <p:cNvPr id="25" name="Freeform: Shape 24">
            <a:extLst>
              <a:ext uri="{FF2B5EF4-FFF2-40B4-BE49-F238E27FC236}">
                <a16:creationId xmlns:a16="http://schemas.microsoft.com/office/drawing/2014/main" id="{54ADD762-5005-672E-CA43-3F17DFDB8B98}"/>
              </a:ext>
            </a:extLst>
          </p:cNvPr>
          <p:cNvSpPr/>
          <p:nvPr/>
        </p:nvSpPr>
        <p:spPr>
          <a:xfrm>
            <a:off x="11045952" y="5925312"/>
            <a:ext cx="667512" cy="457200"/>
          </a:xfrm>
          <a:custGeom>
            <a:avLst/>
            <a:gdLst>
              <a:gd name="connsiteX0" fmla="*/ 3209951 w 3467100"/>
              <a:gd name="connsiteY0" fmla="*/ 1102921 h 3152775"/>
              <a:gd name="connsiteX1" fmla="*/ 2526056 w 3467100"/>
              <a:gd name="connsiteY1" fmla="*/ 759068 h 3152775"/>
              <a:gd name="connsiteX2" fmla="*/ 2387943 w 3467100"/>
              <a:gd name="connsiteY2" fmla="*/ 725731 h 3152775"/>
              <a:gd name="connsiteX3" fmla="*/ 1954556 w 3467100"/>
              <a:gd name="connsiteY3" fmla="*/ 497131 h 3152775"/>
              <a:gd name="connsiteX4" fmla="*/ 1952651 w 3467100"/>
              <a:gd name="connsiteY4" fmla="*/ 495226 h 3152775"/>
              <a:gd name="connsiteX5" fmla="*/ 1560221 w 3467100"/>
              <a:gd name="connsiteY5" fmla="*/ 127561 h 3152775"/>
              <a:gd name="connsiteX6" fmla="*/ 829653 w 3467100"/>
              <a:gd name="connsiteY6" fmla="*/ 60886 h 3152775"/>
              <a:gd name="connsiteX7" fmla="*/ 398171 w 3467100"/>
              <a:gd name="connsiteY7" fmla="*/ 648578 h 3152775"/>
              <a:gd name="connsiteX8" fmla="*/ 479133 w 3467100"/>
              <a:gd name="connsiteY8" fmla="*/ 1555358 h 3152775"/>
              <a:gd name="connsiteX9" fmla="*/ 26 w 3467100"/>
              <a:gd name="connsiteY9" fmla="*/ 2563103 h 3152775"/>
              <a:gd name="connsiteX10" fmla="*/ 255296 w 3467100"/>
              <a:gd name="connsiteY10" fmla="*/ 3033639 h 3152775"/>
              <a:gd name="connsiteX11" fmla="*/ 787743 w 3467100"/>
              <a:gd name="connsiteY11" fmla="*/ 3151748 h 3152775"/>
              <a:gd name="connsiteX12" fmla="*/ 1568793 w 3467100"/>
              <a:gd name="connsiteY12" fmla="*/ 2828851 h 3152775"/>
              <a:gd name="connsiteX13" fmla="*/ 2439378 w 3467100"/>
              <a:gd name="connsiteY13" fmla="*/ 2565008 h 3152775"/>
              <a:gd name="connsiteX14" fmla="*/ 3042311 w 3467100"/>
              <a:gd name="connsiteY14" fmla="*/ 2438326 h 3152775"/>
              <a:gd name="connsiteX15" fmla="*/ 3469983 w 3467100"/>
              <a:gd name="connsiteY15" fmla="*/ 1817296 h 3152775"/>
              <a:gd name="connsiteX16" fmla="*/ 3209951 w 3467100"/>
              <a:gd name="connsiteY16" fmla="*/ 1102921 h 3152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67100" h="3152775">
                <a:moveTo>
                  <a:pt x="3209951" y="1102921"/>
                </a:moveTo>
                <a:cubicBezTo>
                  <a:pt x="3027071" y="920993"/>
                  <a:pt x="2776563" y="822886"/>
                  <a:pt x="2526056" y="759068"/>
                </a:cubicBezTo>
                <a:cubicBezTo>
                  <a:pt x="2480336" y="747638"/>
                  <a:pt x="2433663" y="736208"/>
                  <a:pt x="2387943" y="725731"/>
                </a:cubicBezTo>
                <a:cubicBezTo>
                  <a:pt x="2226018" y="689536"/>
                  <a:pt x="2075523" y="611431"/>
                  <a:pt x="1954556" y="497131"/>
                </a:cubicBezTo>
                <a:cubicBezTo>
                  <a:pt x="1953603" y="496178"/>
                  <a:pt x="1952651" y="496178"/>
                  <a:pt x="1952651" y="495226"/>
                </a:cubicBezTo>
                <a:cubicBezTo>
                  <a:pt x="1822158" y="371401"/>
                  <a:pt x="1709763" y="225668"/>
                  <a:pt x="1560221" y="127561"/>
                </a:cubicBezTo>
                <a:cubicBezTo>
                  <a:pt x="1347813" y="-12457"/>
                  <a:pt x="1063016" y="-41032"/>
                  <a:pt x="829653" y="60886"/>
                </a:cubicBezTo>
                <a:cubicBezTo>
                  <a:pt x="596291" y="162803"/>
                  <a:pt x="422936" y="394261"/>
                  <a:pt x="398171" y="648578"/>
                </a:cubicBezTo>
                <a:cubicBezTo>
                  <a:pt x="368643" y="952426"/>
                  <a:pt x="538188" y="1255321"/>
                  <a:pt x="479133" y="1555358"/>
                </a:cubicBezTo>
                <a:cubicBezTo>
                  <a:pt x="406743" y="1924928"/>
                  <a:pt x="3836" y="2186866"/>
                  <a:pt x="26" y="2563103"/>
                </a:cubicBezTo>
                <a:cubicBezTo>
                  <a:pt x="-1879" y="2748841"/>
                  <a:pt x="102896" y="2927911"/>
                  <a:pt x="255296" y="3033639"/>
                </a:cubicBezTo>
                <a:cubicBezTo>
                  <a:pt x="407696" y="3139366"/>
                  <a:pt x="602958" y="3175561"/>
                  <a:pt x="787743" y="3151748"/>
                </a:cubicBezTo>
                <a:cubicBezTo>
                  <a:pt x="1068731" y="3115553"/>
                  <a:pt x="1314476" y="2952676"/>
                  <a:pt x="1568793" y="2828851"/>
                </a:cubicBezTo>
                <a:cubicBezTo>
                  <a:pt x="1843113" y="2696453"/>
                  <a:pt x="2138388" y="2606918"/>
                  <a:pt x="2439378" y="2565008"/>
                </a:cubicBezTo>
                <a:cubicBezTo>
                  <a:pt x="2644166" y="2536433"/>
                  <a:pt x="2856573" y="2527861"/>
                  <a:pt x="3042311" y="2438326"/>
                </a:cubicBezTo>
                <a:cubicBezTo>
                  <a:pt x="3278531" y="2324026"/>
                  <a:pt x="3442361" y="2078281"/>
                  <a:pt x="3469983" y="1817296"/>
                </a:cubicBezTo>
                <a:cubicBezTo>
                  <a:pt x="3499511" y="1556311"/>
                  <a:pt x="3396641" y="1287706"/>
                  <a:pt x="3209951" y="1102921"/>
                </a:cubicBezTo>
                <a:close/>
              </a:path>
            </a:pathLst>
          </a:custGeom>
          <a:solidFill>
            <a:schemeClr val="accent2"/>
          </a:solidFill>
          <a:ln w="9525" cap="flat">
            <a:noFill/>
            <a:prstDash val="solid"/>
            <a:miter/>
          </a:ln>
        </p:spPr>
        <p:txBody>
          <a:bodyPr rtlCol="0" anchor="ctr"/>
          <a:lstStyle/>
          <a:p>
            <a:endParaRPr lang="en-GB"/>
          </a:p>
        </p:txBody>
      </p:sp>
      <p:pic>
        <p:nvPicPr>
          <p:cNvPr id="27" name="Imagen 26">
            <a:extLst>
              <a:ext uri="{FF2B5EF4-FFF2-40B4-BE49-F238E27FC236}">
                <a16:creationId xmlns:a16="http://schemas.microsoft.com/office/drawing/2014/main" id="{4C6A2BDD-7FAD-4DDA-EF31-6B24C9482AD7}"/>
              </a:ext>
            </a:extLst>
          </p:cNvPr>
          <p:cNvPicPr>
            <a:picLocks noChangeAspect="1"/>
          </p:cNvPicPr>
          <p:nvPr/>
        </p:nvPicPr>
        <p:blipFill>
          <a:blip r:embed="rId4">
            <a:alphaModFix amt="70000"/>
            <a:extLst>
              <a:ext uri="{28A0092B-C50C-407E-A947-70E740481C1C}">
                <a14:useLocalDpi xmlns:a14="http://schemas.microsoft.com/office/drawing/2010/main" val="0"/>
              </a:ext>
            </a:extLst>
          </a:blip>
          <a:stretch>
            <a:fillRect/>
          </a:stretch>
        </p:blipFill>
        <p:spPr>
          <a:xfrm>
            <a:off x="9150276" y="-4508"/>
            <a:ext cx="3717650" cy="6858000"/>
          </a:xfrm>
          <a:prstGeom prst="rect">
            <a:avLst/>
          </a:prstGeom>
        </p:spPr>
      </p:pic>
    </p:spTree>
    <p:extLst>
      <p:ext uri="{BB962C8B-B14F-4D97-AF65-F5344CB8AC3E}">
        <p14:creationId xmlns:p14="http://schemas.microsoft.com/office/powerpoint/2010/main" val="6071743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4" name="Imagen 23">
            <a:extLst>
              <a:ext uri="{FF2B5EF4-FFF2-40B4-BE49-F238E27FC236}">
                <a16:creationId xmlns:a16="http://schemas.microsoft.com/office/drawing/2014/main" id="{11CF1079-03D2-8A3D-5659-5DEFCFC3005B}"/>
              </a:ext>
            </a:extLst>
          </p:cNvPr>
          <p:cNvPicPr>
            <a:picLocks noChangeAspect="1"/>
          </p:cNvPicPr>
          <p:nvPr/>
        </p:nvPicPr>
        <p:blipFill>
          <a:blip r:embed="rId3"/>
          <a:stretch>
            <a:fillRect/>
          </a:stretch>
        </p:blipFill>
        <p:spPr>
          <a:xfrm>
            <a:off x="8200359" y="-618186"/>
            <a:ext cx="4659834" cy="4659834"/>
          </a:xfrm>
          <a:prstGeom prst="rect">
            <a:avLst/>
          </a:prstGeom>
        </p:spPr>
      </p:pic>
      <p:sp>
        <p:nvSpPr>
          <p:cNvPr id="2" name="footer-mask">
            <a:extLst>
              <a:ext uri="{FF2B5EF4-FFF2-40B4-BE49-F238E27FC236}">
                <a16:creationId xmlns:a16="http://schemas.microsoft.com/office/drawing/2014/main" id="{5EE81957-7AB0-A4A5-1A2A-167875BCB0DE}"/>
              </a:ext>
            </a:extLst>
          </p:cNvPr>
          <p:cNvSpPr/>
          <p:nvPr/>
        </p:nvSpPr>
        <p:spPr>
          <a:xfrm>
            <a:off x="0" y="5879592"/>
            <a:ext cx="12192000" cy="978408"/>
          </a:xfrm>
          <a:prstGeom prst="rect">
            <a:avLst/>
          </a:prstGeom>
          <a:solidFill>
            <a:srgbClr val="FFFF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ource">
            <a:extLst>
              <a:ext uri="{FF2B5EF4-FFF2-40B4-BE49-F238E27FC236}">
                <a16:creationId xmlns:a16="http://schemas.microsoft.com/office/drawing/2014/main" id="{A9B45B6B-D2E5-1180-B675-104EEA845DDA}"/>
              </a:ext>
            </a:extLst>
          </p:cNvPr>
          <p:cNvSpPr/>
          <p:nvPr/>
        </p:nvSpPr>
        <p:spPr>
          <a:xfrm>
            <a:off x="2596896" y="5971032"/>
            <a:ext cx="4892040" cy="3840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65A70"/>
                </a:solidFill>
                <a:effectLst/>
                <a:latin typeface="Segoe UI" panose="020B0502040204020203" pitchFamily="34" charset="0"/>
              </a:rPr>
              <a:t>Fuente: guion de la sesión</a:t>
            </a:r>
          </a:p>
          <a:p>
            <a:pPr algn="l">
              <a:buNone/>
            </a:pPr>
            <a:r>
              <a:rPr lang="en-US" sz="100">
                <a:effectLst/>
              </a:rPr>
              <a:t> </a:t>
            </a:r>
            <a:endParaRPr lang="en-US"/>
          </a:p>
        </p:txBody>
      </p:sp>
      <p:sp>
        <p:nvSpPr>
          <p:cNvPr id="5" name="hashtag">
            <a:extLst>
              <a:ext uri="{FF2B5EF4-FFF2-40B4-BE49-F238E27FC236}">
                <a16:creationId xmlns:a16="http://schemas.microsoft.com/office/drawing/2014/main" id="{E006ACF4-55F4-EBCC-14C2-9B207B5C7A53}"/>
              </a:ext>
            </a:extLst>
          </p:cNvPr>
          <p:cNvSpPr/>
          <p:nvPr/>
        </p:nvSpPr>
        <p:spPr>
          <a:xfrm>
            <a:off x="8887968" y="5971032"/>
            <a:ext cx="2121408" cy="3840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292B45"/>
                </a:solidFill>
                <a:effectLst/>
                <a:latin typeface="Segoe UI" panose="020B0502040204020203" pitchFamily="34" charset="0"/>
              </a:rPr>
              <a:t>#BizzSummit2026</a:t>
            </a:r>
          </a:p>
          <a:p>
            <a:pPr algn="r">
              <a:buNone/>
            </a:pPr>
            <a:r>
              <a:rPr lang="en-US" sz="100">
                <a:effectLst/>
              </a:rPr>
              <a:t> </a:t>
            </a:r>
            <a:endParaRPr lang="en-US"/>
          </a:p>
        </p:txBody>
      </p:sp>
      <p:sp>
        <p:nvSpPr>
          <p:cNvPr id="6" name="eyebrow">
            <a:extLst>
              <a:ext uri="{FF2B5EF4-FFF2-40B4-BE49-F238E27FC236}">
                <a16:creationId xmlns:a16="http://schemas.microsoft.com/office/drawing/2014/main" id="{65748B56-ABFB-27E7-36E8-01FC8AADA6F0}"/>
              </a:ext>
            </a:extLst>
          </p:cNvPr>
          <p:cNvSpPr/>
          <p:nvPr/>
        </p:nvSpPr>
        <p:spPr>
          <a:xfrm>
            <a:off x="594360" y="448056"/>
            <a:ext cx="10899648" cy="32918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50" b="1">
                <a:solidFill>
                  <a:srgbClr val="292B45"/>
                </a:solidFill>
                <a:effectLst/>
                <a:latin typeface="Segoe UI" panose="020B0502040204020203" pitchFamily="34" charset="0"/>
              </a:rPr>
              <a:t>03 · CÓMO VIAJA UNA PETICIÓN</a:t>
            </a:r>
          </a:p>
          <a:p>
            <a:pPr algn="l">
              <a:buNone/>
            </a:pPr>
            <a:r>
              <a:rPr lang="en-US" sz="100">
                <a:effectLst/>
              </a:rPr>
              <a:t> </a:t>
            </a:r>
            <a:endParaRPr lang="en-US"/>
          </a:p>
        </p:txBody>
      </p:sp>
      <p:sp>
        <p:nvSpPr>
          <p:cNvPr id="7" name="title">
            <a:extLst>
              <a:ext uri="{FF2B5EF4-FFF2-40B4-BE49-F238E27FC236}">
                <a16:creationId xmlns:a16="http://schemas.microsoft.com/office/drawing/2014/main" id="{CE26F191-A419-7C67-55D5-14629477A4CF}"/>
              </a:ext>
            </a:extLst>
          </p:cNvPr>
          <p:cNvSpPr/>
          <p:nvPr/>
        </p:nvSpPr>
        <p:spPr>
          <a:xfrm>
            <a:off x="594360" y="758952"/>
            <a:ext cx="10899648"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000" b="1">
                <a:solidFill>
                  <a:srgbClr val="292B45"/>
                </a:solidFill>
                <a:effectLst/>
                <a:latin typeface="Segoe UI" panose="020B0502040204020203" pitchFamily="34" charset="0"/>
              </a:rPr>
              <a:t>Del lenguaje natural al resultado verificable</a:t>
            </a:r>
          </a:p>
          <a:p>
            <a:pPr algn="l">
              <a:buNone/>
            </a:pPr>
            <a:r>
              <a:rPr lang="en-US" sz="100">
                <a:effectLst/>
              </a:rPr>
              <a:t> </a:t>
            </a:r>
            <a:endParaRPr lang="en-US"/>
          </a:p>
        </p:txBody>
      </p:sp>
      <p:sp>
        <p:nvSpPr>
          <p:cNvPr id="8" name="Rectangle 7">
            <a:extLst>
              <a:ext uri="{FF2B5EF4-FFF2-40B4-BE49-F238E27FC236}">
                <a16:creationId xmlns:a16="http://schemas.microsoft.com/office/drawing/2014/main" id="{F4564E24-ED41-7B3B-6D0C-5E7529EDC61A}"/>
              </a:ext>
            </a:extLst>
          </p:cNvPr>
          <p:cNvSpPr/>
          <p:nvPr/>
        </p:nvSpPr>
        <p:spPr>
          <a:xfrm>
            <a:off x="594360" y="2057400"/>
            <a:ext cx="3383280" cy="1051560"/>
          </a:xfrm>
          <a:prstGeom prst="rect">
            <a:avLst/>
          </a:prstGeom>
          <a:solidFill>
            <a:srgbClr val="F2F3F7"/>
          </a:solidFill>
          <a:ln>
            <a:solidFill>
              <a:srgbClr val="FFFFFF">
                <a:alpha val="0"/>
              </a:srgbClr>
            </a:solidFill>
          </a:ln>
          <a:effectLst>
            <a:outerShdw blurRad="101600" dist="25400" dir="5400000" algn="ctr" rotWithShape="0">
              <a:srgbClr val="292B45">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100" b="1">
                <a:solidFill>
                  <a:srgbClr val="292B45"/>
                </a:solidFill>
                <a:effectLst/>
                <a:latin typeface="Segoe UI" panose="020B0502040204020203" pitchFamily="34" charset="0"/>
              </a:rPr>
              <a:t>1 · Usuario</a:t>
            </a:r>
          </a:p>
          <a:p>
            <a:pPr algn="ctr">
              <a:buNone/>
            </a:pPr>
            <a:r>
              <a:rPr lang="en-US" sz="1600">
                <a:solidFill>
                  <a:srgbClr val="292B45"/>
                </a:solidFill>
                <a:effectLst/>
                <a:latin typeface="Segoe UI" panose="020B0502040204020203" pitchFamily="34" charset="0"/>
              </a:rPr>
              <a:t>Formula una intención</a:t>
            </a:r>
            <a:endParaRPr lang="en-US"/>
          </a:p>
        </p:txBody>
      </p:sp>
      <p:sp>
        <p:nvSpPr>
          <p:cNvPr id="9" name="Rectangle 8">
            <a:extLst>
              <a:ext uri="{FF2B5EF4-FFF2-40B4-BE49-F238E27FC236}">
                <a16:creationId xmlns:a16="http://schemas.microsoft.com/office/drawing/2014/main" id="{A2EDFEB9-CD67-124F-B688-AC0431A8360C}"/>
              </a:ext>
            </a:extLst>
          </p:cNvPr>
          <p:cNvSpPr/>
          <p:nvPr/>
        </p:nvSpPr>
        <p:spPr>
          <a:xfrm>
            <a:off x="4398264" y="2057400"/>
            <a:ext cx="3383280" cy="1051560"/>
          </a:xfrm>
          <a:prstGeom prst="rect">
            <a:avLst/>
          </a:prstGeom>
          <a:solidFill>
            <a:srgbClr val="E8F7F6"/>
          </a:solidFill>
          <a:ln>
            <a:solidFill>
              <a:srgbClr val="FFFFFF">
                <a:alpha val="0"/>
              </a:srgbClr>
            </a:solidFill>
          </a:ln>
          <a:effectLst>
            <a:outerShdw blurRad="101600" dist="25400" dir="5400000" algn="ctr" rotWithShape="0">
              <a:srgbClr val="292B45">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100" b="1">
                <a:solidFill>
                  <a:srgbClr val="292B45"/>
                </a:solidFill>
                <a:effectLst/>
                <a:latin typeface="Segoe UI" panose="020B0502040204020203" pitchFamily="34" charset="0"/>
              </a:rPr>
              <a:t>2 · Skill / Cowork</a:t>
            </a:r>
          </a:p>
          <a:p>
            <a:pPr algn="ctr">
              <a:buNone/>
            </a:pPr>
            <a:r>
              <a:rPr lang="en-US" sz="1600">
                <a:solidFill>
                  <a:srgbClr val="292B45"/>
                </a:solidFill>
                <a:effectLst/>
                <a:latin typeface="Segoe UI" panose="020B0502040204020203" pitchFamily="34" charset="0"/>
              </a:rPr>
              <a:t>Orienta la herramienta</a:t>
            </a:r>
            <a:endParaRPr lang="en-US"/>
          </a:p>
        </p:txBody>
      </p:sp>
      <p:sp>
        <p:nvSpPr>
          <p:cNvPr id="10" name="Rectangle 9">
            <a:extLst>
              <a:ext uri="{FF2B5EF4-FFF2-40B4-BE49-F238E27FC236}">
                <a16:creationId xmlns:a16="http://schemas.microsoft.com/office/drawing/2014/main" id="{10DE130D-DB71-B4A2-5917-A9AA42EB84C0}"/>
              </a:ext>
            </a:extLst>
          </p:cNvPr>
          <p:cNvSpPr/>
          <p:nvPr/>
        </p:nvSpPr>
        <p:spPr>
          <a:xfrm>
            <a:off x="8202168" y="2057400"/>
            <a:ext cx="3383280" cy="1051560"/>
          </a:xfrm>
          <a:prstGeom prst="rect">
            <a:avLst/>
          </a:prstGeom>
          <a:solidFill>
            <a:srgbClr val="E8F7F6"/>
          </a:solidFill>
          <a:ln>
            <a:solidFill>
              <a:srgbClr val="FFFFFF">
                <a:alpha val="0"/>
              </a:srgbClr>
            </a:solidFill>
          </a:ln>
          <a:effectLst>
            <a:outerShdw blurRad="101600" dist="25400" dir="5400000" algn="ctr" rotWithShape="0">
              <a:srgbClr val="292B45">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100" b="1">
                <a:solidFill>
                  <a:srgbClr val="292B45"/>
                </a:solidFill>
                <a:effectLst/>
                <a:latin typeface="Segoe UI" panose="020B0502040204020203" pitchFamily="34" charset="0"/>
              </a:rPr>
              <a:t>3 · MCP remoto</a:t>
            </a:r>
          </a:p>
          <a:p>
            <a:pPr algn="ctr">
              <a:buNone/>
            </a:pPr>
            <a:r>
              <a:rPr lang="en-US" sz="1600">
                <a:solidFill>
                  <a:srgbClr val="292B45"/>
                </a:solidFill>
                <a:effectLst/>
                <a:latin typeface="Segoe UI" panose="020B0502040204020203" pitchFamily="34" charset="0"/>
              </a:rPr>
              <a:t>Recibe la invocación</a:t>
            </a:r>
            <a:endParaRPr lang="en-US"/>
          </a:p>
        </p:txBody>
      </p:sp>
      <p:sp>
        <p:nvSpPr>
          <p:cNvPr id="11" name="Rectangle 10">
            <a:extLst>
              <a:ext uri="{FF2B5EF4-FFF2-40B4-BE49-F238E27FC236}">
                <a16:creationId xmlns:a16="http://schemas.microsoft.com/office/drawing/2014/main" id="{3DB7C7E0-9E50-E210-ED8F-AFBDF5B552AD}"/>
              </a:ext>
            </a:extLst>
          </p:cNvPr>
          <p:cNvSpPr/>
          <p:nvPr/>
        </p:nvSpPr>
        <p:spPr>
          <a:xfrm>
            <a:off x="8202168" y="4041648"/>
            <a:ext cx="3383280" cy="1051560"/>
          </a:xfrm>
          <a:prstGeom prst="rect">
            <a:avLst/>
          </a:prstGeom>
          <a:solidFill>
            <a:srgbClr val="E8F7F6"/>
          </a:solidFill>
          <a:ln>
            <a:solidFill>
              <a:srgbClr val="FFFFFF">
                <a:alpha val="0"/>
              </a:srgbClr>
            </a:solidFill>
          </a:ln>
          <a:effectLst>
            <a:outerShdw blurRad="101600" dist="25400" dir="5400000" algn="ctr" rotWithShape="0">
              <a:srgbClr val="292B45">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100" b="1">
                <a:solidFill>
                  <a:srgbClr val="292B45"/>
                </a:solidFill>
                <a:effectLst/>
                <a:latin typeface="Segoe UI" panose="020B0502040204020203" pitchFamily="34" charset="0"/>
              </a:rPr>
              <a:t>4 · API</a:t>
            </a:r>
          </a:p>
          <a:p>
            <a:pPr algn="ctr">
              <a:buNone/>
            </a:pPr>
            <a:r>
              <a:rPr lang="en-US" sz="1600">
                <a:solidFill>
                  <a:srgbClr val="292B45"/>
                </a:solidFill>
                <a:effectLst/>
                <a:latin typeface="Segoe UI" panose="020B0502040204020203" pitchFamily="34" charset="0"/>
              </a:rPr>
              <a:t>Valida y aplica reglas</a:t>
            </a:r>
            <a:endParaRPr lang="en-US"/>
          </a:p>
        </p:txBody>
      </p:sp>
      <p:sp>
        <p:nvSpPr>
          <p:cNvPr id="12" name="Rectangle 11">
            <a:extLst>
              <a:ext uri="{FF2B5EF4-FFF2-40B4-BE49-F238E27FC236}">
                <a16:creationId xmlns:a16="http://schemas.microsoft.com/office/drawing/2014/main" id="{4D1CBA8F-11DF-B9AD-0A37-70F9A411D2F5}"/>
              </a:ext>
            </a:extLst>
          </p:cNvPr>
          <p:cNvSpPr/>
          <p:nvPr/>
        </p:nvSpPr>
        <p:spPr>
          <a:xfrm>
            <a:off x="4398264" y="4041648"/>
            <a:ext cx="3383280" cy="1051560"/>
          </a:xfrm>
          <a:prstGeom prst="rect">
            <a:avLst/>
          </a:prstGeom>
          <a:solidFill>
            <a:srgbClr val="E8F7F6"/>
          </a:solidFill>
          <a:ln>
            <a:solidFill>
              <a:srgbClr val="FFFFFF">
                <a:alpha val="0"/>
              </a:srgbClr>
            </a:solidFill>
          </a:ln>
          <a:effectLst>
            <a:outerShdw blurRad="101600" dist="25400" dir="5400000" algn="ctr" rotWithShape="0">
              <a:srgbClr val="292B45">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100" b="1">
                <a:solidFill>
                  <a:srgbClr val="292B45"/>
                </a:solidFill>
                <a:effectLst/>
                <a:latin typeface="Segoe UI" panose="020B0502040204020203" pitchFamily="34" charset="0"/>
              </a:rPr>
              <a:t>5 · Datos / modelo</a:t>
            </a:r>
          </a:p>
          <a:p>
            <a:pPr algn="ctr">
              <a:buNone/>
            </a:pPr>
            <a:r>
              <a:rPr lang="en-US" sz="1600">
                <a:solidFill>
                  <a:srgbClr val="292B45"/>
                </a:solidFill>
                <a:effectLst/>
                <a:latin typeface="Segoe UI" panose="020B0502040204020203" pitchFamily="34" charset="0"/>
              </a:rPr>
              <a:t>Datos o Azure OpenAI</a:t>
            </a:r>
            <a:endParaRPr lang="en-US"/>
          </a:p>
        </p:txBody>
      </p:sp>
      <p:sp>
        <p:nvSpPr>
          <p:cNvPr id="13" name="Rectangle 12">
            <a:extLst>
              <a:ext uri="{FF2B5EF4-FFF2-40B4-BE49-F238E27FC236}">
                <a16:creationId xmlns:a16="http://schemas.microsoft.com/office/drawing/2014/main" id="{FDB4F0CC-44ED-AC47-4D8B-F4C7AB7592BD}"/>
              </a:ext>
            </a:extLst>
          </p:cNvPr>
          <p:cNvSpPr/>
          <p:nvPr/>
        </p:nvSpPr>
        <p:spPr>
          <a:xfrm>
            <a:off x="594360" y="4041648"/>
            <a:ext cx="3383280" cy="1051560"/>
          </a:xfrm>
          <a:prstGeom prst="rect">
            <a:avLst/>
          </a:prstGeom>
          <a:solidFill>
            <a:srgbClr val="4BE7D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100" b="1">
                <a:solidFill>
                  <a:srgbClr val="292B45"/>
                </a:solidFill>
                <a:effectLst/>
                <a:latin typeface="Segoe UI" panose="020B0502040204020203" pitchFamily="34" charset="0"/>
              </a:rPr>
              <a:t>6 · JSON</a:t>
            </a:r>
          </a:p>
          <a:p>
            <a:pPr algn="ctr">
              <a:buNone/>
            </a:pPr>
            <a:r>
              <a:rPr lang="en-US" sz="1600">
                <a:solidFill>
                  <a:srgbClr val="292B45"/>
                </a:solidFill>
                <a:effectLst/>
                <a:latin typeface="Segoe UI" panose="020B0502040204020203" pitchFamily="34" charset="0"/>
              </a:rPr>
              <a:t>Resultado estructurado</a:t>
            </a:r>
            <a:endParaRPr lang="en-US"/>
          </a:p>
        </p:txBody>
      </p:sp>
      <p:sp>
        <p:nvSpPr>
          <p:cNvPr id="14" name="Arrow: Right 13">
            <a:extLst>
              <a:ext uri="{FF2B5EF4-FFF2-40B4-BE49-F238E27FC236}">
                <a16:creationId xmlns:a16="http://schemas.microsoft.com/office/drawing/2014/main" id="{F88B3BE3-8ABE-4904-8812-309AF96BF5E9}"/>
              </a:ext>
            </a:extLst>
          </p:cNvPr>
          <p:cNvSpPr/>
          <p:nvPr/>
        </p:nvSpPr>
        <p:spPr>
          <a:xfrm>
            <a:off x="4014216" y="2459736"/>
            <a:ext cx="329184" cy="228600"/>
          </a:xfrm>
          <a:prstGeom prst="rightArrow">
            <a:avLst/>
          </a:prstGeom>
          <a:solidFill>
            <a:srgbClr val="119F9A"/>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Right 14">
            <a:extLst>
              <a:ext uri="{FF2B5EF4-FFF2-40B4-BE49-F238E27FC236}">
                <a16:creationId xmlns:a16="http://schemas.microsoft.com/office/drawing/2014/main" id="{6C5709A6-8D74-705D-8BBA-B9AEA8D560DE}"/>
              </a:ext>
            </a:extLst>
          </p:cNvPr>
          <p:cNvSpPr/>
          <p:nvPr/>
        </p:nvSpPr>
        <p:spPr>
          <a:xfrm>
            <a:off x="7818120" y="2459736"/>
            <a:ext cx="329184" cy="228600"/>
          </a:xfrm>
          <a:prstGeom prst="rightArrow">
            <a:avLst/>
          </a:prstGeom>
          <a:solidFill>
            <a:srgbClr val="119F9A"/>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Down 15">
            <a:extLst>
              <a:ext uri="{FF2B5EF4-FFF2-40B4-BE49-F238E27FC236}">
                <a16:creationId xmlns:a16="http://schemas.microsoft.com/office/drawing/2014/main" id="{C0E209F0-7FD0-64C6-CE8F-1587090E61EF}"/>
              </a:ext>
            </a:extLst>
          </p:cNvPr>
          <p:cNvSpPr/>
          <p:nvPr/>
        </p:nvSpPr>
        <p:spPr>
          <a:xfrm>
            <a:off x="9774936" y="3291840"/>
            <a:ext cx="228600" cy="548640"/>
          </a:xfrm>
          <a:prstGeom prst="downArrow">
            <a:avLst/>
          </a:prstGeom>
          <a:solidFill>
            <a:srgbClr val="119F9A"/>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Left 16">
            <a:extLst>
              <a:ext uri="{FF2B5EF4-FFF2-40B4-BE49-F238E27FC236}">
                <a16:creationId xmlns:a16="http://schemas.microsoft.com/office/drawing/2014/main" id="{E6DB3437-8621-5095-44FC-A9F94C2B0C82}"/>
              </a:ext>
            </a:extLst>
          </p:cNvPr>
          <p:cNvSpPr/>
          <p:nvPr/>
        </p:nvSpPr>
        <p:spPr>
          <a:xfrm>
            <a:off x="7818120" y="4443984"/>
            <a:ext cx="329184" cy="228600"/>
          </a:xfrm>
          <a:prstGeom prst="leftArrow">
            <a:avLst/>
          </a:prstGeom>
          <a:solidFill>
            <a:srgbClr val="119F9A"/>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Left 17">
            <a:extLst>
              <a:ext uri="{FF2B5EF4-FFF2-40B4-BE49-F238E27FC236}">
                <a16:creationId xmlns:a16="http://schemas.microsoft.com/office/drawing/2014/main" id="{3762F760-C0F7-D3E5-8466-E45F8D5474EE}"/>
              </a:ext>
            </a:extLst>
          </p:cNvPr>
          <p:cNvSpPr/>
          <p:nvPr/>
        </p:nvSpPr>
        <p:spPr>
          <a:xfrm>
            <a:off x="4014216" y="4443984"/>
            <a:ext cx="329184" cy="228600"/>
          </a:xfrm>
          <a:prstGeom prst="leftArrow">
            <a:avLst/>
          </a:prstGeom>
          <a:solidFill>
            <a:srgbClr val="119F9A"/>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Up 18">
            <a:extLst>
              <a:ext uri="{FF2B5EF4-FFF2-40B4-BE49-F238E27FC236}">
                <a16:creationId xmlns:a16="http://schemas.microsoft.com/office/drawing/2014/main" id="{BB1860BC-CACA-15A8-78F1-986A63A03A00}"/>
              </a:ext>
            </a:extLst>
          </p:cNvPr>
          <p:cNvSpPr/>
          <p:nvPr/>
        </p:nvSpPr>
        <p:spPr>
          <a:xfrm>
            <a:off x="2176272" y="3291840"/>
            <a:ext cx="228600" cy="548640"/>
          </a:xfrm>
          <a:prstGeom prst="upArrow">
            <a:avLst/>
          </a:prstGeom>
          <a:solidFill>
            <a:srgbClr val="119F9A"/>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EE3535E-1806-940C-FBC4-DDD696C4096B}"/>
              </a:ext>
            </a:extLst>
          </p:cNvPr>
          <p:cNvSpPr/>
          <p:nvPr/>
        </p:nvSpPr>
        <p:spPr>
          <a:xfrm>
            <a:off x="3801533" y="3246120"/>
            <a:ext cx="5315035" cy="548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dirty="0">
                <a:solidFill>
                  <a:srgbClr val="292B45"/>
                </a:solidFill>
                <a:effectLst/>
                <a:latin typeface="Segoe UI" panose="020B0502040204020203" pitchFamily="34" charset="0"/>
              </a:rPr>
              <a:t>MCP </a:t>
            </a:r>
            <a:r>
              <a:rPr lang="en-US" sz="1800" dirty="0" err="1">
                <a:solidFill>
                  <a:srgbClr val="292B45"/>
                </a:solidFill>
                <a:effectLst/>
                <a:latin typeface="Segoe UI" panose="020B0502040204020203" pitchFamily="34" charset="0"/>
              </a:rPr>
              <a:t>valida</a:t>
            </a:r>
            <a:r>
              <a:rPr lang="en-US" sz="1800" dirty="0">
                <a:solidFill>
                  <a:srgbClr val="292B45"/>
                </a:solidFill>
                <a:effectLst/>
                <a:latin typeface="Segoe UI" panose="020B0502040204020203" pitchFamily="34" charset="0"/>
              </a:rPr>
              <a:t> </a:t>
            </a:r>
            <a:r>
              <a:rPr lang="en-US" sz="1800" dirty="0" err="1">
                <a:solidFill>
                  <a:srgbClr val="292B45"/>
                </a:solidFill>
                <a:effectLst/>
                <a:latin typeface="Segoe UI" panose="020B0502040204020203" pitchFamily="34" charset="0"/>
              </a:rPr>
              <a:t>parámetros</a:t>
            </a:r>
            <a:r>
              <a:rPr lang="en-US" sz="1800" dirty="0">
                <a:solidFill>
                  <a:srgbClr val="292B45"/>
                </a:solidFill>
                <a:effectLst/>
                <a:latin typeface="Segoe UI" panose="020B0502040204020203" pitchFamily="34" charset="0"/>
              </a:rPr>
              <a:t> antes de </a:t>
            </a:r>
            <a:r>
              <a:rPr lang="en-US" sz="1800" dirty="0" err="1">
                <a:solidFill>
                  <a:srgbClr val="292B45"/>
                </a:solidFill>
                <a:effectLst/>
                <a:latin typeface="Segoe UI" panose="020B0502040204020203" pitchFamily="34" charset="0"/>
              </a:rPr>
              <a:t>llamar</a:t>
            </a:r>
            <a:r>
              <a:rPr lang="en-US" sz="1800" dirty="0">
                <a:solidFill>
                  <a:srgbClr val="292B45"/>
                </a:solidFill>
                <a:effectLst/>
                <a:latin typeface="Segoe UI" panose="020B0502040204020203" pitchFamily="34" charset="0"/>
              </a:rPr>
              <a:t> a la API.</a:t>
            </a:r>
          </a:p>
          <a:p>
            <a:pPr algn="l">
              <a:buNone/>
            </a:pPr>
            <a:r>
              <a:rPr lang="en-US" sz="100" dirty="0">
                <a:effectLst/>
              </a:rPr>
              <a:t> </a:t>
            </a:r>
            <a:endParaRPr lang="en-US" dirty="0"/>
          </a:p>
        </p:txBody>
      </p:sp>
      <p:sp>
        <p:nvSpPr>
          <p:cNvPr id="21" name="Rectangle 20">
            <a:extLst>
              <a:ext uri="{FF2B5EF4-FFF2-40B4-BE49-F238E27FC236}">
                <a16:creationId xmlns:a16="http://schemas.microsoft.com/office/drawing/2014/main" id="{BCD58AFB-7E1E-E4E8-1A1A-3F8C19BF1C9F}"/>
              </a:ext>
            </a:extLst>
          </p:cNvPr>
          <p:cNvSpPr/>
          <p:nvPr/>
        </p:nvSpPr>
        <p:spPr>
          <a:xfrm>
            <a:off x="594360" y="5340096"/>
            <a:ext cx="10991088" cy="457200"/>
          </a:xfrm>
          <a:prstGeom prst="rect">
            <a:avLst/>
          </a:prstGeom>
          <a:solidFill>
            <a:srgbClr val="F2F3F7"/>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800" b="1">
                <a:solidFill>
                  <a:srgbClr val="292B45"/>
                </a:solidFill>
                <a:effectLst/>
                <a:latin typeface="Segoe UI" panose="020B0502040204020203" pitchFamily="34" charset="0"/>
              </a:rPr>
              <a:t>MCP: initialize   →   tools/list   →   tools/call</a:t>
            </a:r>
          </a:p>
          <a:p>
            <a:pPr algn="ctr">
              <a:buNone/>
            </a:pPr>
            <a:r>
              <a:rPr lang="en-US" sz="100">
                <a:effectLst/>
              </a:rPr>
              <a:t> </a:t>
            </a:r>
            <a:endParaRPr lang="en-US"/>
          </a:p>
        </p:txBody>
      </p:sp>
      <p:pic>
        <p:nvPicPr>
          <p:cNvPr id="22" name="bizzsummit-logo" descr="Logotipo oficial Bizz Summit, reutilizado de la plantilla">
            <a:extLst>
              <a:ext uri="{FF2B5EF4-FFF2-40B4-BE49-F238E27FC236}">
                <a16:creationId xmlns:a16="http://schemas.microsoft.com/office/drawing/2014/main" id="{A1DCE910-61F6-D4E3-2893-F68F405F7EDD}"/>
              </a:ext>
            </a:extLst>
          </p:cNvPr>
          <p:cNvPicPr>
            <a:picLocks noChangeAspect="1"/>
          </p:cNvPicPr>
          <p:nvPr/>
        </p:nvPicPr>
        <p:blipFill>
          <a:blip r:embed="rId4"/>
          <a:stretch>
            <a:fillRect/>
          </a:stretch>
        </p:blipFill>
        <p:spPr>
          <a:xfrm>
            <a:off x="694650" y="6000897"/>
            <a:ext cx="1536779" cy="317516"/>
          </a:xfrm>
          <a:prstGeom prst="rect">
            <a:avLst/>
          </a:prstGeom>
        </p:spPr>
      </p:pic>
      <p:sp>
        <p:nvSpPr>
          <p:cNvPr id="23" name="Freeform: Shape 22">
            <a:extLst>
              <a:ext uri="{FF2B5EF4-FFF2-40B4-BE49-F238E27FC236}">
                <a16:creationId xmlns:a16="http://schemas.microsoft.com/office/drawing/2014/main" id="{C90F1FF7-CB5E-1B5A-19F9-F95B67EBD108}"/>
              </a:ext>
            </a:extLst>
          </p:cNvPr>
          <p:cNvSpPr/>
          <p:nvPr/>
        </p:nvSpPr>
        <p:spPr>
          <a:xfrm>
            <a:off x="11045952" y="5925312"/>
            <a:ext cx="667512" cy="457200"/>
          </a:xfrm>
          <a:custGeom>
            <a:avLst/>
            <a:gdLst>
              <a:gd name="connsiteX0" fmla="*/ 3209951 w 3467100"/>
              <a:gd name="connsiteY0" fmla="*/ 1102921 h 3152775"/>
              <a:gd name="connsiteX1" fmla="*/ 2526056 w 3467100"/>
              <a:gd name="connsiteY1" fmla="*/ 759068 h 3152775"/>
              <a:gd name="connsiteX2" fmla="*/ 2387943 w 3467100"/>
              <a:gd name="connsiteY2" fmla="*/ 725731 h 3152775"/>
              <a:gd name="connsiteX3" fmla="*/ 1954556 w 3467100"/>
              <a:gd name="connsiteY3" fmla="*/ 497131 h 3152775"/>
              <a:gd name="connsiteX4" fmla="*/ 1952651 w 3467100"/>
              <a:gd name="connsiteY4" fmla="*/ 495226 h 3152775"/>
              <a:gd name="connsiteX5" fmla="*/ 1560221 w 3467100"/>
              <a:gd name="connsiteY5" fmla="*/ 127561 h 3152775"/>
              <a:gd name="connsiteX6" fmla="*/ 829653 w 3467100"/>
              <a:gd name="connsiteY6" fmla="*/ 60886 h 3152775"/>
              <a:gd name="connsiteX7" fmla="*/ 398171 w 3467100"/>
              <a:gd name="connsiteY7" fmla="*/ 648578 h 3152775"/>
              <a:gd name="connsiteX8" fmla="*/ 479133 w 3467100"/>
              <a:gd name="connsiteY8" fmla="*/ 1555358 h 3152775"/>
              <a:gd name="connsiteX9" fmla="*/ 26 w 3467100"/>
              <a:gd name="connsiteY9" fmla="*/ 2563103 h 3152775"/>
              <a:gd name="connsiteX10" fmla="*/ 255296 w 3467100"/>
              <a:gd name="connsiteY10" fmla="*/ 3033639 h 3152775"/>
              <a:gd name="connsiteX11" fmla="*/ 787743 w 3467100"/>
              <a:gd name="connsiteY11" fmla="*/ 3151748 h 3152775"/>
              <a:gd name="connsiteX12" fmla="*/ 1568793 w 3467100"/>
              <a:gd name="connsiteY12" fmla="*/ 2828851 h 3152775"/>
              <a:gd name="connsiteX13" fmla="*/ 2439378 w 3467100"/>
              <a:gd name="connsiteY13" fmla="*/ 2565008 h 3152775"/>
              <a:gd name="connsiteX14" fmla="*/ 3042311 w 3467100"/>
              <a:gd name="connsiteY14" fmla="*/ 2438326 h 3152775"/>
              <a:gd name="connsiteX15" fmla="*/ 3469983 w 3467100"/>
              <a:gd name="connsiteY15" fmla="*/ 1817296 h 3152775"/>
              <a:gd name="connsiteX16" fmla="*/ 3209951 w 3467100"/>
              <a:gd name="connsiteY16" fmla="*/ 1102921 h 3152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67100" h="3152775">
                <a:moveTo>
                  <a:pt x="3209951" y="1102921"/>
                </a:moveTo>
                <a:cubicBezTo>
                  <a:pt x="3027071" y="920993"/>
                  <a:pt x="2776563" y="822886"/>
                  <a:pt x="2526056" y="759068"/>
                </a:cubicBezTo>
                <a:cubicBezTo>
                  <a:pt x="2480336" y="747638"/>
                  <a:pt x="2433663" y="736208"/>
                  <a:pt x="2387943" y="725731"/>
                </a:cubicBezTo>
                <a:cubicBezTo>
                  <a:pt x="2226018" y="689536"/>
                  <a:pt x="2075523" y="611431"/>
                  <a:pt x="1954556" y="497131"/>
                </a:cubicBezTo>
                <a:cubicBezTo>
                  <a:pt x="1953603" y="496178"/>
                  <a:pt x="1952651" y="496178"/>
                  <a:pt x="1952651" y="495226"/>
                </a:cubicBezTo>
                <a:cubicBezTo>
                  <a:pt x="1822158" y="371401"/>
                  <a:pt x="1709763" y="225668"/>
                  <a:pt x="1560221" y="127561"/>
                </a:cubicBezTo>
                <a:cubicBezTo>
                  <a:pt x="1347813" y="-12457"/>
                  <a:pt x="1063016" y="-41032"/>
                  <a:pt x="829653" y="60886"/>
                </a:cubicBezTo>
                <a:cubicBezTo>
                  <a:pt x="596291" y="162803"/>
                  <a:pt x="422936" y="394261"/>
                  <a:pt x="398171" y="648578"/>
                </a:cubicBezTo>
                <a:cubicBezTo>
                  <a:pt x="368643" y="952426"/>
                  <a:pt x="538188" y="1255321"/>
                  <a:pt x="479133" y="1555358"/>
                </a:cubicBezTo>
                <a:cubicBezTo>
                  <a:pt x="406743" y="1924928"/>
                  <a:pt x="3836" y="2186866"/>
                  <a:pt x="26" y="2563103"/>
                </a:cubicBezTo>
                <a:cubicBezTo>
                  <a:pt x="-1879" y="2748841"/>
                  <a:pt x="102896" y="2927911"/>
                  <a:pt x="255296" y="3033639"/>
                </a:cubicBezTo>
                <a:cubicBezTo>
                  <a:pt x="407696" y="3139366"/>
                  <a:pt x="602958" y="3175561"/>
                  <a:pt x="787743" y="3151748"/>
                </a:cubicBezTo>
                <a:cubicBezTo>
                  <a:pt x="1068731" y="3115553"/>
                  <a:pt x="1314476" y="2952676"/>
                  <a:pt x="1568793" y="2828851"/>
                </a:cubicBezTo>
                <a:cubicBezTo>
                  <a:pt x="1843113" y="2696453"/>
                  <a:pt x="2138388" y="2606918"/>
                  <a:pt x="2439378" y="2565008"/>
                </a:cubicBezTo>
                <a:cubicBezTo>
                  <a:pt x="2644166" y="2536433"/>
                  <a:pt x="2856573" y="2527861"/>
                  <a:pt x="3042311" y="2438326"/>
                </a:cubicBezTo>
                <a:cubicBezTo>
                  <a:pt x="3278531" y="2324026"/>
                  <a:pt x="3442361" y="2078281"/>
                  <a:pt x="3469983" y="1817296"/>
                </a:cubicBezTo>
                <a:cubicBezTo>
                  <a:pt x="3499511" y="1556311"/>
                  <a:pt x="3396641" y="1287706"/>
                  <a:pt x="3209951" y="1102921"/>
                </a:cubicBezTo>
                <a:close/>
              </a:path>
            </a:pathLst>
          </a:custGeom>
          <a:solidFill>
            <a:schemeClr val="accent2"/>
          </a:solidFill>
          <a:ln w="9525" cap="flat">
            <a:noFill/>
            <a:prstDash val="solid"/>
            <a:miter/>
          </a:ln>
        </p:spPr>
        <p:txBody>
          <a:bodyPr rtlCol="0" anchor="ctr"/>
          <a:lstStyle/>
          <a:p>
            <a:endParaRPr lang="en-GB"/>
          </a:p>
        </p:txBody>
      </p:sp>
    </p:spTree>
    <p:extLst>
      <p:ext uri="{BB962C8B-B14F-4D97-AF65-F5344CB8AC3E}">
        <p14:creationId xmlns:p14="http://schemas.microsoft.com/office/powerpoint/2010/main" val="29023818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 name="Imagen 8" descr="7de1aaf4776773e238fa7cc4d6bc985c.png (769×696)">
            <a:extLst>
              <a:ext uri="{FF2B5EF4-FFF2-40B4-BE49-F238E27FC236}">
                <a16:creationId xmlns:a16="http://schemas.microsoft.com/office/drawing/2014/main" id="{7D6F06BF-F61B-4018-B62F-209B78745465}"/>
              </a:ext>
            </a:extLst>
          </p:cNvPr>
          <p:cNvPicPr>
            <a:picLocks noChangeAspect="1"/>
          </p:cNvPicPr>
          <p:nvPr/>
        </p:nvPicPr>
        <p:blipFill>
          <a:blip r:embed="rId3"/>
          <a:stretch>
            <a:fillRect/>
          </a:stretch>
        </p:blipFill>
        <p:spPr>
          <a:xfrm>
            <a:off x="7376332" y="-549027"/>
            <a:ext cx="5698986" cy="5157990"/>
          </a:xfrm>
          <a:prstGeom prst="rect">
            <a:avLst/>
          </a:prstGeom>
        </p:spPr>
      </p:pic>
      <p:sp>
        <p:nvSpPr>
          <p:cNvPr id="2" name="footer-mask">
            <a:extLst>
              <a:ext uri="{FF2B5EF4-FFF2-40B4-BE49-F238E27FC236}">
                <a16:creationId xmlns:a16="http://schemas.microsoft.com/office/drawing/2014/main" id="{352A0E96-5D04-86FC-36F2-4418AEA77925}"/>
              </a:ext>
            </a:extLst>
          </p:cNvPr>
          <p:cNvSpPr/>
          <p:nvPr/>
        </p:nvSpPr>
        <p:spPr>
          <a:xfrm>
            <a:off x="0" y="5879592"/>
            <a:ext cx="12192000" cy="978408"/>
          </a:xfrm>
          <a:prstGeom prst="rect">
            <a:avLst/>
          </a:prstGeom>
          <a:solidFill>
            <a:srgbClr val="FFFF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hashtag">
            <a:extLst>
              <a:ext uri="{FF2B5EF4-FFF2-40B4-BE49-F238E27FC236}">
                <a16:creationId xmlns:a16="http://schemas.microsoft.com/office/drawing/2014/main" id="{DA1CFDAC-291E-3B7D-7E4D-5A217BB5BE8C}"/>
              </a:ext>
            </a:extLst>
          </p:cNvPr>
          <p:cNvSpPr/>
          <p:nvPr/>
        </p:nvSpPr>
        <p:spPr>
          <a:xfrm>
            <a:off x="8887968" y="5971032"/>
            <a:ext cx="2121408" cy="3840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292B45"/>
                </a:solidFill>
                <a:effectLst/>
                <a:latin typeface="Segoe UI" panose="020B0502040204020203" pitchFamily="34" charset="0"/>
              </a:rPr>
              <a:t>#BizzSummit2026</a:t>
            </a:r>
          </a:p>
          <a:p>
            <a:pPr algn="r">
              <a:buNone/>
            </a:pPr>
            <a:r>
              <a:rPr lang="en-US" sz="100">
                <a:effectLst/>
              </a:rPr>
              <a:t> </a:t>
            </a:r>
            <a:endParaRPr lang="en-US"/>
          </a:p>
        </p:txBody>
      </p:sp>
      <p:sp>
        <p:nvSpPr>
          <p:cNvPr id="6" name="eyebrow">
            <a:extLst>
              <a:ext uri="{FF2B5EF4-FFF2-40B4-BE49-F238E27FC236}">
                <a16:creationId xmlns:a16="http://schemas.microsoft.com/office/drawing/2014/main" id="{DD8BE8DD-8E6E-78CE-15A2-C6CB4FB87F60}"/>
              </a:ext>
            </a:extLst>
          </p:cNvPr>
          <p:cNvSpPr/>
          <p:nvPr/>
        </p:nvSpPr>
        <p:spPr>
          <a:xfrm>
            <a:off x="594360" y="448056"/>
            <a:ext cx="10899648" cy="32918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50" b="1">
                <a:solidFill>
                  <a:srgbClr val="292B45"/>
                </a:solidFill>
                <a:effectLst/>
                <a:latin typeface="Segoe UI" panose="020B0502040204020203" pitchFamily="34" charset="0"/>
              </a:rPr>
              <a:t>04 · SKILLS Y TOOLS</a:t>
            </a:r>
          </a:p>
          <a:p>
            <a:pPr algn="l">
              <a:buNone/>
            </a:pPr>
            <a:r>
              <a:rPr lang="en-US" sz="100">
                <a:effectLst/>
              </a:rPr>
              <a:t> </a:t>
            </a:r>
            <a:endParaRPr lang="en-US"/>
          </a:p>
        </p:txBody>
      </p:sp>
      <p:sp>
        <p:nvSpPr>
          <p:cNvPr id="7" name="title">
            <a:extLst>
              <a:ext uri="{FF2B5EF4-FFF2-40B4-BE49-F238E27FC236}">
                <a16:creationId xmlns:a16="http://schemas.microsoft.com/office/drawing/2014/main" id="{DBFE5F07-8135-0D6F-C2E1-E9E3A7A6F67D}"/>
              </a:ext>
            </a:extLst>
          </p:cNvPr>
          <p:cNvSpPr/>
          <p:nvPr/>
        </p:nvSpPr>
        <p:spPr>
          <a:xfrm>
            <a:off x="594360" y="758952"/>
            <a:ext cx="10899648"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000" b="1">
                <a:solidFill>
                  <a:srgbClr val="292B45"/>
                </a:solidFill>
                <a:effectLst/>
                <a:latin typeface="Segoe UI" panose="020B0502040204020203" pitchFamily="34" charset="0"/>
              </a:rPr>
              <a:t>Intenciones claras, schemas estrictos,</a:t>
            </a:r>
          </a:p>
          <a:p>
            <a:pPr algn="l">
              <a:buNone/>
            </a:pPr>
            <a:r>
              <a:rPr lang="en-US" sz="3000" b="1">
                <a:solidFill>
                  <a:srgbClr val="292B45"/>
                </a:solidFill>
                <a:effectLst/>
                <a:latin typeface="Segoe UI" panose="020B0502040204020203" pitchFamily="34" charset="0"/>
              </a:rPr>
              <a:t>acciones pequeñas</a:t>
            </a:r>
            <a:endParaRPr lang="en-US"/>
          </a:p>
        </p:txBody>
      </p:sp>
      <p:sp>
        <p:nvSpPr>
          <p:cNvPr id="8" name="Rectangle 7">
            <a:extLst>
              <a:ext uri="{FF2B5EF4-FFF2-40B4-BE49-F238E27FC236}">
                <a16:creationId xmlns:a16="http://schemas.microsoft.com/office/drawing/2014/main" id="{E14A1FA7-08C1-A6E1-ED35-F67BE9DE3F45}"/>
              </a:ext>
            </a:extLst>
          </p:cNvPr>
          <p:cNvSpPr/>
          <p:nvPr/>
        </p:nvSpPr>
        <p:spPr>
          <a:xfrm>
            <a:off x="594360" y="2029968"/>
            <a:ext cx="5029200" cy="2907792"/>
          </a:xfrm>
          <a:prstGeom prst="rect">
            <a:avLst/>
          </a:prstGeom>
          <a:solidFill>
            <a:srgbClr val="E8F7F6"/>
          </a:solidFill>
          <a:ln>
            <a:solidFill>
              <a:srgbClr val="FFFFFF">
                <a:alpha val="0"/>
              </a:srgbClr>
            </a:solidFill>
          </a:ln>
          <a:effectLst>
            <a:outerShdw blurRad="101600" dist="25400" dir="5400000" algn="ctr" rotWithShape="0">
              <a:srgbClr val="292B45">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5C72238-E3F1-B9B6-AE78-78526462B1EE}"/>
              </a:ext>
            </a:extLst>
          </p:cNvPr>
          <p:cNvSpPr/>
          <p:nvPr/>
        </p:nvSpPr>
        <p:spPr>
          <a:xfrm>
            <a:off x="841248" y="2852928"/>
            <a:ext cx="4535424" cy="704088"/>
          </a:xfrm>
          <a:prstGeom prst="rect">
            <a:avLst/>
          </a:prstGeom>
          <a:solidFill>
            <a:srgbClr val="FFFFFF"/>
          </a:solidFill>
          <a:ln>
            <a:solidFill>
              <a:srgbClr val="FFFFFF">
                <a:alpha val="0"/>
              </a:srgbClr>
            </a:solidFill>
          </a:ln>
          <a:effectLst>
            <a:outerShdw blurRad="101600" dist="25400" dir="5400000" algn="ctr" rotWithShape="0">
              <a:srgbClr val="292B45">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292B45"/>
                </a:solidFill>
                <a:effectLst/>
                <a:latin typeface="Segoe UI" panose="020B0502040204020203" pitchFamily="34" charset="0"/>
              </a:rPr>
              <a:t>classify_threat</a:t>
            </a:r>
          </a:p>
          <a:p>
            <a:pPr algn="ctr">
              <a:buNone/>
            </a:pPr>
            <a:r>
              <a:rPr lang="en-US" sz="1500">
                <a:solidFill>
                  <a:srgbClr val="292B45"/>
                </a:solidFill>
                <a:effectLst/>
                <a:latin typeface="Segoe UI" panose="020B0502040204020203" pitchFamily="34" charset="0"/>
              </a:rPr>
              <a:t>Clasificar una amenaza</a:t>
            </a:r>
            <a:endParaRPr lang="en-US"/>
          </a:p>
        </p:txBody>
      </p:sp>
      <p:sp>
        <p:nvSpPr>
          <p:cNvPr id="11" name="Rectangle 10">
            <a:extLst>
              <a:ext uri="{FF2B5EF4-FFF2-40B4-BE49-F238E27FC236}">
                <a16:creationId xmlns:a16="http://schemas.microsoft.com/office/drawing/2014/main" id="{5713A87A-EF87-3180-1539-E4A06F7F826A}"/>
              </a:ext>
            </a:extLst>
          </p:cNvPr>
          <p:cNvSpPr/>
          <p:nvPr/>
        </p:nvSpPr>
        <p:spPr>
          <a:xfrm>
            <a:off x="841248" y="3840480"/>
            <a:ext cx="4535424" cy="704088"/>
          </a:xfrm>
          <a:prstGeom prst="rect">
            <a:avLst/>
          </a:prstGeom>
          <a:solidFill>
            <a:srgbClr val="FFFFFF"/>
          </a:solidFill>
          <a:ln>
            <a:solidFill>
              <a:srgbClr val="FFFFFF">
                <a:alpha val="0"/>
              </a:srgbClr>
            </a:solidFill>
          </a:ln>
          <a:effectLst>
            <a:outerShdw blurRad="101600" dist="25400" dir="5400000" algn="ctr" rotWithShape="0">
              <a:srgbClr val="292B45">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292B45"/>
                </a:solidFill>
                <a:effectLst/>
                <a:latin typeface="Segoe UI" panose="020B0502040204020203" pitchFamily="34" charset="0"/>
              </a:rPr>
              <a:t>recommend_knight</a:t>
            </a:r>
          </a:p>
          <a:p>
            <a:pPr algn="ctr">
              <a:buNone/>
            </a:pPr>
            <a:r>
              <a:rPr lang="en-US" sz="1500">
                <a:solidFill>
                  <a:srgbClr val="292B45"/>
                </a:solidFill>
                <a:effectLst/>
                <a:latin typeface="Segoe UI" panose="020B0502040204020203" pitchFamily="34" charset="0"/>
              </a:rPr>
              <a:t>Proponer una respuesta</a:t>
            </a:r>
            <a:endParaRPr lang="en-US"/>
          </a:p>
        </p:txBody>
      </p:sp>
      <p:sp>
        <p:nvSpPr>
          <p:cNvPr id="12" name="Rectangle 11">
            <a:extLst>
              <a:ext uri="{FF2B5EF4-FFF2-40B4-BE49-F238E27FC236}">
                <a16:creationId xmlns:a16="http://schemas.microsoft.com/office/drawing/2014/main" id="{ECEE60B6-A670-E07E-FEFC-1F5F3F149E31}"/>
              </a:ext>
            </a:extLst>
          </p:cNvPr>
          <p:cNvSpPr/>
          <p:nvPr/>
        </p:nvSpPr>
        <p:spPr>
          <a:xfrm>
            <a:off x="5961888" y="2029968"/>
            <a:ext cx="5623560" cy="2907792"/>
          </a:xfrm>
          <a:prstGeom prst="rect">
            <a:avLst/>
          </a:prstGeom>
          <a:solidFill>
            <a:srgbClr val="F2F3F7"/>
          </a:solidFill>
          <a:ln>
            <a:solidFill>
              <a:srgbClr val="FFFFFF">
                <a:alpha val="0"/>
              </a:srgbClr>
            </a:solidFill>
          </a:ln>
          <a:effectLst>
            <a:outerShdw blurRad="101600" dist="25400" dir="5400000" algn="ctr" rotWithShape="0">
              <a:srgbClr val="292B45">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8022B87-A5C6-3CCD-F802-09858E67137A}"/>
              </a:ext>
            </a:extLst>
          </p:cNvPr>
          <p:cNvSpPr/>
          <p:nvPr/>
        </p:nvSpPr>
        <p:spPr>
          <a:xfrm>
            <a:off x="6208776" y="2185416"/>
            <a:ext cx="5129784" cy="5303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100" b="1">
                <a:solidFill>
                  <a:srgbClr val="292B45"/>
                </a:solidFill>
                <a:effectLst/>
                <a:latin typeface="Segoe UI" panose="020B0502040204020203" pitchFamily="34" charset="0"/>
              </a:rPr>
              <a:t>inputSchema estricto</a:t>
            </a:r>
          </a:p>
          <a:p>
            <a:pPr algn="l">
              <a:buNone/>
            </a:pPr>
            <a:r>
              <a:rPr lang="en-US" sz="100">
                <a:effectLst/>
              </a:rPr>
              <a:t> </a:t>
            </a:r>
            <a:endParaRPr lang="en-US"/>
          </a:p>
        </p:txBody>
      </p:sp>
      <p:sp>
        <p:nvSpPr>
          <p:cNvPr id="14" name="Rectangle 13">
            <a:extLst>
              <a:ext uri="{FF2B5EF4-FFF2-40B4-BE49-F238E27FC236}">
                <a16:creationId xmlns:a16="http://schemas.microsoft.com/office/drawing/2014/main" id="{0C9C342D-3A53-AFA3-D821-3A1586C39D90}"/>
              </a:ext>
            </a:extLst>
          </p:cNvPr>
          <p:cNvSpPr/>
          <p:nvPr/>
        </p:nvSpPr>
        <p:spPr>
          <a:xfrm>
            <a:off x="6208776" y="2715768"/>
            <a:ext cx="5129784"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a:solidFill>
                  <a:srgbClr val="292B45"/>
                </a:solidFill>
                <a:effectLst/>
                <a:latin typeface="Segoe UI" panose="020B0502040204020203" pitchFamily="34" charset="0"/>
              </a:rPr>
              <a:t>Tipos, descripciones y campos obligatorios.</a:t>
            </a:r>
          </a:p>
          <a:p>
            <a:pPr algn="l">
              <a:buNone/>
            </a:pPr>
            <a:r>
              <a:rPr lang="en-US" sz="100">
                <a:effectLst/>
              </a:rPr>
              <a:t> </a:t>
            </a:r>
            <a:endParaRPr lang="en-US"/>
          </a:p>
        </p:txBody>
      </p:sp>
      <p:sp>
        <p:nvSpPr>
          <p:cNvPr id="15" name="Rectangle 14">
            <a:extLst>
              <a:ext uri="{FF2B5EF4-FFF2-40B4-BE49-F238E27FC236}">
                <a16:creationId xmlns:a16="http://schemas.microsoft.com/office/drawing/2014/main" id="{14D1A2F6-0C38-EF18-A514-E78A04900937}"/>
              </a:ext>
            </a:extLst>
          </p:cNvPr>
          <p:cNvSpPr/>
          <p:nvPr/>
        </p:nvSpPr>
        <p:spPr>
          <a:xfrm>
            <a:off x="6208776" y="3337560"/>
            <a:ext cx="5129784"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a:solidFill>
                  <a:srgbClr val="292B45"/>
                </a:solidFill>
                <a:effectLst/>
                <a:latin typeface="Segoe UI" panose="020B0502040204020203" pitchFamily="34" charset="0"/>
              </a:rPr>
              <a:t>Lectura separada de acciones con efecto.</a:t>
            </a:r>
          </a:p>
          <a:p>
            <a:pPr algn="l">
              <a:buNone/>
            </a:pPr>
            <a:r>
              <a:rPr lang="en-US" sz="100">
                <a:effectLst/>
              </a:rPr>
              <a:t> </a:t>
            </a:r>
            <a:endParaRPr lang="en-US"/>
          </a:p>
        </p:txBody>
      </p:sp>
      <p:sp>
        <p:nvSpPr>
          <p:cNvPr id="17" name="Rectangle 16">
            <a:extLst>
              <a:ext uri="{FF2B5EF4-FFF2-40B4-BE49-F238E27FC236}">
                <a16:creationId xmlns:a16="http://schemas.microsoft.com/office/drawing/2014/main" id="{3E3D81AD-3AE2-6473-CDEC-2381A5619916}"/>
              </a:ext>
            </a:extLst>
          </p:cNvPr>
          <p:cNvSpPr/>
          <p:nvPr/>
        </p:nvSpPr>
        <p:spPr>
          <a:xfrm>
            <a:off x="594360" y="5175504"/>
            <a:ext cx="10991088" cy="594360"/>
          </a:xfrm>
          <a:prstGeom prst="rect">
            <a:avLst/>
          </a:prstGeom>
          <a:solidFill>
            <a:srgbClr val="FFDA37"/>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800" b="1">
                <a:solidFill>
                  <a:srgbClr val="292B45"/>
                </a:solidFill>
                <a:effectLst/>
                <a:latin typeface="Segoe UI" panose="020B0502040204020203" pitchFamily="34" charset="0"/>
              </a:rPr>
              <a:t>La autorización real se aplica en MCP o API, no en una instrucción.</a:t>
            </a:r>
          </a:p>
          <a:p>
            <a:pPr algn="ctr">
              <a:buNone/>
            </a:pPr>
            <a:r>
              <a:rPr lang="en-US" sz="100">
                <a:effectLst/>
              </a:rPr>
              <a:t> </a:t>
            </a:r>
            <a:endParaRPr lang="en-US"/>
          </a:p>
        </p:txBody>
      </p:sp>
      <p:pic>
        <p:nvPicPr>
          <p:cNvPr id="18" name="bizzsummit-logo" descr="Logotipo oficial Bizz Summit, reutilizado de la plantilla">
            <a:extLst>
              <a:ext uri="{FF2B5EF4-FFF2-40B4-BE49-F238E27FC236}">
                <a16:creationId xmlns:a16="http://schemas.microsoft.com/office/drawing/2014/main" id="{087AD781-018D-C707-62F5-A29D53029002}"/>
              </a:ext>
            </a:extLst>
          </p:cNvPr>
          <p:cNvPicPr>
            <a:picLocks noChangeAspect="1"/>
          </p:cNvPicPr>
          <p:nvPr/>
        </p:nvPicPr>
        <p:blipFill>
          <a:blip r:embed="rId4"/>
          <a:stretch>
            <a:fillRect/>
          </a:stretch>
        </p:blipFill>
        <p:spPr>
          <a:xfrm>
            <a:off x="694650" y="6000897"/>
            <a:ext cx="1536779" cy="317516"/>
          </a:xfrm>
          <a:prstGeom prst="rect">
            <a:avLst/>
          </a:prstGeom>
        </p:spPr>
      </p:pic>
      <p:sp>
        <p:nvSpPr>
          <p:cNvPr id="19" name="Freeform: Shape 18">
            <a:extLst>
              <a:ext uri="{FF2B5EF4-FFF2-40B4-BE49-F238E27FC236}">
                <a16:creationId xmlns:a16="http://schemas.microsoft.com/office/drawing/2014/main" id="{BC6A2C8E-7B0A-84C1-E930-AF103D54793D}"/>
              </a:ext>
            </a:extLst>
          </p:cNvPr>
          <p:cNvSpPr/>
          <p:nvPr/>
        </p:nvSpPr>
        <p:spPr>
          <a:xfrm>
            <a:off x="11045952" y="5925312"/>
            <a:ext cx="667512" cy="457200"/>
          </a:xfrm>
          <a:custGeom>
            <a:avLst/>
            <a:gdLst>
              <a:gd name="connsiteX0" fmla="*/ 3209951 w 3467100"/>
              <a:gd name="connsiteY0" fmla="*/ 1102921 h 3152775"/>
              <a:gd name="connsiteX1" fmla="*/ 2526056 w 3467100"/>
              <a:gd name="connsiteY1" fmla="*/ 759068 h 3152775"/>
              <a:gd name="connsiteX2" fmla="*/ 2387943 w 3467100"/>
              <a:gd name="connsiteY2" fmla="*/ 725731 h 3152775"/>
              <a:gd name="connsiteX3" fmla="*/ 1954556 w 3467100"/>
              <a:gd name="connsiteY3" fmla="*/ 497131 h 3152775"/>
              <a:gd name="connsiteX4" fmla="*/ 1952651 w 3467100"/>
              <a:gd name="connsiteY4" fmla="*/ 495226 h 3152775"/>
              <a:gd name="connsiteX5" fmla="*/ 1560221 w 3467100"/>
              <a:gd name="connsiteY5" fmla="*/ 127561 h 3152775"/>
              <a:gd name="connsiteX6" fmla="*/ 829653 w 3467100"/>
              <a:gd name="connsiteY6" fmla="*/ 60886 h 3152775"/>
              <a:gd name="connsiteX7" fmla="*/ 398171 w 3467100"/>
              <a:gd name="connsiteY7" fmla="*/ 648578 h 3152775"/>
              <a:gd name="connsiteX8" fmla="*/ 479133 w 3467100"/>
              <a:gd name="connsiteY8" fmla="*/ 1555358 h 3152775"/>
              <a:gd name="connsiteX9" fmla="*/ 26 w 3467100"/>
              <a:gd name="connsiteY9" fmla="*/ 2563103 h 3152775"/>
              <a:gd name="connsiteX10" fmla="*/ 255296 w 3467100"/>
              <a:gd name="connsiteY10" fmla="*/ 3033639 h 3152775"/>
              <a:gd name="connsiteX11" fmla="*/ 787743 w 3467100"/>
              <a:gd name="connsiteY11" fmla="*/ 3151748 h 3152775"/>
              <a:gd name="connsiteX12" fmla="*/ 1568793 w 3467100"/>
              <a:gd name="connsiteY12" fmla="*/ 2828851 h 3152775"/>
              <a:gd name="connsiteX13" fmla="*/ 2439378 w 3467100"/>
              <a:gd name="connsiteY13" fmla="*/ 2565008 h 3152775"/>
              <a:gd name="connsiteX14" fmla="*/ 3042311 w 3467100"/>
              <a:gd name="connsiteY14" fmla="*/ 2438326 h 3152775"/>
              <a:gd name="connsiteX15" fmla="*/ 3469983 w 3467100"/>
              <a:gd name="connsiteY15" fmla="*/ 1817296 h 3152775"/>
              <a:gd name="connsiteX16" fmla="*/ 3209951 w 3467100"/>
              <a:gd name="connsiteY16" fmla="*/ 1102921 h 3152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67100" h="3152775">
                <a:moveTo>
                  <a:pt x="3209951" y="1102921"/>
                </a:moveTo>
                <a:cubicBezTo>
                  <a:pt x="3027071" y="920993"/>
                  <a:pt x="2776563" y="822886"/>
                  <a:pt x="2526056" y="759068"/>
                </a:cubicBezTo>
                <a:cubicBezTo>
                  <a:pt x="2480336" y="747638"/>
                  <a:pt x="2433663" y="736208"/>
                  <a:pt x="2387943" y="725731"/>
                </a:cubicBezTo>
                <a:cubicBezTo>
                  <a:pt x="2226018" y="689536"/>
                  <a:pt x="2075523" y="611431"/>
                  <a:pt x="1954556" y="497131"/>
                </a:cubicBezTo>
                <a:cubicBezTo>
                  <a:pt x="1953603" y="496178"/>
                  <a:pt x="1952651" y="496178"/>
                  <a:pt x="1952651" y="495226"/>
                </a:cubicBezTo>
                <a:cubicBezTo>
                  <a:pt x="1822158" y="371401"/>
                  <a:pt x="1709763" y="225668"/>
                  <a:pt x="1560221" y="127561"/>
                </a:cubicBezTo>
                <a:cubicBezTo>
                  <a:pt x="1347813" y="-12457"/>
                  <a:pt x="1063016" y="-41032"/>
                  <a:pt x="829653" y="60886"/>
                </a:cubicBezTo>
                <a:cubicBezTo>
                  <a:pt x="596291" y="162803"/>
                  <a:pt x="422936" y="394261"/>
                  <a:pt x="398171" y="648578"/>
                </a:cubicBezTo>
                <a:cubicBezTo>
                  <a:pt x="368643" y="952426"/>
                  <a:pt x="538188" y="1255321"/>
                  <a:pt x="479133" y="1555358"/>
                </a:cubicBezTo>
                <a:cubicBezTo>
                  <a:pt x="406743" y="1924928"/>
                  <a:pt x="3836" y="2186866"/>
                  <a:pt x="26" y="2563103"/>
                </a:cubicBezTo>
                <a:cubicBezTo>
                  <a:pt x="-1879" y="2748841"/>
                  <a:pt x="102896" y="2927911"/>
                  <a:pt x="255296" y="3033639"/>
                </a:cubicBezTo>
                <a:cubicBezTo>
                  <a:pt x="407696" y="3139366"/>
                  <a:pt x="602958" y="3175561"/>
                  <a:pt x="787743" y="3151748"/>
                </a:cubicBezTo>
                <a:cubicBezTo>
                  <a:pt x="1068731" y="3115553"/>
                  <a:pt x="1314476" y="2952676"/>
                  <a:pt x="1568793" y="2828851"/>
                </a:cubicBezTo>
                <a:cubicBezTo>
                  <a:pt x="1843113" y="2696453"/>
                  <a:pt x="2138388" y="2606918"/>
                  <a:pt x="2439378" y="2565008"/>
                </a:cubicBezTo>
                <a:cubicBezTo>
                  <a:pt x="2644166" y="2536433"/>
                  <a:pt x="2856573" y="2527861"/>
                  <a:pt x="3042311" y="2438326"/>
                </a:cubicBezTo>
                <a:cubicBezTo>
                  <a:pt x="3278531" y="2324026"/>
                  <a:pt x="3442361" y="2078281"/>
                  <a:pt x="3469983" y="1817296"/>
                </a:cubicBezTo>
                <a:cubicBezTo>
                  <a:pt x="3499511" y="1556311"/>
                  <a:pt x="3396641" y="1287706"/>
                  <a:pt x="3209951" y="1102921"/>
                </a:cubicBezTo>
                <a:close/>
              </a:path>
            </a:pathLst>
          </a:custGeom>
          <a:solidFill>
            <a:schemeClr val="accent2"/>
          </a:solidFill>
          <a:ln w="9525" cap="flat">
            <a:noFill/>
            <a:prstDash val="solid"/>
            <a:miter/>
          </a:ln>
        </p:spPr>
        <p:txBody>
          <a:bodyPr rtlCol="0" anchor="ctr"/>
          <a:lstStyle/>
          <a:p>
            <a:endParaRPr lang="en-GB"/>
          </a:p>
        </p:txBody>
      </p:sp>
      <p:sp>
        <p:nvSpPr>
          <p:cNvPr id="4567" name="Rectangle 4566">
            <a:extLst>
              <a:ext uri="{FF2B5EF4-FFF2-40B4-BE49-F238E27FC236}">
                <a16:creationId xmlns:a16="http://schemas.microsoft.com/office/drawing/2014/main" id="{03B4D983-BECA-1A62-4FEC-FEE3B1D46A93}"/>
              </a:ext>
            </a:extLst>
          </p:cNvPr>
          <p:cNvSpPr/>
          <p:nvPr/>
        </p:nvSpPr>
        <p:spPr>
          <a:xfrm>
            <a:off x="822960" y="2212848"/>
            <a:ext cx="4572000" cy="57348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100" b="1">
                <a:solidFill>
                  <a:srgbClr val="292B45"/>
                </a:solidFill>
                <a:effectLst/>
                <a:latin typeface="Segoe UI" panose="020B0502040204020203" pitchFamily="34" charset="0"/>
              </a:rPr>
              <a:t>Tools pequeñas</a:t>
            </a:r>
          </a:p>
          <a:p>
            <a:pPr algn="ctr">
              <a:buNone/>
            </a:pPr>
            <a:r>
              <a:rPr lang="en-US" sz="100">
                <a:effectLst/>
              </a:rPr>
              <a:t> </a:t>
            </a:r>
            <a:endParaRPr lang="en-US"/>
          </a:p>
        </p:txBody>
      </p:sp>
      <p:sp>
        <p:nvSpPr>
          <p:cNvPr id="4573" name="Rectangle 4572">
            <a:extLst>
              <a:ext uri="{FF2B5EF4-FFF2-40B4-BE49-F238E27FC236}">
                <a16:creationId xmlns:a16="http://schemas.microsoft.com/office/drawing/2014/main" id="{FAB72958-6F8D-9B0D-4047-C478E948D19E}"/>
              </a:ext>
            </a:extLst>
          </p:cNvPr>
          <p:cNvSpPr/>
          <p:nvPr/>
        </p:nvSpPr>
        <p:spPr>
          <a:xfrm>
            <a:off x="6208776" y="3858768"/>
            <a:ext cx="5129784" cy="777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a:solidFill>
                  <a:srgbClr val="292B45"/>
                </a:solidFill>
                <a:effectLst/>
                <a:latin typeface="Segoe UI" panose="020B0502040204020203" pitchFamily="34" charset="0"/>
              </a:rPr>
              <a:t>Pide el dato que falte.</a:t>
            </a:r>
          </a:p>
          <a:p>
            <a:pPr algn="l">
              <a:buNone/>
            </a:pPr>
            <a:r>
              <a:rPr lang="en-US" sz="1800">
                <a:solidFill>
                  <a:srgbClr val="292B45"/>
                </a:solidFill>
                <a:effectLst/>
                <a:latin typeface="Segoe UI" panose="020B0502040204020203" pitchFamily="34" charset="0"/>
              </a:rPr>
              <a:t>Errores accionables y JSON.</a:t>
            </a:r>
            <a:endParaRPr lang="en-US"/>
          </a:p>
        </p:txBody>
      </p:sp>
    </p:spTree>
    <p:extLst>
      <p:ext uri="{BB962C8B-B14F-4D97-AF65-F5344CB8AC3E}">
        <p14:creationId xmlns:p14="http://schemas.microsoft.com/office/powerpoint/2010/main" val="10013189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1" name="Imagen 20">
            <a:extLst>
              <a:ext uri="{FF2B5EF4-FFF2-40B4-BE49-F238E27FC236}">
                <a16:creationId xmlns:a16="http://schemas.microsoft.com/office/drawing/2014/main" id="{8E85EA55-56BA-A309-D0A6-3A7C15B0F5DF}"/>
              </a:ext>
            </a:extLst>
          </p:cNvPr>
          <p:cNvPicPr>
            <a:picLocks noChangeAspect="1"/>
          </p:cNvPicPr>
          <p:nvPr/>
        </p:nvPicPr>
        <p:blipFill>
          <a:blip r:embed="rId3">
            <a:alphaModFix amt="70000"/>
          </a:blip>
          <a:stretch>
            <a:fillRect/>
          </a:stretch>
        </p:blipFill>
        <p:spPr>
          <a:xfrm>
            <a:off x="7305625" y="217845"/>
            <a:ext cx="5698986" cy="5157990"/>
          </a:xfrm>
          <a:prstGeom prst="rect">
            <a:avLst/>
          </a:prstGeom>
        </p:spPr>
      </p:pic>
      <p:sp>
        <p:nvSpPr>
          <p:cNvPr id="2" name="footer-mask">
            <a:extLst>
              <a:ext uri="{FF2B5EF4-FFF2-40B4-BE49-F238E27FC236}">
                <a16:creationId xmlns:a16="http://schemas.microsoft.com/office/drawing/2014/main" id="{B4E8CDA9-8D2F-980B-B54B-56E3E9F317DA}"/>
              </a:ext>
            </a:extLst>
          </p:cNvPr>
          <p:cNvSpPr/>
          <p:nvPr/>
        </p:nvSpPr>
        <p:spPr>
          <a:xfrm>
            <a:off x="0" y="5879592"/>
            <a:ext cx="12192000" cy="978408"/>
          </a:xfrm>
          <a:prstGeom prst="rect">
            <a:avLst/>
          </a:prstGeom>
          <a:solidFill>
            <a:srgbClr val="FFFF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hashtag">
            <a:extLst>
              <a:ext uri="{FF2B5EF4-FFF2-40B4-BE49-F238E27FC236}">
                <a16:creationId xmlns:a16="http://schemas.microsoft.com/office/drawing/2014/main" id="{2EC23073-D4B4-9503-30A7-8E8EA47C9802}"/>
              </a:ext>
            </a:extLst>
          </p:cNvPr>
          <p:cNvSpPr/>
          <p:nvPr/>
        </p:nvSpPr>
        <p:spPr>
          <a:xfrm>
            <a:off x="8887968" y="5971032"/>
            <a:ext cx="2121408" cy="3840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292B45"/>
                </a:solidFill>
                <a:effectLst/>
                <a:latin typeface="Segoe UI" panose="020B0502040204020203" pitchFamily="34" charset="0"/>
              </a:rPr>
              <a:t>#BizzSummit2026</a:t>
            </a:r>
          </a:p>
          <a:p>
            <a:pPr algn="r">
              <a:buNone/>
            </a:pPr>
            <a:r>
              <a:rPr lang="en-US" sz="100">
                <a:effectLst/>
              </a:rPr>
              <a:t> </a:t>
            </a:r>
            <a:endParaRPr lang="en-US"/>
          </a:p>
        </p:txBody>
      </p:sp>
      <p:sp>
        <p:nvSpPr>
          <p:cNvPr id="6" name="eyebrow">
            <a:extLst>
              <a:ext uri="{FF2B5EF4-FFF2-40B4-BE49-F238E27FC236}">
                <a16:creationId xmlns:a16="http://schemas.microsoft.com/office/drawing/2014/main" id="{61589F11-DD29-6400-3AD8-3277EAD46975}"/>
              </a:ext>
            </a:extLst>
          </p:cNvPr>
          <p:cNvSpPr/>
          <p:nvPr/>
        </p:nvSpPr>
        <p:spPr>
          <a:xfrm>
            <a:off x="594360" y="448056"/>
            <a:ext cx="10899648" cy="32918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50" b="1">
                <a:solidFill>
                  <a:srgbClr val="292B45"/>
                </a:solidFill>
                <a:effectLst/>
                <a:latin typeface="Segoe UI" panose="020B0502040204020203" pitchFamily="34" charset="0"/>
              </a:rPr>
              <a:t>05 · DEMO SIN AUTENTICACIÓN</a:t>
            </a:r>
          </a:p>
          <a:p>
            <a:pPr algn="l">
              <a:buNone/>
            </a:pPr>
            <a:r>
              <a:rPr lang="en-US" sz="100">
                <a:effectLst/>
              </a:rPr>
              <a:t> </a:t>
            </a:r>
            <a:endParaRPr lang="en-US"/>
          </a:p>
        </p:txBody>
      </p:sp>
      <p:sp>
        <p:nvSpPr>
          <p:cNvPr id="7" name="title">
            <a:extLst>
              <a:ext uri="{FF2B5EF4-FFF2-40B4-BE49-F238E27FC236}">
                <a16:creationId xmlns:a16="http://schemas.microsoft.com/office/drawing/2014/main" id="{6335E771-5C4B-7E7E-812B-3C74E923FF48}"/>
              </a:ext>
            </a:extLst>
          </p:cNvPr>
          <p:cNvSpPr/>
          <p:nvPr/>
        </p:nvSpPr>
        <p:spPr>
          <a:xfrm>
            <a:off x="594360" y="758952"/>
            <a:ext cx="10899648"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000" b="1">
                <a:solidFill>
                  <a:srgbClr val="292B45"/>
                </a:solidFill>
                <a:effectLst/>
                <a:latin typeface="Segoe UI" panose="020B0502040204020203" pitchFamily="34" charset="0"/>
              </a:rPr>
              <a:t>Primero validamos el camino feliz local</a:t>
            </a:r>
          </a:p>
          <a:p>
            <a:pPr algn="l">
              <a:buNone/>
            </a:pPr>
            <a:r>
              <a:rPr lang="en-US" sz="100">
                <a:effectLst/>
              </a:rPr>
              <a:t> </a:t>
            </a:r>
            <a:endParaRPr lang="en-US"/>
          </a:p>
        </p:txBody>
      </p:sp>
      <p:sp>
        <p:nvSpPr>
          <p:cNvPr id="8" name="Rectangle 7">
            <a:extLst>
              <a:ext uri="{FF2B5EF4-FFF2-40B4-BE49-F238E27FC236}">
                <a16:creationId xmlns:a16="http://schemas.microsoft.com/office/drawing/2014/main" id="{D8BB4A5C-1196-AA04-7C8F-0BD6FA00CFE1}"/>
              </a:ext>
            </a:extLst>
          </p:cNvPr>
          <p:cNvSpPr/>
          <p:nvPr/>
        </p:nvSpPr>
        <p:spPr>
          <a:xfrm>
            <a:off x="594359" y="2011680"/>
            <a:ext cx="9083041" cy="548640"/>
          </a:xfrm>
          <a:prstGeom prst="rect">
            <a:avLst/>
          </a:prstGeom>
          <a:solidFill>
            <a:srgbClr val="F2F3F7"/>
          </a:solidFill>
          <a:ln>
            <a:solidFill>
              <a:srgbClr val="FFFFFF">
                <a:alpha val="0"/>
              </a:srgbClr>
            </a:solidFill>
          </a:ln>
          <a:effectLst>
            <a:outerShdw blurRad="101600" dist="25400" dir="5400000" algn="ctr" rotWithShape="0">
              <a:srgbClr val="292B45">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US" sz="2000" b="1">
                <a:solidFill>
                  <a:srgbClr val="292B45"/>
                </a:solidFill>
                <a:effectLst/>
                <a:latin typeface="Segoe UI" panose="020B0502040204020203" pitchFamily="34" charset="0"/>
              </a:rPr>
              <a:t>authorization.type: None</a:t>
            </a:r>
          </a:p>
          <a:p>
            <a:pPr>
              <a:buNone/>
            </a:pPr>
            <a:r>
              <a:rPr lang="en-US" sz="100">
                <a:effectLst/>
              </a:rPr>
              <a:t> </a:t>
            </a:r>
            <a:endParaRPr lang="en-US"/>
          </a:p>
        </p:txBody>
      </p:sp>
      <p:sp>
        <p:nvSpPr>
          <p:cNvPr id="9" name="Rectangle 8">
            <a:extLst>
              <a:ext uri="{FF2B5EF4-FFF2-40B4-BE49-F238E27FC236}">
                <a16:creationId xmlns:a16="http://schemas.microsoft.com/office/drawing/2014/main" id="{50AC311A-5D7C-BEA7-9BD1-640A01BE9E94}"/>
              </a:ext>
            </a:extLst>
          </p:cNvPr>
          <p:cNvSpPr/>
          <p:nvPr/>
        </p:nvSpPr>
        <p:spPr>
          <a:xfrm>
            <a:off x="5178978" y="2011680"/>
            <a:ext cx="6071616" cy="548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900" b="1" dirty="0">
                <a:solidFill>
                  <a:srgbClr val="292B45"/>
                </a:solidFill>
                <a:effectLst/>
                <a:latin typeface="Segoe UI" panose="020B0502040204020203" pitchFamily="34" charset="0"/>
              </a:rPr>
              <a:t>API y MCP </a:t>
            </a:r>
            <a:r>
              <a:rPr lang="en-US" sz="1900" b="1" dirty="0" err="1">
                <a:solidFill>
                  <a:srgbClr val="292B45"/>
                </a:solidFill>
                <a:effectLst/>
                <a:latin typeface="Segoe UI" panose="020B0502040204020203" pitchFamily="34" charset="0"/>
              </a:rPr>
              <a:t>aceptan</a:t>
            </a:r>
            <a:r>
              <a:rPr lang="en-US" sz="1900" b="1" dirty="0">
                <a:solidFill>
                  <a:srgbClr val="292B45"/>
                </a:solidFill>
                <a:effectLst/>
                <a:latin typeface="Segoe UI" panose="020B0502040204020203" pitchFamily="34" charset="0"/>
              </a:rPr>
              <a:t> </a:t>
            </a:r>
            <a:r>
              <a:rPr lang="en-US" sz="1900" b="1" dirty="0" err="1">
                <a:solidFill>
                  <a:srgbClr val="292B45"/>
                </a:solidFill>
                <a:effectLst/>
                <a:latin typeface="Segoe UI" panose="020B0502040204020203" pitchFamily="34" charset="0"/>
              </a:rPr>
              <a:t>llamadas</a:t>
            </a:r>
            <a:r>
              <a:rPr lang="en-US" sz="1900" b="1" dirty="0">
                <a:solidFill>
                  <a:srgbClr val="292B45"/>
                </a:solidFill>
                <a:effectLst/>
                <a:latin typeface="Segoe UI" panose="020B0502040204020203" pitchFamily="34" charset="0"/>
              </a:rPr>
              <a:t> sin JWT</a:t>
            </a:r>
          </a:p>
          <a:p>
            <a:pPr algn="l">
              <a:buNone/>
            </a:pPr>
            <a:r>
              <a:rPr lang="en-US" sz="100" dirty="0">
                <a:effectLst/>
              </a:rPr>
              <a:t> </a:t>
            </a:r>
            <a:endParaRPr lang="en-US" dirty="0"/>
          </a:p>
        </p:txBody>
      </p:sp>
      <p:sp>
        <p:nvSpPr>
          <p:cNvPr id="10" name="Rectangle 9">
            <a:extLst>
              <a:ext uri="{FF2B5EF4-FFF2-40B4-BE49-F238E27FC236}">
                <a16:creationId xmlns:a16="http://schemas.microsoft.com/office/drawing/2014/main" id="{D895A663-8437-B96A-ADC7-4BF69BC2F707}"/>
              </a:ext>
            </a:extLst>
          </p:cNvPr>
          <p:cNvSpPr/>
          <p:nvPr/>
        </p:nvSpPr>
        <p:spPr>
          <a:xfrm>
            <a:off x="594360" y="2990088"/>
            <a:ext cx="2532888" cy="1024128"/>
          </a:xfrm>
          <a:prstGeom prst="rect">
            <a:avLst/>
          </a:prstGeom>
          <a:solidFill>
            <a:srgbClr val="E8F7F6"/>
          </a:solidFill>
          <a:ln>
            <a:solidFill>
              <a:srgbClr val="FFFFFF">
                <a:alpha val="0"/>
              </a:srgbClr>
            </a:solidFill>
          </a:ln>
          <a:effectLst>
            <a:outerShdw blurRad="101600" dist="25400" dir="5400000" algn="ctr" rotWithShape="0">
              <a:srgbClr val="292B45">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200" b="1">
                <a:solidFill>
                  <a:srgbClr val="292B45"/>
                </a:solidFill>
                <a:effectLst/>
                <a:latin typeface="Segoe UI" panose="020B0502040204020203" pitchFamily="34" charset="0"/>
              </a:rPr>
              <a:t>Cowork</a:t>
            </a:r>
          </a:p>
          <a:p>
            <a:pPr algn="ctr">
              <a:buNone/>
            </a:pPr>
            <a:r>
              <a:rPr lang="en-US" sz="1600">
                <a:solidFill>
                  <a:srgbClr val="292B45"/>
                </a:solidFill>
                <a:effectLst/>
                <a:latin typeface="Segoe UI" panose="020B0502040204020203" pitchFamily="34" charset="0"/>
              </a:rPr>
              <a:t>Plugin anónimo</a:t>
            </a:r>
            <a:endParaRPr lang="en-US"/>
          </a:p>
        </p:txBody>
      </p:sp>
      <p:sp>
        <p:nvSpPr>
          <p:cNvPr id="11" name="Arrow: Right 10">
            <a:extLst>
              <a:ext uri="{FF2B5EF4-FFF2-40B4-BE49-F238E27FC236}">
                <a16:creationId xmlns:a16="http://schemas.microsoft.com/office/drawing/2014/main" id="{81D52481-B536-5E05-48FD-7CEF8CF30522}"/>
              </a:ext>
            </a:extLst>
          </p:cNvPr>
          <p:cNvSpPr/>
          <p:nvPr/>
        </p:nvSpPr>
        <p:spPr>
          <a:xfrm>
            <a:off x="3172968" y="3392424"/>
            <a:ext cx="192024" cy="210312"/>
          </a:xfrm>
          <a:prstGeom prst="rightArrow">
            <a:avLst/>
          </a:prstGeom>
          <a:solidFill>
            <a:srgbClr val="119F9A"/>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ACB3A31-38E1-01D6-08C6-2FAF6D20F067}"/>
              </a:ext>
            </a:extLst>
          </p:cNvPr>
          <p:cNvSpPr/>
          <p:nvPr/>
        </p:nvSpPr>
        <p:spPr>
          <a:xfrm>
            <a:off x="3410712" y="2990088"/>
            <a:ext cx="2532888" cy="1024128"/>
          </a:xfrm>
          <a:prstGeom prst="rect">
            <a:avLst/>
          </a:prstGeom>
          <a:solidFill>
            <a:srgbClr val="E8F7F6"/>
          </a:solidFill>
          <a:ln>
            <a:solidFill>
              <a:srgbClr val="FFFFFF">
                <a:alpha val="0"/>
              </a:srgbClr>
            </a:solidFill>
          </a:ln>
          <a:effectLst>
            <a:outerShdw blurRad="101600" dist="25400" dir="5400000" algn="ctr" rotWithShape="0">
              <a:srgbClr val="292B45">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200" b="1">
                <a:solidFill>
                  <a:srgbClr val="292B45"/>
                </a:solidFill>
                <a:effectLst/>
                <a:latin typeface="Segoe UI" panose="020B0502040204020203" pitchFamily="34" charset="0"/>
              </a:rPr>
              <a:t>Dev Tunnel</a:t>
            </a:r>
          </a:p>
          <a:p>
            <a:pPr algn="ctr">
              <a:buNone/>
            </a:pPr>
            <a:r>
              <a:rPr lang="en-US" sz="1600">
                <a:solidFill>
                  <a:srgbClr val="292B45"/>
                </a:solidFill>
                <a:effectLst/>
                <a:latin typeface="Segoe UI" panose="020B0502040204020203" pitchFamily="34" charset="0"/>
              </a:rPr>
              <a:t>HTTPS</a:t>
            </a:r>
            <a:endParaRPr lang="en-US"/>
          </a:p>
        </p:txBody>
      </p:sp>
      <p:sp>
        <p:nvSpPr>
          <p:cNvPr id="13" name="Arrow: Right 12">
            <a:extLst>
              <a:ext uri="{FF2B5EF4-FFF2-40B4-BE49-F238E27FC236}">
                <a16:creationId xmlns:a16="http://schemas.microsoft.com/office/drawing/2014/main" id="{81AC2EF8-27FB-B001-7339-600773734736}"/>
              </a:ext>
            </a:extLst>
          </p:cNvPr>
          <p:cNvSpPr/>
          <p:nvPr/>
        </p:nvSpPr>
        <p:spPr>
          <a:xfrm>
            <a:off x="5989320" y="3392424"/>
            <a:ext cx="192024" cy="210312"/>
          </a:xfrm>
          <a:prstGeom prst="rightArrow">
            <a:avLst/>
          </a:prstGeom>
          <a:solidFill>
            <a:srgbClr val="119F9A"/>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E5B84E6-03BA-A7A8-217C-B6F4E401B016}"/>
              </a:ext>
            </a:extLst>
          </p:cNvPr>
          <p:cNvSpPr/>
          <p:nvPr/>
        </p:nvSpPr>
        <p:spPr>
          <a:xfrm>
            <a:off x="6227064" y="2990088"/>
            <a:ext cx="2532888" cy="1024128"/>
          </a:xfrm>
          <a:prstGeom prst="rect">
            <a:avLst/>
          </a:prstGeom>
          <a:solidFill>
            <a:srgbClr val="E8F7F6"/>
          </a:solidFill>
          <a:ln>
            <a:solidFill>
              <a:srgbClr val="FFFFFF">
                <a:alpha val="0"/>
              </a:srgbClr>
            </a:solidFill>
          </a:ln>
          <a:effectLst>
            <a:outerShdw blurRad="101600" dist="25400" dir="5400000" algn="ctr" rotWithShape="0">
              <a:srgbClr val="292B45">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200" b="1">
                <a:solidFill>
                  <a:srgbClr val="292B45"/>
                </a:solidFill>
                <a:effectLst/>
                <a:latin typeface="Segoe UI" panose="020B0502040204020203" pitchFamily="34" charset="0"/>
              </a:rPr>
              <a:t>MCP local</a:t>
            </a:r>
          </a:p>
          <a:p>
            <a:pPr algn="ctr">
              <a:buNone/>
            </a:pPr>
            <a:r>
              <a:rPr lang="en-US" sz="1600">
                <a:solidFill>
                  <a:srgbClr val="292B45"/>
                </a:solidFill>
                <a:effectLst/>
                <a:latin typeface="Segoe UI" panose="020B0502040204020203" pitchFamily="34" charset="0"/>
              </a:rPr>
              <a:t>Tools y validación</a:t>
            </a:r>
            <a:endParaRPr lang="en-US"/>
          </a:p>
        </p:txBody>
      </p:sp>
      <p:sp>
        <p:nvSpPr>
          <p:cNvPr id="15" name="Arrow: Right 14">
            <a:extLst>
              <a:ext uri="{FF2B5EF4-FFF2-40B4-BE49-F238E27FC236}">
                <a16:creationId xmlns:a16="http://schemas.microsoft.com/office/drawing/2014/main" id="{445498AC-B9C2-8455-7E9D-D1D7F1903C2C}"/>
              </a:ext>
            </a:extLst>
          </p:cNvPr>
          <p:cNvSpPr/>
          <p:nvPr/>
        </p:nvSpPr>
        <p:spPr>
          <a:xfrm>
            <a:off x="8805672" y="3392424"/>
            <a:ext cx="192024" cy="210312"/>
          </a:xfrm>
          <a:prstGeom prst="rightArrow">
            <a:avLst/>
          </a:prstGeom>
          <a:solidFill>
            <a:srgbClr val="119F9A"/>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D5CABF0-4BB6-6E13-0986-202D105D2FF2}"/>
              </a:ext>
            </a:extLst>
          </p:cNvPr>
          <p:cNvSpPr/>
          <p:nvPr/>
        </p:nvSpPr>
        <p:spPr>
          <a:xfrm>
            <a:off x="9043416" y="2990088"/>
            <a:ext cx="2532888" cy="1024128"/>
          </a:xfrm>
          <a:prstGeom prst="rect">
            <a:avLst/>
          </a:prstGeom>
          <a:solidFill>
            <a:srgbClr val="E8F7F6"/>
          </a:solidFill>
          <a:ln>
            <a:solidFill>
              <a:srgbClr val="FFFFFF">
                <a:alpha val="0"/>
              </a:srgbClr>
            </a:solidFill>
          </a:ln>
          <a:effectLst>
            <a:outerShdw blurRad="101600" dist="25400" dir="5400000" algn="ctr" rotWithShape="0">
              <a:srgbClr val="292B45">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200" b="1">
                <a:solidFill>
                  <a:srgbClr val="292B45"/>
                </a:solidFill>
                <a:effectLst/>
                <a:latin typeface="Segoe UI" panose="020B0502040204020203" pitchFamily="34" charset="0"/>
              </a:rPr>
              <a:t>API local</a:t>
            </a:r>
          </a:p>
          <a:p>
            <a:pPr algn="ctr">
              <a:buNone/>
            </a:pPr>
            <a:r>
              <a:rPr lang="en-US" sz="1600">
                <a:solidFill>
                  <a:srgbClr val="292B45"/>
                </a:solidFill>
                <a:effectLst/>
                <a:latin typeface="Segoe UI" panose="020B0502040204020203" pitchFamily="34" charset="0"/>
              </a:rPr>
              <a:t>Reglas y JSON</a:t>
            </a:r>
            <a:endParaRPr lang="en-US"/>
          </a:p>
        </p:txBody>
      </p:sp>
      <p:sp>
        <p:nvSpPr>
          <p:cNvPr id="17" name="Rectangle 16">
            <a:extLst>
              <a:ext uri="{FF2B5EF4-FFF2-40B4-BE49-F238E27FC236}">
                <a16:creationId xmlns:a16="http://schemas.microsoft.com/office/drawing/2014/main" id="{D8957F29-6BD4-AACA-6AFF-CE323F1CAC51}"/>
              </a:ext>
            </a:extLst>
          </p:cNvPr>
          <p:cNvSpPr/>
          <p:nvPr/>
        </p:nvSpPr>
        <p:spPr>
          <a:xfrm>
            <a:off x="594360" y="4297680"/>
            <a:ext cx="10991088" cy="44805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a:solidFill>
                  <a:srgbClr val="292B45"/>
                </a:solidFill>
                <a:effectLst/>
                <a:latin typeface="Segoe UI" panose="020B0502040204020203" pitchFamily="34" charset="0"/>
              </a:rPr>
              <a:t>Dev Tunnel resuelve conectividad HTTPS; no autentica al usuario.</a:t>
            </a:r>
          </a:p>
          <a:p>
            <a:pPr algn="l">
              <a:buNone/>
            </a:pPr>
            <a:r>
              <a:rPr lang="en-US" sz="100">
                <a:effectLst/>
              </a:rPr>
              <a:t> </a:t>
            </a:r>
            <a:endParaRPr lang="en-US"/>
          </a:p>
        </p:txBody>
      </p:sp>
      <p:sp>
        <p:nvSpPr>
          <p:cNvPr id="18" name="Rectangle 17">
            <a:extLst>
              <a:ext uri="{FF2B5EF4-FFF2-40B4-BE49-F238E27FC236}">
                <a16:creationId xmlns:a16="http://schemas.microsoft.com/office/drawing/2014/main" id="{86E34658-F44A-7668-6ED4-FF9B36168CFF}"/>
              </a:ext>
            </a:extLst>
          </p:cNvPr>
          <p:cNvSpPr/>
          <p:nvPr/>
        </p:nvSpPr>
        <p:spPr>
          <a:xfrm>
            <a:off x="594360" y="4974336"/>
            <a:ext cx="10991088" cy="777240"/>
          </a:xfrm>
          <a:prstGeom prst="rect">
            <a:avLst/>
          </a:prstGeom>
          <a:solidFill>
            <a:srgbClr val="FFDA37"/>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400" b="1">
                <a:solidFill>
                  <a:srgbClr val="292B45"/>
                </a:solidFill>
                <a:effectLst/>
                <a:latin typeface="Segoe UI" panose="020B0502040204020203" pitchFamily="34" charset="0"/>
              </a:rPr>
              <a:t>Solo desarrollo/demo privada</a:t>
            </a:r>
          </a:p>
          <a:p>
            <a:pPr algn="ctr">
              <a:buNone/>
            </a:pPr>
            <a:r>
              <a:rPr lang="en-US" sz="1800">
                <a:solidFill>
                  <a:srgbClr val="292B45"/>
                </a:solidFill>
                <a:effectLst/>
                <a:latin typeface="Segoe UI" panose="020B0502040204020203" pitchFamily="34" charset="0"/>
              </a:rPr>
              <a:t>No es apto para piloto ni producción.</a:t>
            </a:r>
            <a:endParaRPr lang="en-US"/>
          </a:p>
        </p:txBody>
      </p:sp>
      <p:pic>
        <p:nvPicPr>
          <p:cNvPr id="19" name="bizzsummit-logo" descr="Logotipo oficial Bizz Summit, reutilizado de la plantilla">
            <a:extLst>
              <a:ext uri="{FF2B5EF4-FFF2-40B4-BE49-F238E27FC236}">
                <a16:creationId xmlns:a16="http://schemas.microsoft.com/office/drawing/2014/main" id="{BCED3286-E48A-29E0-9111-A9797629D7BF}"/>
              </a:ext>
            </a:extLst>
          </p:cNvPr>
          <p:cNvPicPr>
            <a:picLocks noChangeAspect="1"/>
          </p:cNvPicPr>
          <p:nvPr/>
        </p:nvPicPr>
        <p:blipFill>
          <a:blip r:embed="rId4"/>
          <a:stretch>
            <a:fillRect/>
          </a:stretch>
        </p:blipFill>
        <p:spPr>
          <a:xfrm>
            <a:off x="694650" y="6000897"/>
            <a:ext cx="1536779" cy="317516"/>
          </a:xfrm>
          <a:prstGeom prst="rect">
            <a:avLst/>
          </a:prstGeom>
        </p:spPr>
      </p:pic>
      <p:sp>
        <p:nvSpPr>
          <p:cNvPr id="20" name="Freeform: Shape 19">
            <a:extLst>
              <a:ext uri="{FF2B5EF4-FFF2-40B4-BE49-F238E27FC236}">
                <a16:creationId xmlns:a16="http://schemas.microsoft.com/office/drawing/2014/main" id="{A6A70621-2146-0B12-03C3-500545CBFAFB}"/>
              </a:ext>
            </a:extLst>
          </p:cNvPr>
          <p:cNvSpPr/>
          <p:nvPr/>
        </p:nvSpPr>
        <p:spPr>
          <a:xfrm>
            <a:off x="11045952" y="5925312"/>
            <a:ext cx="667512" cy="457200"/>
          </a:xfrm>
          <a:custGeom>
            <a:avLst/>
            <a:gdLst>
              <a:gd name="connsiteX0" fmla="*/ 3209951 w 3467100"/>
              <a:gd name="connsiteY0" fmla="*/ 1102921 h 3152775"/>
              <a:gd name="connsiteX1" fmla="*/ 2526056 w 3467100"/>
              <a:gd name="connsiteY1" fmla="*/ 759068 h 3152775"/>
              <a:gd name="connsiteX2" fmla="*/ 2387943 w 3467100"/>
              <a:gd name="connsiteY2" fmla="*/ 725731 h 3152775"/>
              <a:gd name="connsiteX3" fmla="*/ 1954556 w 3467100"/>
              <a:gd name="connsiteY3" fmla="*/ 497131 h 3152775"/>
              <a:gd name="connsiteX4" fmla="*/ 1952651 w 3467100"/>
              <a:gd name="connsiteY4" fmla="*/ 495226 h 3152775"/>
              <a:gd name="connsiteX5" fmla="*/ 1560221 w 3467100"/>
              <a:gd name="connsiteY5" fmla="*/ 127561 h 3152775"/>
              <a:gd name="connsiteX6" fmla="*/ 829653 w 3467100"/>
              <a:gd name="connsiteY6" fmla="*/ 60886 h 3152775"/>
              <a:gd name="connsiteX7" fmla="*/ 398171 w 3467100"/>
              <a:gd name="connsiteY7" fmla="*/ 648578 h 3152775"/>
              <a:gd name="connsiteX8" fmla="*/ 479133 w 3467100"/>
              <a:gd name="connsiteY8" fmla="*/ 1555358 h 3152775"/>
              <a:gd name="connsiteX9" fmla="*/ 26 w 3467100"/>
              <a:gd name="connsiteY9" fmla="*/ 2563103 h 3152775"/>
              <a:gd name="connsiteX10" fmla="*/ 255296 w 3467100"/>
              <a:gd name="connsiteY10" fmla="*/ 3033639 h 3152775"/>
              <a:gd name="connsiteX11" fmla="*/ 787743 w 3467100"/>
              <a:gd name="connsiteY11" fmla="*/ 3151748 h 3152775"/>
              <a:gd name="connsiteX12" fmla="*/ 1568793 w 3467100"/>
              <a:gd name="connsiteY12" fmla="*/ 2828851 h 3152775"/>
              <a:gd name="connsiteX13" fmla="*/ 2439378 w 3467100"/>
              <a:gd name="connsiteY13" fmla="*/ 2565008 h 3152775"/>
              <a:gd name="connsiteX14" fmla="*/ 3042311 w 3467100"/>
              <a:gd name="connsiteY14" fmla="*/ 2438326 h 3152775"/>
              <a:gd name="connsiteX15" fmla="*/ 3469983 w 3467100"/>
              <a:gd name="connsiteY15" fmla="*/ 1817296 h 3152775"/>
              <a:gd name="connsiteX16" fmla="*/ 3209951 w 3467100"/>
              <a:gd name="connsiteY16" fmla="*/ 1102921 h 3152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67100" h="3152775">
                <a:moveTo>
                  <a:pt x="3209951" y="1102921"/>
                </a:moveTo>
                <a:cubicBezTo>
                  <a:pt x="3027071" y="920993"/>
                  <a:pt x="2776563" y="822886"/>
                  <a:pt x="2526056" y="759068"/>
                </a:cubicBezTo>
                <a:cubicBezTo>
                  <a:pt x="2480336" y="747638"/>
                  <a:pt x="2433663" y="736208"/>
                  <a:pt x="2387943" y="725731"/>
                </a:cubicBezTo>
                <a:cubicBezTo>
                  <a:pt x="2226018" y="689536"/>
                  <a:pt x="2075523" y="611431"/>
                  <a:pt x="1954556" y="497131"/>
                </a:cubicBezTo>
                <a:cubicBezTo>
                  <a:pt x="1953603" y="496178"/>
                  <a:pt x="1952651" y="496178"/>
                  <a:pt x="1952651" y="495226"/>
                </a:cubicBezTo>
                <a:cubicBezTo>
                  <a:pt x="1822158" y="371401"/>
                  <a:pt x="1709763" y="225668"/>
                  <a:pt x="1560221" y="127561"/>
                </a:cubicBezTo>
                <a:cubicBezTo>
                  <a:pt x="1347813" y="-12457"/>
                  <a:pt x="1063016" y="-41032"/>
                  <a:pt x="829653" y="60886"/>
                </a:cubicBezTo>
                <a:cubicBezTo>
                  <a:pt x="596291" y="162803"/>
                  <a:pt x="422936" y="394261"/>
                  <a:pt x="398171" y="648578"/>
                </a:cubicBezTo>
                <a:cubicBezTo>
                  <a:pt x="368643" y="952426"/>
                  <a:pt x="538188" y="1255321"/>
                  <a:pt x="479133" y="1555358"/>
                </a:cubicBezTo>
                <a:cubicBezTo>
                  <a:pt x="406743" y="1924928"/>
                  <a:pt x="3836" y="2186866"/>
                  <a:pt x="26" y="2563103"/>
                </a:cubicBezTo>
                <a:cubicBezTo>
                  <a:pt x="-1879" y="2748841"/>
                  <a:pt x="102896" y="2927911"/>
                  <a:pt x="255296" y="3033639"/>
                </a:cubicBezTo>
                <a:cubicBezTo>
                  <a:pt x="407696" y="3139366"/>
                  <a:pt x="602958" y="3175561"/>
                  <a:pt x="787743" y="3151748"/>
                </a:cubicBezTo>
                <a:cubicBezTo>
                  <a:pt x="1068731" y="3115553"/>
                  <a:pt x="1314476" y="2952676"/>
                  <a:pt x="1568793" y="2828851"/>
                </a:cubicBezTo>
                <a:cubicBezTo>
                  <a:pt x="1843113" y="2696453"/>
                  <a:pt x="2138388" y="2606918"/>
                  <a:pt x="2439378" y="2565008"/>
                </a:cubicBezTo>
                <a:cubicBezTo>
                  <a:pt x="2644166" y="2536433"/>
                  <a:pt x="2856573" y="2527861"/>
                  <a:pt x="3042311" y="2438326"/>
                </a:cubicBezTo>
                <a:cubicBezTo>
                  <a:pt x="3278531" y="2324026"/>
                  <a:pt x="3442361" y="2078281"/>
                  <a:pt x="3469983" y="1817296"/>
                </a:cubicBezTo>
                <a:cubicBezTo>
                  <a:pt x="3499511" y="1556311"/>
                  <a:pt x="3396641" y="1287706"/>
                  <a:pt x="3209951" y="1102921"/>
                </a:cubicBezTo>
                <a:close/>
              </a:path>
            </a:pathLst>
          </a:custGeom>
          <a:solidFill>
            <a:schemeClr val="accent2"/>
          </a:solidFill>
          <a:ln w="9525" cap="flat">
            <a:noFill/>
            <a:prstDash val="solid"/>
            <a:miter/>
          </a:ln>
        </p:spPr>
        <p:txBody>
          <a:bodyPr rtlCol="0" anchor="ctr"/>
          <a:lstStyle/>
          <a:p>
            <a:endParaRPr lang="en-GB"/>
          </a:p>
        </p:txBody>
      </p:sp>
    </p:spTree>
    <p:extLst>
      <p:ext uri="{BB962C8B-B14F-4D97-AF65-F5344CB8AC3E}">
        <p14:creationId xmlns:p14="http://schemas.microsoft.com/office/powerpoint/2010/main" val="41325698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4" name="Imagen 23">
            <a:extLst>
              <a:ext uri="{FF2B5EF4-FFF2-40B4-BE49-F238E27FC236}">
                <a16:creationId xmlns:a16="http://schemas.microsoft.com/office/drawing/2014/main" id="{EE8E3A3B-072A-FF72-4867-50F60C828DA4}"/>
              </a:ext>
            </a:extLst>
          </p:cNvPr>
          <p:cNvPicPr>
            <a:picLocks noChangeAspect="1"/>
          </p:cNvPicPr>
          <p:nvPr/>
        </p:nvPicPr>
        <p:blipFill>
          <a:blip r:embed="rId3"/>
          <a:stretch>
            <a:fillRect/>
          </a:stretch>
        </p:blipFill>
        <p:spPr>
          <a:xfrm>
            <a:off x="9606066" y="-141823"/>
            <a:ext cx="2514843" cy="2939887"/>
          </a:xfrm>
          <a:prstGeom prst="rect">
            <a:avLst/>
          </a:prstGeom>
        </p:spPr>
      </p:pic>
      <p:sp>
        <p:nvSpPr>
          <p:cNvPr id="2" name="footer-mask">
            <a:extLst>
              <a:ext uri="{FF2B5EF4-FFF2-40B4-BE49-F238E27FC236}">
                <a16:creationId xmlns:a16="http://schemas.microsoft.com/office/drawing/2014/main" id="{801D407A-C1D6-66F9-EE42-AA95478C9DE6}"/>
              </a:ext>
            </a:extLst>
          </p:cNvPr>
          <p:cNvSpPr/>
          <p:nvPr/>
        </p:nvSpPr>
        <p:spPr>
          <a:xfrm>
            <a:off x="0" y="5879592"/>
            <a:ext cx="12192000" cy="978408"/>
          </a:xfrm>
          <a:prstGeom prst="rect">
            <a:avLst/>
          </a:prstGeom>
          <a:solidFill>
            <a:srgbClr val="FFFF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hashtag">
            <a:extLst>
              <a:ext uri="{FF2B5EF4-FFF2-40B4-BE49-F238E27FC236}">
                <a16:creationId xmlns:a16="http://schemas.microsoft.com/office/drawing/2014/main" id="{380E4899-12B7-7C1D-7A43-D2ECC9AB0B22}"/>
              </a:ext>
            </a:extLst>
          </p:cNvPr>
          <p:cNvSpPr/>
          <p:nvPr/>
        </p:nvSpPr>
        <p:spPr>
          <a:xfrm>
            <a:off x="8887968" y="5971032"/>
            <a:ext cx="2121408" cy="3840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292B45"/>
                </a:solidFill>
                <a:effectLst/>
                <a:latin typeface="Segoe UI" panose="020B0502040204020203" pitchFamily="34" charset="0"/>
              </a:rPr>
              <a:t>#BizzSummit2026</a:t>
            </a:r>
          </a:p>
          <a:p>
            <a:pPr algn="r">
              <a:buNone/>
            </a:pPr>
            <a:r>
              <a:rPr lang="en-US" sz="100">
                <a:effectLst/>
              </a:rPr>
              <a:t> </a:t>
            </a:r>
            <a:endParaRPr lang="en-US"/>
          </a:p>
        </p:txBody>
      </p:sp>
      <p:sp>
        <p:nvSpPr>
          <p:cNvPr id="6" name="eyebrow">
            <a:extLst>
              <a:ext uri="{FF2B5EF4-FFF2-40B4-BE49-F238E27FC236}">
                <a16:creationId xmlns:a16="http://schemas.microsoft.com/office/drawing/2014/main" id="{3128E410-F903-BD6B-4920-51D7D80F7FBB}"/>
              </a:ext>
            </a:extLst>
          </p:cNvPr>
          <p:cNvSpPr/>
          <p:nvPr/>
        </p:nvSpPr>
        <p:spPr>
          <a:xfrm>
            <a:off x="594360" y="448056"/>
            <a:ext cx="10899648" cy="32918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50" b="1">
                <a:solidFill>
                  <a:srgbClr val="292B45"/>
                </a:solidFill>
                <a:effectLst/>
                <a:latin typeface="Segoe UI" panose="020B0502040204020203" pitchFamily="34" charset="0"/>
              </a:rPr>
              <a:t>06 · ENTRA SSO</a:t>
            </a:r>
          </a:p>
          <a:p>
            <a:pPr algn="l">
              <a:buNone/>
            </a:pPr>
            <a:r>
              <a:rPr lang="en-US" sz="100">
                <a:effectLst/>
              </a:rPr>
              <a:t> </a:t>
            </a:r>
            <a:endParaRPr lang="en-US"/>
          </a:p>
        </p:txBody>
      </p:sp>
      <p:sp>
        <p:nvSpPr>
          <p:cNvPr id="7" name="title">
            <a:extLst>
              <a:ext uri="{FF2B5EF4-FFF2-40B4-BE49-F238E27FC236}">
                <a16:creationId xmlns:a16="http://schemas.microsoft.com/office/drawing/2014/main" id="{ABB8D3C6-D1A4-8851-2B00-1BB5F0CAFA80}"/>
              </a:ext>
            </a:extLst>
          </p:cNvPr>
          <p:cNvSpPr/>
          <p:nvPr/>
        </p:nvSpPr>
        <p:spPr>
          <a:xfrm>
            <a:off x="594360" y="758952"/>
            <a:ext cx="10899648"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000" b="1">
                <a:solidFill>
                  <a:srgbClr val="292B45"/>
                </a:solidFill>
                <a:effectLst/>
                <a:latin typeface="Segoe UI" panose="020B0502040204020203" pitchFamily="34" charset="0"/>
              </a:rPr>
              <a:t>El usuario no desaparece</a:t>
            </a:r>
          </a:p>
          <a:p>
            <a:pPr algn="l">
              <a:buNone/>
            </a:pPr>
            <a:r>
              <a:rPr lang="en-US" sz="3000" b="1">
                <a:solidFill>
                  <a:srgbClr val="292B45"/>
                </a:solidFill>
                <a:effectLst/>
                <a:latin typeface="Segoe UI" panose="020B0502040204020203" pitchFamily="34" charset="0"/>
              </a:rPr>
              <a:t>al cruzar el conector</a:t>
            </a:r>
            <a:endParaRPr lang="en-US"/>
          </a:p>
        </p:txBody>
      </p:sp>
      <p:sp>
        <p:nvSpPr>
          <p:cNvPr id="8" name="Rectangle 7">
            <a:extLst>
              <a:ext uri="{FF2B5EF4-FFF2-40B4-BE49-F238E27FC236}">
                <a16:creationId xmlns:a16="http://schemas.microsoft.com/office/drawing/2014/main" id="{94EE1A80-124F-9A68-B371-3966D843F91C}"/>
              </a:ext>
            </a:extLst>
          </p:cNvPr>
          <p:cNvSpPr/>
          <p:nvPr/>
        </p:nvSpPr>
        <p:spPr>
          <a:xfrm>
            <a:off x="594360" y="1956816"/>
            <a:ext cx="3401568" cy="841248"/>
          </a:xfrm>
          <a:prstGeom prst="rect">
            <a:avLst/>
          </a:prstGeom>
          <a:solidFill>
            <a:srgbClr val="F2F3F7"/>
          </a:solidFill>
          <a:ln>
            <a:solidFill>
              <a:srgbClr val="FFFFFF">
                <a:alpha val="0"/>
              </a:srgbClr>
            </a:solidFill>
          </a:ln>
          <a:effectLst>
            <a:outerShdw blurRad="101600" dist="25400" dir="5400000" algn="ctr" rotWithShape="0">
              <a:srgbClr val="292B45">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800" b="1">
                <a:solidFill>
                  <a:srgbClr val="292B45"/>
                </a:solidFill>
                <a:effectLst/>
                <a:latin typeface="Segoe UI" panose="020B0502040204020203" pitchFamily="34" charset="0"/>
              </a:rPr>
              <a:t>Teams Developer Portal</a:t>
            </a:r>
          </a:p>
          <a:p>
            <a:pPr algn="ctr">
              <a:buNone/>
            </a:pPr>
            <a:r>
              <a:rPr lang="en-US" sz="1500">
                <a:solidFill>
                  <a:srgbClr val="292B45"/>
                </a:solidFill>
                <a:effectLst/>
                <a:latin typeface="Segoe UI" panose="020B0502040204020203" pitchFamily="34" charset="0"/>
              </a:rPr>
              <a:t>Configurar Entra SSO</a:t>
            </a:r>
            <a:endParaRPr lang="en-US"/>
          </a:p>
        </p:txBody>
      </p:sp>
      <p:sp>
        <p:nvSpPr>
          <p:cNvPr id="9" name="Arrow: Right 8">
            <a:extLst>
              <a:ext uri="{FF2B5EF4-FFF2-40B4-BE49-F238E27FC236}">
                <a16:creationId xmlns:a16="http://schemas.microsoft.com/office/drawing/2014/main" id="{806B4F7D-555D-AF05-AECD-F6AADEF44721}"/>
              </a:ext>
            </a:extLst>
          </p:cNvPr>
          <p:cNvSpPr/>
          <p:nvPr/>
        </p:nvSpPr>
        <p:spPr>
          <a:xfrm>
            <a:off x="4041648" y="2276856"/>
            <a:ext cx="283464" cy="219456"/>
          </a:xfrm>
          <a:prstGeom prst="rightArrow">
            <a:avLst/>
          </a:prstGeom>
          <a:solidFill>
            <a:srgbClr val="119F9A"/>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3A1F16B-B6B0-A631-C42D-79D0EC6694C5}"/>
              </a:ext>
            </a:extLst>
          </p:cNvPr>
          <p:cNvSpPr/>
          <p:nvPr/>
        </p:nvSpPr>
        <p:spPr>
          <a:xfrm>
            <a:off x="4389120" y="1956816"/>
            <a:ext cx="3401568" cy="841248"/>
          </a:xfrm>
          <a:prstGeom prst="rect">
            <a:avLst/>
          </a:prstGeom>
          <a:solidFill>
            <a:srgbClr val="F2F3F7"/>
          </a:solidFill>
          <a:ln>
            <a:solidFill>
              <a:srgbClr val="FFFFFF">
                <a:alpha val="0"/>
              </a:srgbClr>
            </a:solidFill>
          </a:ln>
          <a:effectLst>
            <a:outerShdw blurRad="101600" dist="25400" dir="5400000" algn="ctr" rotWithShape="0">
              <a:srgbClr val="292B45">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800" b="1">
                <a:solidFill>
                  <a:srgbClr val="292B45"/>
                </a:solidFill>
                <a:effectLst/>
                <a:latin typeface="Segoe UI" panose="020B0502040204020203" pitchFamily="34" charset="0"/>
              </a:rPr>
              <a:t>Enterprise Token Store</a:t>
            </a:r>
          </a:p>
          <a:p>
            <a:pPr algn="ctr">
              <a:buNone/>
            </a:pPr>
            <a:r>
              <a:rPr lang="en-US" sz="1500">
                <a:solidFill>
                  <a:srgbClr val="292B45"/>
                </a:solidFill>
                <a:effectLst/>
                <a:latin typeface="Segoe UI" panose="020B0502040204020203" pitchFamily="34" charset="0"/>
              </a:rPr>
              <a:t>Almacena la configuración</a:t>
            </a:r>
            <a:endParaRPr lang="en-US"/>
          </a:p>
        </p:txBody>
      </p:sp>
      <p:sp>
        <p:nvSpPr>
          <p:cNvPr id="11" name="Arrow: Right 10">
            <a:extLst>
              <a:ext uri="{FF2B5EF4-FFF2-40B4-BE49-F238E27FC236}">
                <a16:creationId xmlns:a16="http://schemas.microsoft.com/office/drawing/2014/main" id="{EEEBA4EA-0C4D-FF1A-5213-4E5B094CA760}"/>
              </a:ext>
            </a:extLst>
          </p:cNvPr>
          <p:cNvSpPr/>
          <p:nvPr/>
        </p:nvSpPr>
        <p:spPr>
          <a:xfrm>
            <a:off x="7836408" y="2276856"/>
            <a:ext cx="283464" cy="219456"/>
          </a:xfrm>
          <a:prstGeom prst="rightArrow">
            <a:avLst/>
          </a:prstGeom>
          <a:solidFill>
            <a:srgbClr val="119F9A"/>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1B0B793-4F1E-B8B3-1A4B-8E786E38E11F}"/>
              </a:ext>
            </a:extLst>
          </p:cNvPr>
          <p:cNvSpPr/>
          <p:nvPr/>
        </p:nvSpPr>
        <p:spPr>
          <a:xfrm>
            <a:off x="8183880" y="1956816"/>
            <a:ext cx="3401568" cy="841248"/>
          </a:xfrm>
          <a:prstGeom prst="rect">
            <a:avLst/>
          </a:prstGeom>
          <a:solidFill>
            <a:srgbClr val="F2F3F7"/>
          </a:solidFill>
          <a:ln>
            <a:solidFill>
              <a:srgbClr val="FFFFFF">
                <a:alpha val="0"/>
              </a:srgbClr>
            </a:solidFill>
          </a:ln>
          <a:effectLst>
            <a:outerShdw blurRad="101600" dist="25400" dir="5400000" algn="ctr" rotWithShape="0">
              <a:srgbClr val="292B45">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800" b="1">
                <a:solidFill>
                  <a:srgbClr val="292B45"/>
                </a:solidFill>
                <a:effectLst/>
                <a:latin typeface="Segoe UI" panose="020B0502040204020203" pitchFamily="34" charset="0"/>
              </a:rPr>
              <a:t>manifest.json</a:t>
            </a:r>
          </a:p>
          <a:p>
            <a:pPr algn="ctr">
              <a:buNone/>
            </a:pPr>
            <a:r>
              <a:rPr lang="en-US" sz="1500">
                <a:solidFill>
                  <a:srgbClr val="292B45"/>
                </a:solidFill>
                <a:effectLst/>
                <a:latin typeface="Segoe UI" panose="020B0502040204020203" pitchFamily="34" charset="0"/>
              </a:rPr>
              <a:t>Referencia: referenceId</a:t>
            </a:r>
            <a:endParaRPr lang="en-US"/>
          </a:p>
        </p:txBody>
      </p:sp>
      <p:sp>
        <p:nvSpPr>
          <p:cNvPr id="13" name="Rectangle 12">
            <a:extLst>
              <a:ext uri="{FF2B5EF4-FFF2-40B4-BE49-F238E27FC236}">
                <a16:creationId xmlns:a16="http://schemas.microsoft.com/office/drawing/2014/main" id="{43C15C25-1407-3DE4-F25F-BCF2BD884639}"/>
              </a:ext>
            </a:extLst>
          </p:cNvPr>
          <p:cNvSpPr/>
          <p:nvPr/>
        </p:nvSpPr>
        <p:spPr>
          <a:xfrm>
            <a:off x="594360" y="2944368"/>
            <a:ext cx="10991088" cy="457200"/>
          </a:xfrm>
          <a:prstGeom prst="rect">
            <a:avLst/>
          </a:prstGeom>
          <a:solidFill>
            <a:srgbClr val="FFDA37"/>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800" b="1">
                <a:solidFill>
                  <a:srgbClr val="292B45"/>
                </a:solidFill>
                <a:effectLst/>
                <a:latin typeface="Segoe UI" panose="020B0502040204020203" pitchFamily="34" charset="0"/>
              </a:rPr>
              <a:t>referenceId no es un client ID, un secreto ni un token.</a:t>
            </a:r>
          </a:p>
          <a:p>
            <a:pPr algn="ctr">
              <a:buNone/>
            </a:pPr>
            <a:r>
              <a:rPr lang="en-US" sz="100">
                <a:effectLst/>
              </a:rPr>
              <a:t> </a:t>
            </a:r>
            <a:endParaRPr lang="en-US"/>
          </a:p>
        </p:txBody>
      </p:sp>
      <p:sp>
        <p:nvSpPr>
          <p:cNvPr id="14" name="Rectangle 13">
            <a:extLst>
              <a:ext uri="{FF2B5EF4-FFF2-40B4-BE49-F238E27FC236}">
                <a16:creationId xmlns:a16="http://schemas.microsoft.com/office/drawing/2014/main" id="{E0E8FFD0-B4E2-9CF6-8A7C-3220E4AD97FB}"/>
              </a:ext>
            </a:extLst>
          </p:cNvPr>
          <p:cNvSpPr/>
          <p:nvPr/>
        </p:nvSpPr>
        <p:spPr>
          <a:xfrm>
            <a:off x="594360" y="3749040"/>
            <a:ext cx="3401568" cy="795528"/>
          </a:xfrm>
          <a:prstGeom prst="rect">
            <a:avLst/>
          </a:prstGeom>
          <a:solidFill>
            <a:srgbClr val="E8F7F6"/>
          </a:solidFill>
          <a:ln>
            <a:solidFill>
              <a:srgbClr val="FFFFFF">
                <a:alpha val="0"/>
              </a:srgbClr>
            </a:solidFill>
          </a:ln>
          <a:effectLst>
            <a:outerShdw blurRad="101600" dist="25400" dir="5400000" algn="ctr" rotWithShape="0">
              <a:srgbClr val="292B45">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100" b="1">
                <a:solidFill>
                  <a:srgbClr val="292B45"/>
                </a:solidFill>
                <a:effectLst/>
                <a:latin typeface="Segoe UI" panose="020B0502040204020203" pitchFamily="34" charset="0"/>
              </a:rPr>
              <a:t>Cowork</a:t>
            </a:r>
          </a:p>
          <a:p>
            <a:pPr algn="ctr">
              <a:buNone/>
            </a:pPr>
            <a:r>
              <a:rPr lang="en-US" sz="1500">
                <a:solidFill>
                  <a:srgbClr val="292B45"/>
                </a:solidFill>
                <a:effectLst/>
                <a:latin typeface="Segoe UI" panose="020B0502040204020203" pitchFamily="34" charset="0"/>
              </a:rPr>
              <a:t>Usuario autenticado</a:t>
            </a:r>
            <a:endParaRPr lang="en-US"/>
          </a:p>
        </p:txBody>
      </p:sp>
      <p:sp>
        <p:nvSpPr>
          <p:cNvPr id="15" name="Arrow: Right 14">
            <a:extLst>
              <a:ext uri="{FF2B5EF4-FFF2-40B4-BE49-F238E27FC236}">
                <a16:creationId xmlns:a16="http://schemas.microsoft.com/office/drawing/2014/main" id="{76DA178A-9580-7D8F-2AA1-4EDF5720D3D1}"/>
              </a:ext>
            </a:extLst>
          </p:cNvPr>
          <p:cNvSpPr/>
          <p:nvPr/>
        </p:nvSpPr>
        <p:spPr>
          <a:xfrm>
            <a:off x="4041648" y="4032504"/>
            <a:ext cx="283464" cy="219456"/>
          </a:xfrm>
          <a:prstGeom prst="rightArrow">
            <a:avLst/>
          </a:prstGeom>
          <a:solidFill>
            <a:srgbClr val="119F9A"/>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CBC3B4A-D9F2-6970-CC11-F0E8F3237EB4}"/>
              </a:ext>
            </a:extLst>
          </p:cNvPr>
          <p:cNvSpPr/>
          <p:nvPr/>
        </p:nvSpPr>
        <p:spPr>
          <a:xfrm>
            <a:off x="4389120" y="3749040"/>
            <a:ext cx="3401568" cy="795528"/>
          </a:xfrm>
          <a:prstGeom prst="rect">
            <a:avLst/>
          </a:prstGeom>
          <a:solidFill>
            <a:srgbClr val="E8F7F6"/>
          </a:solidFill>
          <a:ln>
            <a:solidFill>
              <a:srgbClr val="FFFFFF">
                <a:alpha val="0"/>
              </a:srgbClr>
            </a:solidFill>
          </a:ln>
          <a:effectLst>
            <a:outerShdw blurRad="101600" dist="25400" dir="5400000" algn="ctr" rotWithShape="0">
              <a:srgbClr val="292B45">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100" b="1">
                <a:solidFill>
                  <a:srgbClr val="292B45"/>
                </a:solidFill>
                <a:effectLst/>
                <a:latin typeface="Segoe UI" panose="020B0502040204020203" pitchFamily="34" charset="0"/>
              </a:rPr>
              <a:t>MCP</a:t>
            </a:r>
          </a:p>
          <a:p>
            <a:pPr algn="ctr">
              <a:buNone/>
            </a:pPr>
            <a:r>
              <a:rPr lang="en-US" sz="1500">
                <a:solidFill>
                  <a:srgbClr val="292B45"/>
                </a:solidFill>
                <a:effectLst/>
                <a:latin typeface="Segoe UI" panose="020B0502040204020203" pitchFamily="34" charset="0"/>
              </a:rPr>
              <a:t>Valida el JWT</a:t>
            </a:r>
            <a:endParaRPr lang="en-US"/>
          </a:p>
        </p:txBody>
      </p:sp>
      <p:sp>
        <p:nvSpPr>
          <p:cNvPr id="17" name="Arrow: Right 16">
            <a:extLst>
              <a:ext uri="{FF2B5EF4-FFF2-40B4-BE49-F238E27FC236}">
                <a16:creationId xmlns:a16="http://schemas.microsoft.com/office/drawing/2014/main" id="{8F547C1A-7207-E0B1-956E-058B493C79A7}"/>
              </a:ext>
            </a:extLst>
          </p:cNvPr>
          <p:cNvSpPr/>
          <p:nvPr/>
        </p:nvSpPr>
        <p:spPr>
          <a:xfrm>
            <a:off x="7836408" y="4032504"/>
            <a:ext cx="283464" cy="219456"/>
          </a:xfrm>
          <a:prstGeom prst="rightArrow">
            <a:avLst/>
          </a:prstGeom>
          <a:solidFill>
            <a:srgbClr val="119F9A"/>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EB172B0-E278-94A6-E3AA-8F3FF5ABF003}"/>
              </a:ext>
            </a:extLst>
          </p:cNvPr>
          <p:cNvSpPr/>
          <p:nvPr/>
        </p:nvSpPr>
        <p:spPr>
          <a:xfrm>
            <a:off x="8183880" y="3749040"/>
            <a:ext cx="3401568" cy="795528"/>
          </a:xfrm>
          <a:prstGeom prst="rect">
            <a:avLst/>
          </a:prstGeom>
          <a:solidFill>
            <a:srgbClr val="E8F7F6"/>
          </a:solidFill>
          <a:ln>
            <a:solidFill>
              <a:srgbClr val="FFFFFF">
                <a:alpha val="0"/>
              </a:srgbClr>
            </a:solidFill>
          </a:ln>
          <a:effectLst>
            <a:outerShdw blurRad="101600" dist="25400" dir="5400000" algn="ctr" rotWithShape="0">
              <a:srgbClr val="292B45">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100" b="1">
                <a:solidFill>
                  <a:srgbClr val="292B45"/>
                </a:solidFill>
                <a:effectLst/>
                <a:latin typeface="Segoe UI" panose="020B0502040204020203" pitchFamily="34" charset="0"/>
              </a:rPr>
              <a:t>API</a:t>
            </a:r>
          </a:p>
          <a:p>
            <a:pPr algn="ctr">
              <a:buNone/>
            </a:pPr>
            <a:r>
              <a:rPr lang="en-US" sz="1500">
                <a:solidFill>
                  <a:srgbClr val="292B45"/>
                </a:solidFill>
                <a:effectLst/>
                <a:latin typeface="Segoe UI" panose="020B0502040204020203" pitchFamily="34" charset="0"/>
              </a:rPr>
              <a:t>Valida el JWT</a:t>
            </a:r>
            <a:endParaRPr lang="en-US"/>
          </a:p>
        </p:txBody>
      </p:sp>
      <p:sp>
        <p:nvSpPr>
          <p:cNvPr id="19" name="Rectangle 18">
            <a:extLst>
              <a:ext uri="{FF2B5EF4-FFF2-40B4-BE49-F238E27FC236}">
                <a16:creationId xmlns:a16="http://schemas.microsoft.com/office/drawing/2014/main" id="{342A154F-136C-BA26-F05A-F55368DC0785}"/>
              </a:ext>
            </a:extLst>
          </p:cNvPr>
          <p:cNvSpPr/>
          <p:nvPr/>
        </p:nvSpPr>
        <p:spPr>
          <a:xfrm>
            <a:off x="594360" y="4690872"/>
            <a:ext cx="10991088" cy="53309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292B45"/>
                </a:solidFill>
                <a:effectLst/>
                <a:latin typeface="Segoe UI" panose="020B0502040204020203" pitchFamily="34" charset="0"/>
              </a:rPr>
              <a:t>Bearer token · iss · tid · aud · exp · scp   |   Demo: audiencia compartida</a:t>
            </a:r>
          </a:p>
          <a:p>
            <a:pPr algn="l">
              <a:buNone/>
            </a:pPr>
            <a:r>
              <a:rPr lang="en-US" sz="100">
                <a:effectLst/>
              </a:rPr>
              <a:t> </a:t>
            </a:r>
            <a:endParaRPr lang="en-US"/>
          </a:p>
        </p:txBody>
      </p:sp>
      <p:sp>
        <p:nvSpPr>
          <p:cNvPr id="20" name="Rectangle 19">
            <a:extLst>
              <a:ext uri="{FF2B5EF4-FFF2-40B4-BE49-F238E27FC236}">
                <a16:creationId xmlns:a16="http://schemas.microsoft.com/office/drawing/2014/main" id="{E22E960F-0C18-61E8-2396-03CCFC8E2162}"/>
              </a:ext>
            </a:extLst>
          </p:cNvPr>
          <p:cNvSpPr/>
          <p:nvPr/>
        </p:nvSpPr>
        <p:spPr>
          <a:xfrm>
            <a:off x="594360" y="5257800"/>
            <a:ext cx="10991088" cy="546557"/>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900">
                <a:solidFill>
                  <a:srgbClr val="292B45"/>
                </a:solidFill>
                <a:effectLst/>
                <a:latin typeface="Segoe UI" panose="020B0502040204020203" pitchFamily="34" charset="0"/>
              </a:rPr>
              <a:t>/api/* protegido     ·     /health anónimo     ·     Sin token: 401</a:t>
            </a:r>
          </a:p>
          <a:p>
            <a:pPr algn="l">
              <a:buNone/>
            </a:pPr>
            <a:r>
              <a:rPr lang="en-US" sz="100">
                <a:effectLst/>
              </a:rPr>
              <a:t> </a:t>
            </a:r>
            <a:endParaRPr lang="en-US"/>
          </a:p>
        </p:txBody>
      </p:sp>
      <p:pic>
        <p:nvPicPr>
          <p:cNvPr id="21" name="bizzsummit-logo" descr="Logotipo oficial Bizz Summit, reutilizado de la plantilla">
            <a:extLst>
              <a:ext uri="{FF2B5EF4-FFF2-40B4-BE49-F238E27FC236}">
                <a16:creationId xmlns:a16="http://schemas.microsoft.com/office/drawing/2014/main" id="{66089FCA-4A8C-45A4-19D8-93D303726FED}"/>
              </a:ext>
            </a:extLst>
          </p:cNvPr>
          <p:cNvPicPr>
            <a:picLocks noChangeAspect="1"/>
          </p:cNvPicPr>
          <p:nvPr/>
        </p:nvPicPr>
        <p:blipFill>
          <a:blip r:embed="rId4"/>
          <a:stretch>
            <a:fillRect/>
          </a:stretch>
        </p:blipFill>
        <p:spPr>
          <a:xfrm>
            <a:off x="694650" y="6000897"/>
            <a:ext cx="1536779" cy="317516"/>
          </a:xfrm>
          <a:prstGeom prst="rect">
            <a:avLst/>
          </a:prstGeom>
        </p:spPr>
      </p:pic>
      <p:sp>
        <p:nvSpPr>
          <p:cNvPr id="22" name="Freeform: Shape 21">
            <a:extLst>
              <a:ext uri="{FF2B5EF4-FFF2-40B4-BE49-F238E27FC236}">
                <a16:creationId xmlns:a16="http://schemas.microsoft.com/office/drawing/2014/main" id="{313C6B09-0472-5D47-770B-0FA75CD41215}"/>
              </a:ext>
            </a:extLst>
          </p:cNvPr>
          <p:cNvSpPr/>
          <p:nvPr/>
        </p:nvSpPr>
        <p:spPr>
          <a:xfrm>
            <a:off x="11045952" y="5925312"/>
            <a:ext cx="667512" cy="457200"/>
          </a:xfrm>
          <a:custGeom>
            <a:avLst/>
            <a:gdLst>
              <a:gd name="connsiteX0" fmla="*/ 3209951 w 3467100"/>
              <a:gd name="connsiteY0" fmla="*/ 1102921 h 3152775"/>
              <a:gd name="connsiteX1" fmla="*/ 2526056 w 3467100"/>
              <a:gd name="connsiteY1" fmla="*/ 759068 h 3152775"/>
              <a:gd name="connsiteX2" fmla="*/ 2387943 w 3467100"/>
              <a:gd name="connsiteY2" fmla="*/ 725731 h 3152775"/>
              <a:gd name="connsiteX3" fmla="*/ 1954556 w 3467100"/>
              <a:gd name="connsiteY3" fmla="*/ 497131 h 3152775"/>
              <a:gd name="connsiteX4" fmla="*/ 1952651 w 3467100"/>
              <a:gd name="connsiteY4" fmla="*/ 495226 h 3152775"/>
              <a:gd name="connsiteX5" fmla="*/ 1560221 w 3467100"/>
              <a:gd name="connsiteY5" fmla="*/ 127561 h 3152775"/>
              <a:gd name="connsiteX6" fmla="*/ 829653 w 3467100"/>
              <a:gd name="connsiteY6" fmla="*/ 60886 h 3152775"/>
              <a:gd name="connsiteX7" fmla="*/ 398171 w 3467100"/>
              <a:gd name="connsiteY7" fmla="*/ 648578 h 3152775"/>
              <a:gd name="connsiteX8" fmla="*/ 479133 w 3467100"/>
              <a:gd name="connsiteY8" fmla="*/ 1555358 h 3152775"/>
              <a:gd name="connsiteX9" fmla="*/ 26 w 3467100"/>
              <a:gd name="connsiteY9" fmla="*/ 2563103 h 3152775"/>
              <a:gd name="connsiteX10" fmla="*/ 255296 w 3467100"/>
              <a:gd name="connsiteY10" fmla="*/ 3033639 h 3152775"/>
              <a:gd name="connsiteX11" fmla="*/ 787743 w 3467100"/>
              <a:gd name="connsiteY11" fmla="*/ 3151748 h 3152775"/>
              <a:gd name="connsiteX12" fmla="*/ 1568793 w 3467100"/>
              <a:gd name="connsiteY12" fmla="*/ 2828851 h 3152775"/>
              <a:gd name="connsiteX13" fmla="*/ 2439378 w 3467100"/>
              <a:gd name="connsiteY13" fmla="*/ 2565008 h 3152775"/>
              <a:gd name="connsiteX14" fmla="*/ 3042311 w 3467100"/>
              <a:gd name="connsiteY14" fmla="*/ 2438326 h 3152775"/>
              <a:gd name="connsiteX15" fmla="*/ 3469983 w 3467100"/>
              <a:gd name="connsiteY15" fmla="*/ 1817296 h 3152775"/>
              <a:gd name="connsiteX16" fmla="*/ 3209951 w 3467100"/>
              <a:gd name="connsiteY16" fmla="*/ 1102921 h 3152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67100" h="3152775">
                <a:moveTo>
                  <a:pt x="3209951" y="1102921"/>
                </a:moveTo>
                <a:cubicBezTo>
                  <a:pt x="3027071" y="920993"/>
                  <a:pt x="2776563" y="822886"/>
                  <a:pt x="2526056" y="759068"/>
                </a:cubicBezTo>
                <a:cubicBezTo>
                  <a:pt x="2480336" y="747638"/>
                  <a:pt x="2433663" y="736208"/>
                  <a:pt x="2387943" y="725731"/>
                </a:cubicBezTo>
                <a:cubicBezTo>
                  <a:pt x="2226018" y="689536"/>
                  <a:pt x="2075523" y="611431"/>
                  <a:pt x="1954556" y="497131"/>
                </a:cubicBezTo>
                <a:cubicBezTo>
                  <a:pt x="1953603" y="496178"/>
                  <a:pt x="1952651" y="496178"/>
                  <a:pt x="1952651" y="495226"/>
                </a:cubicBezTo>
                <a:cubicBezTo>
                  <a:pt x="1822158" y="371401"/>
                  <a:pt x="1709763" y="225668"/>
                  <a:pt x="1560221" y="127561"/>
                </a:cubicBezTo>
                <a:cubicBezTo>
                  <a:pt x="1347813" y="-12457"/>
                  <a:pt x="1063016" y="-41032"/>
                  <a:pt x="829653" y="60886"/>
                </a:cubicBezTo>
                <a:cubicBezTo>
                  <a:pt x="596291" y="162803"/>
                  <a:pt x="422936" y="394261"/>
                  <a:pt x="398171" y="648578"/>
                </a:cubicBezTo>
                <a:cubicBezTo>
                  <a:pt x="368643" y="952426"/>
                  <a:pt x="538188" y="1255321"/>
                  <a:pt x="479133" y="1555358"/>
                </a:cubicBezTo>
                <a:cubicBezTo>
                  <a:pt x="406743" y="1924928"/>
                  <a:pt x="3836" y="2186866"/>
                  <a:pt x="26" y="2563103"/>
                </a:cubicBezTo>
                <a:cubicBezTo>
                  <a:pt x="-1879" y="2748841"/>
                  <a:pt x="102896" y="2927911"/>
                  <a:pt x="255296" y="3033639"/>
                </a:cubicBezTo>
                <a:cubicBezTo>
                  <a:pt x="407696" y="3139366"/>
                  <a:pt x="602958" y="3175561"/>
                  <a:pt x="787743" y="3151748"/>
                </a:cubicBezTo>
                <a:cubicBezTo>
                  <a:pt x="1068731" y="3115553"/>
                  <a:pt x="1314476" y="2952676"/>
                  <a:pt x="1568793" y="2828851"/>
                </a:cubicBezTo>
                <a:cubicBezTo>
                  <a:pt x="1843113" y="2696453"/>
                  <a:pt x="2138388" y="2606918"/>
                  <a:pt x="2439378" y="2565008"/>
                </a:cubicBezTo>
                <a:cubicBezTo>
                  <a:pt x="2644166" y="2536433"/>
                  <a:pt x="2856573" y="2527861"/>
                  <a:pt x="3042311" y="2438326"/>
                </a:cubicBezTo>
                <a:cubicBezTo>
                  <a:pt x="3278531" y="2324026"/>
                  <a:pt x="3442361" y="2078281"/>
                  <a:pt x="3469983" y="1817296"/>
                </a:cubicBezTo>
                <a:cubicBezTo>
                  <a:pt x="3499511" y="1556311"/>
                  <a:pt x="3396641" y="1287706"/>
                  <a:pt x="3209951" y="1102921"/>
                </a:cubicBezTo>
                <a:close/>
              </a:path>
            </a:pathLst>
          </a:custGeom>
          <a:solidFill>
            <a:schemeClr val="accent2"/>
          </a:solidFill>
          <a:ln w="9525" cap="flat">
            <a:noFill/>
            <a:prstDash val="solid"/>
            <a:miter/>
          </a:ln>
        </p:spPr>
        <p:txBody>
          <a:bodyPr rtlCol="0" anchor="ctr"/>
          <a:lstStyle/>
          <a:p>
            <a:endParaRPr lang="en-GB"/>
          </a:p>
        </p:txBody>
      </p:sp>
    </p:spTree>
    <p:extLst>
      <p:ext uri="{BB962C8B-B14F-4D97-AF65-F5344CB8AC3E}">
        <p14:creationId xmlns:p14="http://schemas.microsoft.com/office/powerpoint/2010/main" val="33553696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mask">
            <a:extLst>
              <a:ext uri="{FF2B5EF4-FFF2-40B4-BE49-F238E27FC236}">
                <a16:creationId xmlns:a16="http://schemas.microsoft.com/office/drawing/2014/main" id="{EB78D088-D672-33CD-941B-5CB8FDE05651}"/>
              </a:ext>
            </a:extLst>
          </p:cNvPr>
          <p:cNvSpPr/>
          <p:nvPr/>
        </p:nvSpPr>
        <p:spPr>
          <a:xfrm>
            <a:off x="0" y="5879592"/>
            <a:ext cx="12192000" cy="978408"/>
          </a:xfrm>
          <a:prstGeom prst="rect">
            <a:avLst/>
          </a:prstGeom>
          <a:solidFill>
            <a:srgbClr val="FFFF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hashtag">
            <a:extLst>
              <a:ext uri="{FF2B5EF4-FFF2-40B4-BE49-F238E27FC236}">
                <a16:creationId xmlns:a16="http://schemas.microsoft.com/office/drawing/2014/main" id="{E026E63D-A1EC-9256-51BF-D97A44FAA807}"/>
              </a:ext>
            </a:extLst>
          </p:cNvPr>
          <p:cNvSpPr/>
          <p:nvPr/>
        </p:nvSpPr>
        <p:spPr>
          <a:xfrm>
            <a:off x="8887968" y="5971032"/>
            <a:ext cx="2121408" cy="3840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292B45"/>
                </a:solidFill>
                <a:effectLst/>
                <a:latin typeface="Segoe UI" panose="020B0502040204020203" pitchFamily="34" charset="0"/>
              </a:rPr>
              <a:t>#BizzSummit2026</a:t>
            </a:r>
          </a:p>
          <a:p>
            <a:pPr algn="r">
              <a:buNone/>
            </a:pPr>
            <a:r>
              <a:rPr lang="en-US" sz="100">
                <a:effectLst/>
              </a:rPr>
              <a:t> </a:t>
            </a:r>
            <a:endParaRPr lang="en-US"/>
          </a:p>
        </p:txBody>
      </p:sp>
      <p:sp>
        <p:nvSpPr>
          <p:cNvPr id="6" name="eyebrow">
            <a:extLst>
              <a:ext uri="{FF2B5EF4-FFF2-40B4-BE49-F238E27FC236}">
                <a16:creationId xmlns:a16="http://schemas.microsoft.com/office/drawing/2014/main" id="{AC27B655-7B56-75E4-10C4-24553A2F8B0B}"/>
              </a:ext>
            </a:extLst>
          </p:cNvPr>
          <p:cNvSpPr/>
          <p:nvPr/>
        </p:nvSpPr>
        <p:spPr>
          <a:xfrm>
            <a:off x="594360" y="448056"/>
            <a:ext cx="10899648" cy="32918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50" b="1">
                <a:solidFill>
                  <a:srgbClr val="292B45"/>
                </a:solidFill>
                <a:effectLst/>
                <a:latin typeface="Segoe UI" panose="020B0502040204020203" pitchFamily="34" charset="0"/>
              </a:rPr>
              <a:t>07 · AUTENTICACIÓN ≠ AUTORIZACIÓN</a:t>
            </a:r>
          </a:p>
          <a:p>
            <a:pPr algn="l">
              <a:buNone/>
            </a:pPr>
            <a:r>
              <a:rPr lang="en-US" sz="100">
                <a:effectLst/>
              </a:rPr>
              <a:t> </a:t>
            </a:r>
            <a:endParaRPr lang="en-US"/>
          </a:p>
        </p:txBody>
      </p:sp>
      <p:sp>
        <p:nvSpPr>
          <p:cNvPr id="7" name="title">
            <a:extLst>
              <a:ext uri="{FF2B5EF4-FFF2-40B4-BE49-F238E27FC236}">
                <a16:creationId xmlns:a16="http://schemas.microsoft.com/office/drawing/2014/main" id="{C82C0335-61B0-C9CC-9B37-EED39B6C6784}"/>
              </a:ext>
            </a:extLst>
          </p:cNvPr>
          <p:cNvSpPr/>
          <p:nvPr/>
        </p:nvSpPr>
        <p:spPr>
          <a:xfrm>
            <a:off x="594360" y="758952"/>
            <a:ext cx="10899648"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000" b="1">
                <a:solidFill>
                  <a:srgbClr val="292B45"/>
                </a:solidFill>
                <a:effectLst/>
                <a:latin typeface="Segoe UI" panose="020B0502040204020203" pitchFamily="34" charset="0"/>
              </a:rPr>
              <a:t>Un JWT válido no concede acceso ilimitado</a:t>
            </a:r>
          </a:p>
          <a:p>
            <a:pPr algn="l">
              <a:buNone/>
            </a:pPr>
            <a:r>
              <a:rPr lang="en-US" sz="100">
                <a:effectLst/>
              </a:rPr>
              <a:t> </a:t>
            </a:r>
            <a:endParaRPr lang="en-US"/>
          </a:p>
        </p:txBody>
      </p:sp>
      <p:sp>
        <p:nvSpPr>
          <p:cNvPr id="8" name="Rectangle 7">
            <a:extLst>
              <a:ext uri="{FF2B5EF4-FFF2-40B4-BE49-F238E27FC236}">
                <a16:creationId xmlns:a16="http://schemas.microsoft.com/office/drawing/2014/main" id="{B1F2C565-6C1E-4EE6-3CE5-9B0242C15839}"/>
              </a:ext>
            </a:extLst>
          </p:cNvPr>
          <p:cNvSpPr/>
          <p:nvPr/>
        </p:nvSpPr>
        <p:spPr>
          <a:xfrm>
            <a:off x="594360" y="2011680"/>
            <a:ext cx="5074920" cy="2980944"/>
          </a:xfrm>
          <a:prstGeom prst="rect">
            <a:avLst/>
          </a:prstGeom>
          <a:solidFill>
            <a:srgbClr val="F2F3F7"/>
          </a:solidFill>
          <a:ln>
            <a:solidFill>
              <a:schemeClr val="tx1">
                <a:lumMod val="85000"/>
                <a:lumOff val="15000"/>
                <a:alpha val="0"/>
              </a:schemeClr>
            </a:solidFill>
          </a:ln>
          <a:effectLst>
            <a:outerShdw blurRad="101600" dist="25400" dir="5400000" algn="ctr" rotWithShape="0">
              <a:srgbClr val="292B45">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D1E3DE1-2098-651B-FB84-314EB69CEFBE}"/>
              </a:ext>
            </a:extLst>
          </p:cNvPr>
          <p:cNvSpPr/>
          <p:nvPr/>
        </p:nvSpPr>
        <p:spPr>
          <a:xfrm>
            <a:off x="6519672" y="2011680"/>
            <a:ext cx="5065776" cy="2980944"/>
          </a:xfrm>
          <a:prstGeom prst="rect">
            <a:avLst/>
          </a:prstGeom>
          <a:solidFill>
            <a:srgbClr val="E8F7F6"/>
          </a:solidFill>
          <a:ln w="12700">
            <a:solidFill>
              <a:srgbClr val="119F9A"/>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98EDCA4-F44C-0333-6B25-FBB2EEB7F5A3}"/>
              </a:ext>
            </a:extLst>
          </p:cNvPr>
          <p:cNvSpPr/>
          <p:nvPr/>
        </p:nvSpPr>
        <p:spPr>
          <a:xfrm>
            <a:off x="832104" y="2221992"/>
            <a:ext cx="4599432" cy="58521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500" b="1">
                <a:solidFill>
                  <a:srgbClr val="292B45"/>
                </a:solidFill>
                <a:effectLst/>
                <a:latin typeface="Segoe UI" panose="020B0502040204020203" pitchFamily="34" charset="0"/>
              </a:rPr>
              <a:t>Autenticación</a:t>
            </a:r>
          </a:p>
          <a:p>
            <a:pPr algn="l">
              <a:buNone/>
            </a:pPr>
            <a:r>
              <a:rPr lang="en-US" sz="100">
                <a:effectLst/>
              </a:rPr>
              <a:t> </a:t>
            </a:r>
            <a:endParaRPr lang="en-US"/>
          </a:p>
        </p:txBody>
      </p:sp>
      <p:sp>
        <p:nvSpPr>
          <p:cNvPr id="11" name="Rectangle 10">
            <a:extLst>
              <a:ext uri="{FF2B5EF4-FFF2-40B4-BE49-F238E27FC236}">
                <a16:creationId xmlns:a16="http://schemas.microsoft.com/office/drawing/2014/main" id="{9FB69D61-C23B-2774-7B9E-7C59E0653405}"/>
              </a:ext>
            </a:extLst>
          </p:cNvPr>
          <p:cNvSpPr/>
          <p:nvPr/>
        </p:nvSpPr>
        <p:spPr>
          <a:xfrm>
            <a:off x="832104" y="2807208"/>
            <a:ext cx="4599432" cy="49377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a:solidFill>
                  <a:srgbClr val="292B45"/>
                </a:solidFill>
                <a:effectLst/>
                <a:latin typeface="Segoe UI" panose="020B0502040204020203" pitchFamily="34" charset="0"/>
              </a:rPr>
              <a:t>Quién llama</a:t>
            </a:r>
          </a:p>
          <a:p>
            <a:pPr algn="l">
              <a:buNone/>
            </a:pPr>
            <a:r>
              <a:rPr lang="en-US" sz="100">
                <a:effectLst/>
              </a:rPr>
              <a:t> </a:t>
            </a:r>
            <a:endParaRPr lang="en-US"/>
          </a:p>
        </p:txBody>
      </p:sp>
      <p:sp>
        <p:nvSpPr>
          <p:cNvPr id="12" name="Rectangle 11">
            <a:extLst>
              <a:ext uri="{FF2B5EF4-FFF2-40B4-BE49-F238E27FC236}">
                <a16:creationId xmlns:a16="http://schemas.microsoft.com/office/drawing/2014/main" id="{279D2CD9-EA14-FDE8-16D6-D6887A24685D}"/>
              </a:ext>
            </a:extLst>
          </p:cNvPr>
          <p:cNvSpPr/>
          <p:nvPr/>
        </p:nvSpPr>
        <p:spPr>
          <a:xfrm>
            <a:off x="832104" y="3300984"/>
            <a:ext cx="4599432"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a:solidFill>
                  <a:srgbClr val="292B45"/>
                </a:solidFill>
                <a:effectLst/>
                <a:latin typeface="Segoe UI" panose="020B0502040204020203" pitchFamily="34" charset="0"/>
              </a:rPr>
              <a:t>iss · aud · exp · tenant</a:t>
            </a:r>
          </a:p>
          <a:p>
            <a:pPr algn="l">
              <a:buNone/>
            </a:pPr>
            <a:r>
              <a:rPr lang="en-US" sz="100">
                <a:effectLst/>
              </a:rPr>
              <a:t> </a:t>
            </a:r>
            <a:endParaRPr lang="en-US"/>
          </a:p>
        </p:txBody>
      </p:sp>
      <p:sp>
        <p:nvSpPr>
          <p:cNvPr id="13" name="Rectangle 12">
            <a:extLst>
              <a:ext uri="{FF2B5EF4-FFF2-40B4-BE49-F238E27FC236}">
                <a16:creationId xmlns:a16="http://schemas.microsoft.com/office/drawing/2014/main" id="{C020F7BC-0E35-21A4-0F3C-4E4BEBE1188F}"/>
              </a:ext>
            </a:extLst>
          </p:cNvPr>
          <p:cNvSpPr/>
          <p:nvPr/>
        </p:nvSpPr>
        <p:spPr>
          <a:xfrm>
            <a:off x="832104" y="3968496"/>
            <a:ext cx="1389888" cy="6126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800" b="1">
                <a:solidFill>
                  <a:srgbClr val="292B45"/>
                </a:solidFill>
                <a:effectLst/>
                <a:latin typeface="Segoe UI" panose="020B0502040204020203" pitchFamily="34" charset="0"/>
              </a:rPr>
              <a:t>401</a:t>
            </a:r>
          </a:p>
          <a:p>
            <a:pPr algn="l">
              <a:buNone/>
            </a:pPr>
            <a:r>
              <a:rPr lang="en-US" sz="100">
                <a:effectLst/>
              </a:rPr>
              <a:t> </a:t>
            </a:r>
            <a:endParaRPr lang="en-US"/>
          </a:p>
        </p:txBody>
      </p:sp>
      <p:sp>
        <p:nvSpPr>
          <p:cNvPr id="14" name="Rectangle 13">
            <a:extLst>
              <a:ext uri="{FF2B5EF4-FFF2-40B4-BE49-F238E27FC236}">
                <a16:creationId xmlns:a16="http://schemas.microsoft.com/office/drawing/2014/main" id="{91F175AD-AC61-63F0-5ABC-0D85F215E320}"/>
              </a:ext>
            </a:extLst>
          </p:cNvPr>
          <p:cNvSpPr/>
          <p:nvPr/>
        </p:nvSpPr>
        <p:spPr>
          <a:xfrm>
            <a:off x="2304288" y="3922776"/>
            <a:ext cx="3081528" cy="72237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700">
                <a:solidFill>
                  <a:srgbClr val="292B45"/>
                </a:solidFill>
                <a:effectLst/>
                <a:latin typeface="Segoe UI" panose="020B0502040204020203" pitchFamily="34" charset="0"/>
              </a:rPr>
              <a:t>Token ausente</a:t>
            </a:r>
          </a:p>
          <a:p>
            <a:pPr algn="l">
              <a:buNone/>
            </a:pPr>
            <a:r>
              <a:rPr lang="en-US" sz="1700">
                <a:solidFill>
                  <a:srgbClr val="292B45"/>
                </a:solidFill>
                <a:effectLst/>
                <a:latin typeface="Segoe UI" panose="020B0502040204020203" pitchFamily="34" charset="0"/>
              </a:rPr>
              <a:t>o inválido</a:t>
            </a:r>
            <a:endParaRPr lang="en-US"/>
          </a:p>
        </p:txBody>
      </p:sp>
      <p:sp>
        <p:nvSpPr>
          <p:cNvPr id="15" name="Arrow: Right 14">
            <a:extLst>
              <a:ext uri="{FF2B5EF4-FFF2-40B4-BE49-F238E27FC236}">
                <a16:creationId xmlns:a16="http://schemas.microsoft.com/office/drawing/2014/main" id="{E4496F1B-C670-B3DA-FA87-591C7391DB3C}"/>
              </a:ext>
            </a:extLst>
          </p:cNvPr>
          <p:cNvSpPr/>
          <p:nvPr/>
        </p:nvSpPr>
        <p:spPr>
          <a:xfrm>
            <a:off x="5852160" y="3328416"/>
            <a:ext cx="457200" cy="283464"/>
          </a:xfrm>
          <a:prstGeom prst="rightArrow">
            <a:avLst/>
          </a:prstGeom>
          <a:solidFill>
            <a:srgbClr val="119F9A"/>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624F0DD-713D-3AC7-8FF7-25F95341130E}"/>
              </a:ext>
            </a:extLst>
          </p:cNvPr>
          <p:cNvSpPr/>
          <p:nvPr/>
        </p:nvSpPr>
        <p:spPr>
          <a:xfrm>
            <a:off x="6757416" y="2221992"/>
            <a:ext cx="4590288" cy="58521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500" b="1">
                <a:solidFill>
                  <a:srgbClr val="292B45"/>
                </a:solidFill>
                <a:effectLst/>
                <a:latin typeface="Segoe UI" panose="020B0502040204020203" pitchFamily="34" charset="0"/>
              </a:rPr>
              <a:t>Autorización</a:t>
            </a:r>
          </a:p>
          <a:p>
            <a:pPr algn="l">
              <a:buNone/>
            </a:pPr>
            <a:r>
              <a:rPr lang="en-US" sz="100">
                <a:effectLst/>
              </a:rPr>
              <a:t> </a:t>
            </a:r>
            <a:endParaRPr lang="en-US"/>
          </a:p>
        </p:txBody>
      </p:sp>
      <p:sp>
        <p:nvSpPr>
          <p:cNvPr id="17" name="Rectangle 16">
            <a:extLst>
              <a:ext uri="{FF2B5EF4-FFF2-40B4-BE49-F238E27FC236}">
                <a16:creationId xmlns:a16="http://schemas.microsoft.com/office/drawing/2014/main" id="{8E0FAE75-6DD0-0F5F-44E8-1082F80E2D11}"/>
              </a:ext>
            </a:extLst>
          </p:cNvPr>
          <p:cNvSpPr/>
          <p:nvPr/>
        </p:nvSpPr>
        <p:spPr>
          <a:xfrm>
            <a:off x="6757416" y="2807208"/>
            <a:ext cx="4590288" cy="49377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a:solidFill>
                  <a:srgbClr val="292B45"/>
                </a:solidFill>
                <a:effectLst/>
                <a:latin typeface="Segoe UI" panose="020B0502040204020203" pitchFamily="34" charset="0"/>
              </a:rPr>
              <a:t>Qué puede hacer</a:t>
            </a:r>
          </a:p>
          <a:p>
            <a:pPr algn="l">
              <a:buNone/>
            </a:pPr>
            <a:r>
              <a:rPr lang="en-US" sz="100">
                <a:effectLst/>
              </a:rPr>
              <a:t> </a:t>
            </a:r>
            <a:endParaRPr lang="en-US"/>
          </a:p>
        </p:txBody>
      </p:sp>
      <p:sp>
        <p:nvSpPr>
          <p:cNvPr id="18" name="Rectangle 17">
            <a:extLst>
              <a:ext uri="{FF2B5EF4-FFF2-40B4-BE49-F238E27FC236}">
                <a16:creationId xmlns:a16="http://schemas.microsoft.com/office/drawing/2014/main" id="{6AEE69D9-0A93-0F92-734A-839413778A92}"/>
              </a:ext>
            </a:extLst>
          </p:cNvPr>
          <p:cNvSpPr/>
          <p:nvPr/>
        </p:nvSpPr>
        <p:spPr>
          <a:xfrm>
            <a:off x="6757416" y="3300984"/>
            <a:ext cx="4590288"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a:solidFill>
                  <a:srgbClr val="292B45"/>
                </a:solidFill>
                <a:effectLst/>
                <a:latin typeface="Segoe UI" panose="020B0502040204020203" pitchFamily="34" charset="0"/>
              </a:rPr>
              <a:t>Scopes · roles · reglas de dominio</a:t>
            </a:r>
          </a:p>
          <a:p>
            <a:pPr algn="l">
              <a:buNone/>
            </a:pPr>
            <a:r>
              <a:rPr lang="en-US" sz="100">
                <a:effectLst/>
              </a:rPr>
              <a:t> </a:t>
            </a:r>
            <a:endParaRPr lang="en-US"/>
          </a:p>
        </p:txBody>
      </p:sp>
      <p:sp>
        <p:nvSpPr>
          <p:cNvPr id="19" name="Rectangle 18">
            <a:extLst>
              <a:ext uri="{FF2B5EF4-FFF2-40B4-BE49-F238E27FC236}">
                <a16:creationId xmlns:a16="http://schemas.microsoft.com/office/drawing/2014/main" id="{A66E668D-4390-4328-444E-28415DEF5092}"/>
              </a:ext>
            </a:extLst>
          </p:cNvPr>
          <p:cNvSpPr/>
          <p:nvPr/>
        </p:nvSpPr>
        <p:spPr>
          <a:xfrm>
            <a:off x="6757416" y="3968496"/>
            <a:ext cx="1389888" cy="6126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800" b="1">
                <a:solidFill>
                  <a:srgbClr val="292B45"/>
                </a:solidFill>
                <a:effectLst/>
                <a:latin typeface="Segoe UI" panose="020B0502040204020203" pitchFamily="34" charset="0"/>
              </a:rPr>
              <a:t>403</a:t>
            </a:r>
          </a:p>
          <a:p>
            <a:pPr algn="l">
              <a:buNone/>
            </a:pPr>
            <a:r>
              <a:rPr lang="en-US" sz="100">
                <a:effectLst/>
              </a:rPr>
              <a:t> </a:t>
            </a:r>
            <a:endParaRPr lang="en-US"/>
          </a:p>
        </p:txBody>
      </p:sp>
      <p:sp>
        <p:nvSpPr>
          <p:cNvPr id="20" name="Rectangle 19">
            <a:extLst>
              <a:ext uri="{FF2B5EF4-FFF2-40B4-BE49-F238E27FC236}">
                <a16:creationId xmlns:a16="http://schemas.microsoft.com/office/drawing/2014/main" id="{8D712070-FCDE-4FF6-2882-E3949B0E278A}"/>
              </a:ext>
            </a:extLst>
          </p:cNvPr>
          <p:cNvSpPr/>
          <p:nvPr/>
        </p:nvSpPr>
        <p:spPr>
          <a:xfrm>
            <a:off x="8229600" y="3922776"/>
            <a:ext cx="3054096" cy="72237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700">
                <a:solidFill>
                  <a:srgbClr val="292B45"/>
                </a:solidFill>
                <a:effectLst/>
                <a:latin typeface="Segoe UI" panose="020B0502040204020203" pitchFamily="34" charset="0"/>
              </a:rPr>
              <a:t>Permiso</a:t>
            </a:r>
          </a:p>
          <a:p>
            <a:pPr algn="l">
              <a:buNone/>
            </a:pPr>
            <a:r>
              <a:rPr lang="en-US" sz="1700">
                <a:solidFill>
                  <a:srgbClr val="292B45"/>
                </a:solidFill>
                <a:effectLst/>
                <a:latin typeface="Segoe UI" panose="020B0502040204020203" pitchFamily="34" charset="0"/>
              </a:rPr>
              <a:t>insuficiente</a:t>
            </a:r>
            <a:endParaRPr lang="en-US"/>
          </a:p>
        </p:txBody>
      </p:sp>
      <p:sp>
        <p:nvSpPr>
          <p:cNvPr id="21" name="Rectangle 20">
            <a:extLst>
              <a:ext uri="{FF2B5EF4-FFF2-40B4-BE49-F238E27FC236}">
                <a16:creationId xmlns:a16="http://schemas.microsoft.com/office/drawing/2014/main" id="{791DDD03-0335-6292-1D39-E6742BD66175}"/>
              </a:ext>
            </a:extLst>
          </p:cNvPr>
          <p:cNvSpPr/>
          <p:nvPr/>
        </p:nvSpPr>
        <p:spPr>
          <a:xfrm>
            <a:off x="594360" y="5212080"/>
            <a:ext cx="10991088" cy="566928"/>
          </a:xfrm>
          <a:prstGeom prst="rect">
            <a:avLst/>
          </a:prstGeom>
          <a:solidFill>
            <a:srgbClr val="FFDA37"/>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800" b="1">
                <a:solidFill>
                  <a:srgbClr val="292B45"/>
                </a:solidFill>
                <a:effectLst/>
                <a:latin typeface="Segoe UI" panose="020B0502040204020203" pitchFamily="34" charset="0"/>
              </a:rPr>
              <a:t>IDX10214: corrige la audiencia en Entra; no desactives la validación.</a:t>
            </a:r>
          </a:p>
          <a:p>
            <a:pPr algn="ctr">
              <a:buNone/>
            </a:pPr>
            <a:r>
              <a:rPr lang="en-US" sz="100">
                <a:effectLst/>
              </a:rPr>
              <a:t> </a:t>
            </a:r>
            <a:endParaRPr lang="en-US"/>
          </a:p>
        </p:txBody>
      </p:sp>
      <p:pic>
        <p:nvPicPr>
          <p:cNvPr id="22" name="bizzsummit-logo" descr="Logotipo oficial Bizz Summit, reutilizado de la plantilla">
            <a:extLst>
              <a:ext uri="{FF2B5EF4-FFF2-40B4-BE49-F238E27FC236}">
                <a16:creationId xmlns:a16="http://schemas.microsoft.com/office/drawing/2014/main" id="{15A7910D-E993-3D76-44B1-CA55EF9F35F0}"/>
              </a:ext>
            </a:extLst>
          </p:cNvPr>
          <p:cNvPicPr>
            <a:picLocks noChangeAspect="1"/>
          </p:cNvPicPr>
          <p:nvPr/>
        </p:nvPicPr>
        <p:blipFill>
          <a:blip r:embed="rId3"/>
          <a:stretch>
            <a:fillRect/>
          </a:stretch>
        </p:blipFill>
        <p:spPr>
          <a:xfrm>
            <a:off x="694650" y="6000897"/>
            <a:ext cx="1536779" cy="317516"/>
          </a:xfrm>
          <a:prstGeom prst="rect">
            <a:avLst/>
          </a:prstGeom>
        </p:spPr>
      </p:pic>
      <p:sp>
        <p:nvSpPr>
          <p:cNvPr id="23" name="Freeform: Shape 22">
            <a:extLst>
              <a:ext uri="{FF2B5EF4-FFF2-40B4-BE49-F238E27FC236}">
                <a16:creationId xmlns:a16="http://schemas.microsoft.com/office/drawing/2014/main" id="{18BAAF22-1624-EAB8-85CC-E7607AEB5505}"/>
              </a:ext>
            </a:extLst>
          </p:cNvPr>
          <p:cNvSpPr/>
          <p:nvPr/>
        </p:nvSpPr>
        <p:spPr>
          <a:xfrm>
            <a:off x="11045952" y="5925312"/>
            <a:ext cx="667512" cy="457200"/>
          </a:xfrm>
          <a:custGeom>
            <a:avLst/>
            <a:gdLst>
              <a:gd name="connsiteX0" fmla="*/ 3209951 w 3467100"/>
              <a:gd name="connsiteY0" fmla="*/ 1102921 h 3152775"/>
              <a:gd name="connsiteX1" fmla="*/ 2526056 w 3467100"/>
              <a:gd name="connsiteY1" fmla="*/ 759068 h 3152775"/>
              <a:gd name="connsiteX2" fmla="*/ 2387943 w 3467100"/>
              <a:gd name="connsiteY2" fmla="*/ 725731 h 3152775"/>
              <a:gd name="connsiteX3" fmla="*/ 1954556 w 3467100"/>
              <a:gd name="connsiteY3" fmla="*/ 497131 h 3152775"/>
              <a:gd name="connsiteX4" fmla="*/ 1952651 w 3467100"/>
              <a:gd name="connsiteY4" fmla="*/ 495226 h 3152775"/>
              <a:gd name="connsiteX5" fmla="*/ 1560221 w 3467100"/>
              <a:gd name="connsiteY5" fmla="*/ 127561 h 3152775"/>
              <a:gd name="connsiteX6" fmla="*/ 829653 w 3467100"/>
              <a:gd name="connsiteY6" fmla="*/ 60886 h 3152775"/>
              <a:gd name="connsiteX7" fmla="*/ 398171 w 3467100"/>
              <a:gd name="connsiteY7" fmla="*/ 648578 h 3152775"/>
              <a:gd name="connsiteX8" fmla="*/ 479133 w 3467100"/>
              <a:gd name="connsiteY8" fmla="*/ 1555358 h 3152775"/>
              <a:gd name="connsiteX9" fmla="*/ 26 w 3467100"/>
              <a:gd name="connsiteY9" fmla="*/ 2563103 h 3152775"/>
              <a:gd name="connsiteX10" fmla="*/ 255296 w 3467100"/>
              <a:gd name="connsiteY10" fmla="*/ 3033639 h 3152775"/>
              <a:gd name="connsiteX11" fmla="*/ 787743 w 3467100"/>
              <a:gd name="connsiteY11" fmla="*/ 3151748 h 3152775"/>
              <a:gd name="connsiteX12" fmla="*/ 1568793 w 3467100"/>
              <a:gd name="connsiteY12" fmla="*/ 2828851 h 3152775"/>
              <a:gd name="connsiteX13" fmla="*/ 2439378 w 3467100"/>
              <a:gd name="connsiteY13" fmla="*/ 2565008 h 3152775"/>
              <a:gd name="connsiteX14" fmla="*/ 3042311 w 3467100"/>
              <a:gd name="connsiteY14" fmla="*/ 2438326 h 3152775"/>
              <a:gd name="connsiteX15" fmla="*/ 3469983 w 3467100"/>
              <a:gd name="connsiteY15" fmla="*/ 1817296 h 3152775"/>
              <a:gd name="connsiteX16" fmla="*/ 3209951 w 3467100"/>
              <a:gd name="connsiteY16" fmla="*/ 1102921 h 3152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67100" h="3152775">
                <a:moveTo>
                  <a:pt x="3209951" y="1102921"/>
                </a:moveTo>
                <a:cubicBezTo>
                  <a:pt x="3027071" y="920993"/>
                  <a:pt x="2776563" y="822886"/>
                  <a:pt x="2526056" y="759068"/>
                </a:cubicBezTo>
                <a:cubicBezTo>
                  <a:pt x="2480336" y="747638"/>
                  <a:pt x="2433663" y="736208"/>
                  <a:pt x="2387943" y="725731"/>
                </a:cubicBezTo>
                <a:cubicBezTo>
                  <a:pt x="2226018" y="689536"/>
                  <a:pt x="2075523" y="611431"/>
                  <a:pt x="1954556" y="497131"/>
                </a:cubicBezTo>
                <a:cubicBezTo>
                  <a:pt x="1953603" y="496178"/>
                  <a:pt x="1952651" y="496178"/>
                  <a:pt x="1952651" y="495226"/>
                </a:cubicBezTo>
                <a:cubicBezTo>
                  <a:pt x="1822158" y="371401"/>
                  <a:pt x="1709763" y="225668"/>
                  <a:pt x="1560221" y="127561"/>
                </a:cubicBezTo>
                <a:cubicBezTo>
                  <a:pt x="1347813" y="-12457"/>
                  <a:pt x="1063016" y="-41032"/>
                  <a:pt x="829653" y="60886"/>
                </a:cubicBezTo>
                <a:cubicBezTo>
                  <a:pt x="596291" y="162803"/>
                  <a:pt x="422936" y="394261"/>
                  <a:pt x="398171" y="648578"/>
                </a:cubicBezTo>
                <a:cubicBezTo>
                  <a:pt x="368643" y="952426"/>
                  <a:pt x="538188" y="1255321"/>
                  <a:pt x="479133" y="1555358"/>
                </a:cubicBezTo>
                <a:cubicBezTo>
                  <a:pt x="406743" y="1924928"/>
                  <a:pt x="3836" y="2186866"/>
                  <a:pt x="26" y="2563103"/>
                </a:cubicBezTo>
                <a:cubicBezTo>
                  <a:pt x="-1879" y="2748841"/>
                  <a:pt x="102896" y="2927911"/>
                  <a:pt x="255296" y="3033639"/>
                </a:cubicBezTo>
                <a:cubicBezTo>
                  <a:pt x="407696" y="3139366"/>
                  <a:pt x="602958" y="3175561"/>
                  <a:pt x="787743" y="3151748"/>
                </a:cubicBezTo>
                <a:cubicBezTo>
                  <a:pt x="1068731" y="3115553"/>
                  <a:pt x="1314476" y="2952676"/>
                  <a:pt x="1568793" y="2828851"/>
                </a:cubicBezTo>
                <a:cubicBezTo>
                  <a:pt x="1843113" y="2696453"/>
                  <a:pt x="2138388" y="2606918"/>
                  <a:pt x="2439378" y="2565008"/>
                </a:cubicBezTo>
                <a:cubicBezTo>
                  <a:pt x="2644166" y="2536433"/>
                  <a:pt x="2856573" y="2527861"/>
                  <a:pt x="3042311" y="2438326"/>
                </a:cubicBezTo>
                <a:cubicBezTo>
                  <a:pt x="3278531" y="2324026"/>
                  <a:pt x="3442361" y="2078281"/>
                  <a:pt x="3469983" y="1817296"/>
                </a:cubicBezTo>
                <a:cubicBezTo>
                  <a:pt x="3499511" y="1556311"/>
                  <a:pt x="3396641" y="1287706"/>
                  <a:pt x="3209951" y="1102921"/>
                </a:cubicBezTo>
                <a:close/>
              </a:path>
            </a:pathLst>
          </a:custGeom>
          <a:solidFill>
            <a:schemeClr val="accent2"/>
          </a:solidFill>
          <a:ln w="9525" cap="flat">
            <a:noFill/>
            <a:prstDash val="solid"/>
            <a:miter/>
          </a:ln>
        </p:spPr>
        <p:txBody>
          <a:bodyPr rtlCol="0" anchor="ctr"/>
          <a:lstStyle/>
          <a:p>
            <a:endParaRPr lang="en-GB"/>
          </a:p>
        </p:txBody>
      </p:sp>
      <p:pic>
        <p:nvPicPr>
          <p:cNvPr id="24" name="Imagen 23">
            <a:extLst>
              <a:ext uri="{FF2B5EF4-FFF2-40B4-BE49-F238E27FC236}">
                <a16:creationId xmlns:a16="http://schemas.microsoft.com/office/drawing/2014/main" id="{70845CE6-3E94-A013-CE4B-4100B60B70C5}"/>
              </a:ext>
            </a:extLst>
          </p:cNvPr>
          <p:cNvPicPr>
            <a:picLocks noChangeAspect="1"/>
          </p:cNvPicPr>
          <p:nvPr/>
        </p:nvPicPr>
        <p:blipFill>
          <a:blip r:embed="rId4"/>
          <a:stretch>
            <a:fillRect/>
          </a:stretch>
        </p:blipFill>
        <p:spPr>
          <a:xfrm>
            <a:off x="9036407" y="97721"/>
            <a:ext cx="2430169" cy="2417895"/>
          </a:xfrm>
          <a:prstGeom prst="rect">
            <a:avLst/>
          </a:prstGeom>
        </p:spPr>
      </p:pic>
    </p:spTree>
    <p:extLst>
      <p:ext uri="{BB962C8B-B14F-4D97-AF65-F5344CB8AC3E}">
        <p14:creationId xmlns:p14="http://schemas.microsoft.com/office/powerpoint/2010/main" val="5396201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4" name="Imagen 23">
            <a:extLst>
              <a:ext uri="{FF2B5EF4-FFF2-40B4-BE49-F238E27FC236}">
                <a16:creationId xmlns:a16="http://schemas.microsoft.com/office/drawing/2014/main" id="{5CB1A66E-291E-20DC-7A3E-B4DAE407F5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92927" y="44948"/>
            <a:ext cx="2835357" cy="4791456"/>
          </a:xfrm>
          <a:prstGeom prst="rect">
            <a:avLst/>
          </a:prstGeom>
        </p:spPr>
      </p:pic>
      <p:sp>
        <p:nvSpPr>
          <p:cNvPr id="2" name="footer-mask">
            <a:extLst>
              <a:ext uri="{FF2B5EF4-FFF2-40B4-BE49-F238E27FC236}">
                <a16:creationId xmlns:a16="http://schemas.microsoft.com/office/drawing/2014/main" id="{9E0A6553-5329-8C83-5CD2-38BAF48E4A45}"/>
              </a:ext>
            </a:extLst>
          </p:cNvPr>
          <p:cNvSpPr/>
          <p:nvPr/>
        </p:nvSpPr>
        <p:spPr>
          <a:xfrm>
            <a:off x="0" y="5879592"/>
            <a:ext cx="12192000" cy="978408"/>
          </a:xfrm>
          <a:prstGeom prst="rect">
            <a:avLst/>
          </a:prstGeom>
          <a:solidFill>
            <a:srgbClr val="FFFF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hashtag">
            <a:extLst>
              <a:ext uri="{FF2B5EF4-FFF2-40B4-BE49-F238E27FC236}">
                <a16:creationId xmlns:a16="http://schemas.microsoft.com/office/drawing/2014/main" id="{A35CBC4A-3627-CEB7-9874-9A9B7701E126}"/>
              </a:ext>
            </a:extLst>
          </p:cNvPr>
          <p:cNvSpPr/>
          <p:nvPr/>
        </p:nvSpPr>
        <p:spPr>
          <a:xfrm>
            <a:off x="8887968" y="5971032"/>
            <a:ext cx="2121408" cy="3840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292B45"/>
                </a:solidFill>
                <a:effectLst/>
                <a:latin typeface="Segoe UI" panose="020B0502040204020203" pitchFamily="34" charset="0"/>
              </a:rPr>
              <a:t>#BizzSummit2026</a:t>
            </a:r>
          </a:p>
          <a:p>
            <a:pPr algn="r">
              <a:buNone/>
            </a:pPr>
            <a:r>
              <a:rPr lang="en-US" sz="100">
                <a:effectLst/>
              </a:rPr>
              <a:t> </a:t>
            </a:r>
            <a:endParaRPr lang="en-US"/>
          </a:p>
        </p:txBody>
      </p:sp>
      <p:sp>
        <p:nvSpPr>
          <p:cNvPr id="6" name="eyebrow">
            <a:extLst>
              <a:ext uri="{FF2B5EF4-FFF2-40B4-BE49-F238E27FC236}">
                <a16:creationId xmlns:a16="http://schemas.microsoft.com/office/drawing/2014/main" id="{88FF912B-D401-4048-6C83-7997DBC5C120}"/>
              </a:ext>
            </a:extLst>
          </p:cNvPr>
          <p:cNvSpPr/>
          <p:nvPr/>
        </p:nvSpPr>
        <p:spPr>
          <a:xfrm>
            <a:off x="594360" y="448056"/>
            <a:ext cx="10899648" cy="32918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50" b="1">
                <a:solidFill>
                  <a:srgbClr val="292B45"/>
                </a:solidFill>
                <a:effectLst/>
                <a:latin typeface="Segoe UI" panose="020B0502040204020203" pitchFamily="34" charset="0"/>
              </a:rPr>
              <a:t>08 · DE LA DEMO A OBO</a:t>
            </a:r>
          </a:p>
          <a:p>
            <a:pPr algn="l">
              <a:buNone/>
            </a:pPr>
            <a:r>
              <a:rPr lang="en-US" sz="100">
                <a:effectLst/>
              </a:rPr>
              <a:t> </a:t>
            </a:r>
            <a:endParaRPr lang="en-US"/>
          </a:p>
        </p:txBody>
      </p:sp>
      <p:sp>
        <p:nvSpPr>
          <p:cNvPr id="7" name="title">
            <a:extLst>
              <a:ext uri="{FF2B5EF4-FFF2-40B4-BE49-F238E27FC236}">
                <a16:creationId xmlns:a16="http://schemas.microsoft.com/office/drawing/2014/main" id="{F4527E08-07D4-86D3-D58A-40C8A1BEEA44}"/>
              </a:ext>
            </a:extLst>
          </p:cNvPr>
          <p:cNvSpPr/>
          <p:nvPr/>
        </p:nvSpPr>
        <p:spPr>
          <a:xfrm>
            <a:off x="594360" y="758952"/>
            <a:ext cx="10899648"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000" b="1">
                <a:solidFill>
                  <a:srgbClr val="292B45"/>
                </a:solidFill>
                <a:effectLst/>
                <a:latin typeface="Segoe UI" panose="020B0502040204020203" pitchFamily="34" charset="0"/>
              </a:rPr>
              <a:t>En producción, MCP y API</a:t>
            </a:r>
          </a:p>
          <a:p>
            <a:pPr algn="l">
              <a:buNone/>
            </a:pPr>
            <a:r>
              <a:rPr lang="en-US" sz="3000" b="1">
                <a:solidFill>
                  <a:srgbClr val="292B45"/>
                </a:solidFill>
                <a:effectLst/>
                <a:latin typeface="Segoe UI" panose="020B0502040204020203" pitchFamily="34" charset="0"/>
              </a:rPr>
              <a:t>son recursos distintos</a:t>
            </a:r>
            <a:endParaRPr lang="en-US"/>
          </a:p>
        </p:txBody>
      </p:sp>
      <p:sp>
        <p:nvSpPr>
          <p:cNvPr id="8" name="Rectangle 7">
            <a:extLst>
              <a:ext uri="{FF2B5EF4-FFF2-40B4-BE49-F238E27FC236}">
                <a16:creationId xmlns:a16="http://schemas.microsoft.com/office/drawing/2014/main" id="{5F55CC43-2E59-6C72-8DED-602F16837E7E}"/>
              </a:ext>
            </a:extLst>
          </p:cNvPr>
          <p:cNvSpPr/>
          <p:nvPr/>
        </p:nvSpPr>
        <p:spPr>
          <a:xfrm>
            <a:off x="594360" y="1920240"/>
            <a:ext cx="10991088"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292B45"/>
                </a:solidFill>
                <a:effectLst/>
                <a:latin typeface="Segoe UI" panose="020B0502040204020203" pitchFamily="34" charset="0"/>
              </a:rPr>
              <a:t>DEMO · Una única frontera de confianza</a:t>
            </a:r>
          </a:p>
          <a:p>
            <a:pPr algn="l">
              <a:buNone/>
            </a:pPr>
            <a:r>
              <a:rPr lang="en-US" sz="100">
                <a:effectLst/>
              </a:rPr>
              <a:t> </a:t>
            </a:r>
            <a:endParaRPr lang="en-US"/>
          </a:p>
        </p:txBody>
      </p:sp>
      <p:sp>
        <p:nvSpPr>
          <p:cNvPr id="10" name="Rectangle 9">
            <a:extLst>
              <a:ext uri="{FF2B5EF4-FFF2-40B4-BE49-F238E27FC236}">
                <a16:creationId xmlns:a16="http://schemas.microsoft.com/office/drawing/2014/main" id="{9D077DCB-46EA-A592-9D97-36E21AAA7185}"/>
              </a:ext>
            </a:extLst>
          </p:cNvPr>
          <p:cNvSpPr/>
          <p:nvPr/>
        </p:nvSpPr>
        <p:spPr>
          <a:xfrm>
            <a:off x="4645152" y="2414016"/>
            <a:ext cx="2889504" cy="731520"/>
          </a:xfrm>
          <a:prstGeom prst="rect">
            <a:avLst/>
          </a:prstGeom>
          <a:solidFill>
            <a:srgbClr val="F2F3F7"/>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292B45"/>
                </a:solidFill>
                <a:effectLst/>
                <a:latin typeface="Segoe UI" panose="020B0502040204020203" pitchFamily="34" charset="0"/>
              </a:rPr>
              <a:t>MCP</a:t>
            </a:r>
          </a:p>
          <a:p>
            <a:pPr algn="ctr">
              <a:buNone/>
            </a:pPr>
            <a:r>
              <a:rPr lang="en-US" sz="1400">
                <a:solidFill>
                  <a:srgbClr val="292B45"/>
                </a:solidFill>
                <a:effectLst/>
                <a:latin typeface="Segoe UI" panose="020B0502040204020203" pitchFamily="34" charset="0"/>
              </a:rPr>
              <a:t>Reenvía el mismo token</a:t>
            </a:r>
            <a:endParaRPr lang="en-US"/>
          </a:p>
        </p:txBody>
      </p:sp>
      <p:sp>
        <p:nvSpPr>
          <p:cNvPr id="11" name="Rectangle 10">
            <a:extLst>
              <a:ext uri="{FF2B5EF4-FFF2-40B4-BE49-F238E27FC236}">
                <a16:creationId xmlns:a16="http://schemas.microsoft.com/office/drawing/2014/main" id="{EC8547EC-A8ED-4415-FC61-D6FCF0D2739F}"/>
              </a:ext>
            </a:extLst>
          </p:cNvPr>
          <p:cNvSpPr/>
          <p:nvPr/>
        </p:nvSpPr>
        <p:spPr>
          <a:xfrm>
            <a:off x="8695944" y="2414016"/>
            <a:ext cx="2889504" cy="731520"/>
          </a:xfrm>
          <a:prstGeom prst="rect">
            <a:avLst/>
          </a:prstGeom>
          <a:solidFill>
            <a:srgbClr val="F2F3F7"/>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292B45"/>
                </a:solidFill>
                <a:effectLst/>
                <a:latin typeface="Segoe UI" panose="020B0502040204020203" pitchFamily="34" charset="0"/>
              </a:rPr>
              <a:t>API</a:t>
            </a:r>
          </a:p>
          <a:p>
            <a:pPr algn="ctr">
              <a:buNone/>
            </a:pPr>
            <a:r>
              <a:rPr lang="en-US" sz="1400">
                <a:solidFill>
                  <a:srgbClr val="292B45"/>
                </a:solidFill>
                <a:effectLst/>
                <a:latin typeface="Segoe UI" panose="020B0502040204020203" pitchFamily="34" charset="0"/>
              </a:rPr>
              <a:t>Misma audiencia</a:t>
            </a:r>
            <a:endParaRPr lang="en-US"/>
          </a:p>
        </p:txBody>
      </p:sp>
      <p:sp>
        <p:nvSpPr>
          <p:cNvPr id="12" name="Arrow: Right 11">
            <a:extLst>
              <a:ext uri="{FF2B5EF4-FFF2-40B4-BE49-F238E27FC236}">
                <a16:creationId xmlns:a16="http://schemas.microsoft.com/office/drawing/2014/main" id="{D62CD9E3-28C2-49FF-A0FC-A7C65EE0120B}"/>
              </a:ext>
            </a:extLst>
          </p:cNvPr>
          <p:cNvSpPr/>
          <p:nvPr/>
        </p:nvSpPr>
        <p:spPr>
          <a:xfrm>
            <a:off x="3648456" y="2660904"/>
            <a:ext cx="795528" cy="219456"/>
          </a:xfrm>
          <a:prstGeom prst="rightArrow">
            <a:avLst/>
          </a:prstGeom>
          <a:solidFill>
            <a:srgbClr val="119F9A"/>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Right 12">
            <a:extLst>
              <a:ext uri="{FF2B5EF4-FFF2-40B4-BE49-F238E27FC236}">
                <a16:creationId xmlns:a16="http://schemas.microsoft.com/office/drawing/2014/main" id="{0CA9999D-38AF-A83A-98E0-0FEAAF0D1DA4}"/>
              </a:ext>
            </a:extLst>
          </p:cNvPr>
          <p:cNvSpPr/>
          <p:nvPr/>
        </p:nvSpPr>
        <p:spPr>
          <a:xfrm>
            <a:off x="7699248" y="2660904"/>
            <a:ext cx="795528" cy="219456"/>
          </a:xfrm>
          <a:prstGeom prst="rightArrow">
            <a:avLst/>
          </a:prstGeom>
          <a:solidFill>
            <a:srgbClr val="119F9A"/>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11396DB-6D1F-8D8D-F391-64D2CA307E4C}"/>
              </a:ext>
            </a:extLst>
          </p:cNvPr>
          <p:cNvSpPr/>
          <p:nvPr/>
        </p:nvSpPr>
        <p:spPr>
          <a:xfrm>
            <a:off x="594360" y="3383280"/>
            <a:ext cx="10991088" cy="3840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292B45"/>
                </a:solidFill>
                <a:effectLst/>
                <a:latin typeface="Segoe UI" panose="020B0502040204020203" pitchFamily="34" charset="0"/>
              </a:rPr>
              <a:t>PRODUCCIÓN · Audiencias y scopes propios</a:t>
            </a:r>
          </a:p>
          <a:p>
            <a:pPr algn="l">
              <a:buNone/>
            </a:pPr>
            <a:r>
              <a:rPr lang="en-US" sz="100">
                <a:effectLst/>
              </a:rPr>
              <a:t> </a:t>
            </a:r>
            <a:endParaRPr lang="en-US"/>
          </a:p>
        </p:txBody>
      </p:sp>
      <p:sp>
        <p:nvSpPr>
          <p:cNvPr id="15" name="Rectangle 14">
            <a:extLst>
              <a:ext uri="{FF2B5EF4-FFF2-40B4-BE49-F238E27FC236}">
                <a16:creationId xmlns:a16="http://schemas.microsoft.com/office/drawing/2014/main" id="{CCD7DA05-34A1-802C-7A70-88CF95C80A0A}"/>
              </a:ext>
            </a:extLst>
          </p:cNvPr>
          <p:cNvSpPr/>
          <p:nvPr/>
        </p:nvSpPr>
        <p:spPr>
          <a:xfrm>
            <a:off x="594360" y="3913632"/>
            <a:ext cx="2889504" cy="923544"/>
          </a:xfrm>
          <a:prstGeom prst="rect">
            <a:avLst/>
          </a:prstGeom>
          <a:solidFill>
            <a:srgbClr val="E8F7F6"/>
          </a:solidFill>
          <a:ln>
            <a:solidFill>
              <a:srgbClr val="FFFFFF">
                <a:alpha val="0"/>
              </a:srgbClr>
            </a:solidFill>
          </a:ln>
          <a:effectLst>
            <a:outerShdw blurRad="101600" dist="25400" dir="5400000" algn="ctr" rotWithShape="0">
              <a:srgbClr val="292B45">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292B45"/>
                </a:solidFill>
                <a:effectLst/>
                <a:latin typeface="Segoe UI" panose="020B0502040204020203" pitchFamily="34" charset="0"/>
              </a:rPr>
              <a:t>Cowork</a:t>
            </a:r>
          </a:p>
          <a:p>
            <a:pPr algn="ctr">
              <a:buNone/>
            </a:pPr>
            <a:r>
              <a:rPr lang="en-US" sz="1600">
                <a:solidFill>
                  <a:srgbClr val="292B45"/>
                </a:solidFill>
                <a:effectLst/>
                <a:latin typeface="Segoe UI" panose="020B0502040204020203" pitchFamily="34" charset="0"/>
              </a:rPr>
              <a:t>Token para MCP</a:t>
            </a:r>
            <a:endParaRPr lang="en-US"/>
          </a:p>
        </p:txBody>
      </p:sp>
      <p:sp>
        <p:nvSpPr>
          <p:cNvPr id="16" name="Rectangle 15">
            <a:extLst>
              <a:ext uri="{FF2B5EF4-FFF2-40B4-BE49-F238E27FC236}">
                <a16:creationId xmlns:a16="http://schemas.microsoft.com/office/drawing/2014/main" id="{A473A427-2AAB-2CD0-0292-0C9B61998F32}"/>
              </a:ext>
            </a:extLst>
          </p:cNvPr>
          <p:cNvSpPr/>
          <p:nvPr/>
        </p:nvSpPr>
        <p:spPr>
          <a:xfrm>
            <a:off x="4645152" y="3913632"/>
            <a:ext cx="2889504" cy="923544"/>
          </a:xfrm>
          <a:prstGeom prst="rect">
            <a:avLst/>
          </a:prstGeom>
          <a:solidFill>
            <a:srgbClr val="4BE7D8"/>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292B45"/>
                </a:solidFill>
                <a:effectLst/>
                <a:latin typeface="Segoe UI" panose="020B0502040204020203" pitchFamily="34" charset="0"/>
              </a:rPr>
              <a:t>MCP + OBO</a:t>
            </a:r>
          </a:p>
          <a:p>
            <a:pPr algn="ctr">
              <a:buNone/>
            </a:pPr>
            <a:r>
              <a:rPr lang="en-US" sz="1600">
                <a:solidFill>
                  <a:srgbClr val="292B45"/>
                </a:solidFill>
                <a:effectLst/>
                <a:latin typeface="Segoe UI" panose="020B0502040204020203" pitchFamily="34" charset="0"/>
              </a:rPr>
              <a:t>Canje en Entra</a:t>
            </a:r>
            <a:endParaRPr lang="en-US"/>
          </a:p>
        </p:txBody>
      </p:sp>
      <p:sp>
        <p:nvSpPr>
          <p:cNvPr id="17" name="Rectangle 16">
            <a:extLst>
              <a:ext uri="{FF2B5EF4-FFF2-40B4-BE49-F238E27FC236}">
                <a16:creationId xmlns:a16="http://schemas.microsoft.com/office/drawing/2014/main" id="{5CA89A2C-2E41-0AFB-1E06-CC59307ACAF8}"/>
              </a:ext>
            </a:extLst>
          </p:cNvPr>
          <p:cNvSpPr/>
          <p:nvPr/>
        </p:nvSpPr>
        <p:spPr>
          <a:xfrm>
            <a:off x="8695944" y="3913632"/>
            <a:ext cx="2889504" cy="923544"/>
          </a:xfrm>
          <a:prstGeom prst="rect">
            <a:avLst/>
          </a:prstGeom>
          <a:solidFill>
            <a:srgbClr val="E8F7F6"/>
          </a:solidFill>
          <a:ln>
            <a:solidFill>
              <a:srgbClr val="FFFFFF">
                <a:alpha val="0"/>
              </a:srgbClr>
            </a:solidFill>
          </a:ln>
          <a:effectLst>
            <a:outerShdw blurRad="101600" dist="25400" dir="5400000" algn="ctr" rotWithShape="0">
              <a:srgbClr val="292B45">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292B45"/>
                </a:solidFill>
                <a:effectLst/>
                <a:latin typeface="Segoe UI" panose="020B0502040204020203" pitchFamily="34" charset="0"/>
              </a:rPr>
              <a:t>API</a:t>
            </a:r>
          </a:p>
          <a:p>
            <a:pPr algn="ctr">
              <a:buNone/>
            </a:pPr>
            <a:r>
              <a:rPr lang="en-US" sz="1600">
                <a:solidFill>
                  <a:srgbClr val="292B45"/>
                </a:solidFill>
                <a:effectLst/>
                <a:latin typeface="Segoe UI" panose="020B0502040204020203" pitchFamily="34" charset="0"/>
              </a:rPr>
              <a:t>Solo su audiencia</a:t>
            </a:r>
            <a:endParaRPr lang="en-US"/>
          </a:p>
        </p:txBody>
      </p:sp>
      <p:sp>
        <p:nvSpPr>
          <p:cNvPr id="18" name="Arrow: Right 17">
            <a:extLst>
              <a:ext uri="{FF2B5EF4-FFF2-40B4-BE49-F238E27FC236}">
                <a16:creationId xmlns:a16="http://schemas.microsoft.com/office/drawing/2014/main" id="{CD672DA4-1C25-9AC6-3FD4-329C1F561546}"/>
              </a:ext>
            </a:extLst>
          </p:cNvPr>
          <p:cNvSpPr/>
          <p:nvPr/>
        </p:nvSpPr>
        <p:spPr>
          <a:xfrm>
            <a:off x="3648456" y="4261104"/>
            <a:ext cx="795528" cy="219456"/>
          </a:xfrm>
          <a:prstGeom prst="rightArrow">
            <a:avLst/>
          </a:prstGeom>
          <a:solidFill>
            <a:srgbClr val="119F9A"/>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Right 18">
            <a:extLst>
              <a:ext uri="{FF2B5EF4-FFF2-40B4-BE49-F238E27FC236}">
                <a16:creationId xmlns:a16="http://schemas.microsoft.com/office/drawing/2014/main" id="{0D9D56E7-402C-7087-E5C4-C06697D6C6A8}"/>
              </a:ext>
            </a:extLst>
          </p:cNvPr>
          <p:cNvSpPr/>
          <p:nvPr/>
        </p:nvSpPr>
        <p:spPr>
          <a:xfrm>
            <a:off x="7699248" y="4261104"/>
            <a:ext cx="795528" cy="219456"/>
          </a:xfrm>
          <a:prstGeom prst="rightArrow">
            <a:avLst/>
          </a:prstGeom>
          <a:solidFill>
            <a:srgbClr val="119F9A"/>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60079DA0-7668-306A-BA59-229C96F8843F}"/>
              </a:ext>
            </a:extLst>
          </p:cNvPr>
          <p:cNvSpPr/>
          <p:nvPr/>
        </p:nvSpPr>
        <p:spPr>
          <a:xfrm>
            <a:off x="6713047" y="4855464"/>
            <a:ext cx="3968496" cy="468477"/>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dirty="0">
                <a:solidFill>
                  <a:srgbClr val="292B45"/>
                </a:solidFill>
                <a:effectLst/>
                <a:latin typeface="Segoe UI" panose="020B0502040204020203" pitchFamily="34" charset="0"/>
              </a:rPr>
              <a:t>Token </a:t>
            </a:r>
            <a:r>
              <a:rPr lang="en-US" sz="1400" b="1" dirty="0" err="1">
                <a:solidFill>
                  <a:srgbClr val="292B45"/>
                </a:solidFill>
                <a:effectLst/>
                <a:latin typeface="Segoe UI" panose="020B0502040204020203" pitchFamily="34" charset="0"/>
              </a:rPr>
              <a:t>específico</a:t>
            </a:r>
            <a:r>
              <a:rPr lang="en-US" sz="1400" b="1" dirty="0">
                <a:solidFill>
                  <a:srgbClr val="292B45"/>
                </a:solidFill>
                <a:effectLst/>
                <a:latin typeface="Segoe UI" panose="020B0502040204020203" pitchFamily="34" charset="0"/>
              </a:rPr>
              <a:t> para la API</a:t>
            </a:r>
          </a:p>
          <a:p>
            <a:pPr algn="l">
              <a:buNone/>
            </a:pPr>
            <a:r>
              <a:rPr lang="en-US" sz="100" dirty="0">
                <a:effectLst/>
              </a:rPr>
              <a:t> </a:t>
            </a:r>
            <a:endParaRPr lang="en-US" dirty="0"/>
          </a:p>
        </p:txBody>
      </p:sp>
      <p:sp>
        <p:nvSpPr>
          <p:cNvPr id="21" name="Rectangle 20">
            <a:extLst>
              <a:ext uri="{FF2B5EF4-FFF2-40B4-BE49-F238E27FC236}">
                <a16:creationId xmlns:a16="http://schemas.microsoft.com/office/drawing/2014/main" id="{7D17AE49-0405-23B6-5D54-739BA1989494}"/>
              </a:ext>
            </a:extLst>
          </p:cNvPr>
          <p:cNvSpPr/>
          <p:nvPr/>
        </p:nvSpPr>
        <p:spPr>
          <a:xfrm>
            <a:off x="594360" y="5340096"/>
            <a:ext cx="10991088" cy="502920"/>
          </a:xfrm>
          <a:prstGeom prst="rect">
            <a:avLst/>
          </a:prstGeom>
          <a:solidFill>
            <a:srgbClr val="FFDA37"/>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800" b="1">
                <a:solidFill>
                  <a:srgbClr val="292B45"/>
                </a:solidFill>
                <a:effectLst/>
                <a:latin typeface="Segoe UI" panose="020B0502040204020203" pitchFamily="34" charset="0"/>
              </a:rPr>
              <a:t>Managed Identity no sustituye automáticamente al OBO delegado.</a:t>
            </a:r>
          </a:p>
          <a:p>
            <a:pPr algn="ctr">
              <a:buNone/>
            </a:pPr>
            <a:r>
              <a:rPr lang="en-US" sz="100">
                <a:effectLst/>
              </a:rPr>
              <a:t> </a:t>
            </a:r>
            <a:endParaRPr lang="en-US"/>
          </a:p>
        </p:txBody>
      </p:sp>
      <p:pic>
        <p:nvPicPr>
          <p:cNvPr id="22" name="bizzsummit-logo" descr="Logotipo oficial Bizz Summit, reutilizado de la plantilla">
            <a:extLst>
              <a:ext uri="{FF2B5EF4-FFF2-40B4-BE49-F238E27FC236}">
                <a16:creationId xmlns:a16="http://schemas.microsoft.com/office/drawing/2014/main" id="{6D878207-A7B6-3BD9-CA5E-188F3863F446}"/>
              </a:ext>
            </a:extLst>
          </p:cNvPr>
          <p:cNvPicPr>
            <a:picLocks noChangeAspect="1"/>
          </p:cNvPicPr>
          <p:nvPr/>
        </p:nvPicPr>
        <p:blipFill>
          <a:blip r:embed="rId4"/>
          <a:stretch>
            <a:fillRect/>
          </a:stretch>
        </p:blipFill>
        <p:spPr>
          <a:xfrm>
            <a:off x="694650" y="6000897"/>
            <a:ext cx="1536779" cy="317516"/>
          </a:xfrm>
          <a:prstGeom prst="rect">
            <a:avLst/>
          </a:prstGeom>
        </p:spPr>
      </p:pic>
      <p:sp>
        <p:nvSpPr>
          <p:cNvPr id="23" name="Freeform: Shape 22">
            <a:extLst>
              <a:ext uri="{FF2B5EF4-FFF2-40B4-BE49-F238E27FC236}">
                <a16:creationId xmlns:a16="http://schemas.microsoft.com/office/drawing/2014/main" id="{A1880D09-A11A-037D-0C36-51F0285DE03A}"/>
              </a:ext>
            </a:extLst>
          </p:cNvPr>
          <p:cNvSpPr/>
          <p:nvPr/>
        </p:nvSpPr>
        <p:spPr>
          <a:xfrm>
            <a:off x="11045952" y="5925312"/>
            <a:ext cx="667512" cy="457200"/>
          </a:xfrm>
          <a:custGeom>
            <a:avLst/>
            <a:gdLst>
              <a:gd name="connsiteX0" fmla="*/ 3209951 w 3467100"/>
              <a:gd name="connsiteY0" fmla="*/ 1102921 h 3152775"/>
              <a:gd name="connsiteX1" fmla="*/ 2526056 w 3467100"/>
              <a:gd name="connsiteY1" fmla="*/ 759068 h 3152775"/>
              <a:gd name="connsiteX2" fmla="*/ 2387943 w 3467100"/>
              <a:gd name="connsiteY2" fmla="*/ 725731 h 3152775"/>
              <a:gd name="connsiteX3" fmla="*/ 1954556 w 3467100"/>
              <a:gd name="connsiteY3" fmla="*/ 497131 h 3152775"/>
              <a:gd name="connsiteX4" fmla="*/ 1952651 w 3467100"/>
              <a:gd name="connsiteY4" fmla="*/ 495226 h 3152775"/>
              <a:gd name="connsiteX5" fmla="*/ 1560221 w 3467100"/>
              <a:gd name="connsiteY5" fmla="*/ 127561 h 3152775"/>
              <a:gd name="connsiteX6" fmla="*/ 829653 w 3467100"/>
              <a:gd name="connsiteY6" fmla="*/ 60886 h 3152775"/>
              <a:gd name="connsiteX7" fmla="*/ 398171 w 3467100"/>
              <a:gd name="connsiteY7" fmla="*/ 648578 h 3152775"/>
              <a:gd name="connsiteX8" fmla="*/ 479133 w 3467100"/>
              <a:gd name="connsiteY8" fmla="*/ 1555358 h 3152775"/>
              <a:gd name="connsiteX9" fmla="*/ 26 w 3467100"/>
              <a:gd name="connsiteY9" fmla="*/ 2563103 h 3152775"/>
              <a:gd name="connsiteX10" fmla="*/ 255296 w 3467100"/>
              <a:gd name="connsiteY10" fmla="*/ 3033639 h 3152775"/>
              <a:gd name="connsiteX11" fmla="*/ 787743 w 3467100"/>
              <a:gd name="connsiteY11" fmla="*/ 3151748 h 3152775"/>
              <a:gd name="connsiteX12" fmla="*/ 1568793 w 3467100"/>
              <a:gd name="connsiteY12" fmla="*/ 2828851 h 3152775"/>
              <a:gd name="connsiteX13" fmla="*/ 2439378 w 3467100"/>
              <a:gd name="connsiteY13" fmla="*/ 2565008 h 3152775"/>
              <a:gd name="connsiteX14" fmla="*/ 3042311 w 3467100"/>
              <a:gd name="connsiteY14" fmla="*/ 2438326 h 3152775"/>
              <a:gd name="connsiteX15" fmla="*/ 3469983 w 3467100"/>
              <a:gd name="connsiteY15" fmla="*/ 1817296 h 3152775"/>
              <a:gd name="connsiteX16" fmla="*/ 3209951 w 3467100"/>
              <a:gd name="connsiteY16" fmla="*/ 1102921 h 3152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67100" h="3152775">
                <a:moveTo>
                  <a:pt x="3209951" y="1102921"/>
                </a:moveTo>
                <a:cubicBezTo>
                  <a:pt x="3027071" y="920993"/>
                  <a:pt x="2776563" y="822886"/>
                  <a:pt x="2526056" y="759068"/>
                </a:cubicBezTo>
                <a:cubicBezTo>
                  <a:pt x="2480336" y="747638"/>
                  <a:pt x="2433663" y="736208"/>
                  <a:pt x="2387943" y="725731"/>
                </a:cubicBezTo>
                <a:cubicBezTo>
                  <a:pt x="2226018" y="689536"/>
                  <a:pt x="2075523" y="611431"/>
                  <a:pt x="1954556" y="497131"/>
                </a:cubicBezTo>
                <a:cubicBezTo>
                  <a:pt x="1953603" y="496178"/>
                  <a:pt x="1952651" y="496178"/>
                  <a:pt x="1952651" y="495226"/>
                </a:cubicBezTo>
                <a:cubicBezTo>
                  <a:pt x="1822158" y="371401"/>
                  <a:pt x="1709763" y="225668"/>
                  <a:pt x="1560221" y="127561"/>
                </a:cubicBezTo>
                <a:cubicBezTo>
                  <a:pt x="1347813" y="-12457"/>
                  <a:pt x="1063016" y="-41032"/>
                  <a:pt x="829653" y="60886"/>
                </a:cubicBezTo>
                <a:cubicBezTo>
                  <a:pt x="596291" y="162803"/>
                  <a:pt x="422936" y="394261"/>
                  <a:pt x="398171" y="648578"/>
                </a:cubicBezTo>
                <a:cubicBezTo>
                  <a:pt x="368643" y="952426"/>
                  <a:pt x="538188" y="1255321"/>
                  <a:pt x="479133" y="1555358"/>
                </a:cubicBezTo>
                <a:cubicBezTo>
                  <a:pt x="406743" y="1924928"/>
                  <a:pt x="3836" y="2186866"/>
                  <a:pt x="26" y="2563103"/>
                </a:cubicBezTo>
                <a:cubicBezTo>
                  <a:pt x="-1879" y="2748841"/>
                  <a:pt x="102896" y="2927911"/>
                  <a:pt x="255296" y="3033639"/>
                </a:cubicBezTo>
                <a:cubicBezTo>
                  <a:pt x="407696" y="3139366"/>
                  <a:pt x="602958" y="3175561"/>
                  <a:pt x="787743" y="3151748"/>
                </a:cubicBezTo>
                <a:cubicBezTo>
                  <a:pt x="1068731" y="3115553"/>
                  <a:pt x="1314476" y="2952676"/>
                  <a:pt x="1568793" y="2828851"/>
                </a:cubicBezTo>
                <a:cubicBezTo>
                  <a:pt x="1843113" y="2696453"/>
                  <a:pt x="2138388" y="2606918"/>
                  <a:pt x="2439378" y="2565008"/>
                </a:cubicBezTo>
                <a:cubicBezTo>
                  <a:pt x="2644166" y="2536433"/>
                  <a:pt x="2856573" y="2527861"/>
                  <a:pt x="3042311" y="2438326"/>
                </a:cubicBezTo>
                <a:cubicBezTo>
                  <a:pt x="3278531" y="2324026"/>
                  <a:pt x="3442361" y="2078281"/>
                  <a:pt x="3469983" y="1817296"/>
                </a:cubicBezTo>
                <a:cubicBezTo>
                  <a:pt x="3499511" y="1556311"/>
                  <a:pt x="3396641" y="1287706"/>
                  <a:pt x="3209951" y="1102921"/>
                </a:cubicBezTo>
                <a:close/>
              </a:path>
            </a:pathLst>
          </a:custGeom>
          <a:solidFill>
            <a:schemeClr val="accent2"/>
          </a:solidFill>
          <a:ln w="9525" cap="flat">
            <a:noFill/>
            <a:prstDash val="solid"/>
            <a:miter/>
          </a:ln>
        </p:spPr>
        <p:txBody>
          <a:bodyPr rtlCol="0" anchor="ctr"/>
          <a:lstStyle/>
          <a:p>
            <a:endParaRPr lang="en-GB"/>
          </a:p>
        </p:txBody>
      </p:sp>
      <p:sp>
        <p:nvSpPr>
          <p:cNvPr id="4580" name="Rectangle 4579">
            <a:extLst>
              <a:ext uri="{FF2B5EF4-FFF2-40B4-BE49-F238E27FC236}">
                <a16:creationId xmlns:a16="http://schemas.microsoft.com/office/drawing/2014/main" id="{304A8201-D83C-5BBC-4607-96D865D450AA}"/>
              </a:ext>
            </a:extLst>
          </p:cNvPr>
          <p:cNvSpPr/>
          <p:nvPr/>
        </p:nvSpPr>
        <p:spPr>
          <a:xfrm>
            <a:off x="594360" y="2414016"/>
            <a:ext cx="2889504" cy="731520"/>
          </a:xfrm>
          <a:prstGeom prst="rect">
            <a:avLst/>
          </a:prstGeom>
          <a:solidFill>
            <a:srgbClr val="F2F3F7"/>
          </a:solidFill>
          <a:ln>
            <a:solidFill>
              <a:srgbClr val="FFFFFF">
                <a:alpha val="0"/>
              </a:srgbClr>
            </a:solidFill>
          </a:ln>
          <a:effectLst>
            <a:outerShdw blurRad="101600" dist="25400" dir="5400000" algn="ctr" rotWithShape="0">
              <a:srgbClr val="292B45">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292B45"/>
                </a:solidFill>
                <a:effectLst/>
                <a:latin typeface="Segoe UI" panose="020B0502040204020203" pitchFamily="34" charset="0"/>
              </a:rPr>
              <a:t>Cowork</a:t>
            </a:r>
          </a:p>
          <a:p>
            <a:pPr algn="ctr">
              <a:buNone/>
            </a:pPr>
            <a:r>
              <a:rPr lang="en-US" sz="1400">
                <a:solidFill>
                  <a:srgbClr val="292B45"/>
                </a:solidFill>
                <a:effectLst/>
                <a:latin typeface="Segoe UI" panose="020B0502040204020203" pitchFamily="34" charset="0"/>
              </a:rPr>
              <a:t>Token de usuario</a:t>
            </a:r>
            <a:endParaRPr lang="en-US"/>
          </a:p>
        </p:txBody>
      </p:sp>
    </p:spTree>
    <p:extLst>
      <p:ext uri="{BB962C8B-B14F-4D97-AF65-F5344CB8AC3E}">
        <p14:creationId xmlns:p14="http://schemas.microsoft.com/office/powerpoint/2010/main" val="25352711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6F96B1A1-A895-58D3-A60E-3D1DC760FBFB}"/>
              </a:ext>
            </a:extLst>
          </p:cNvPr>
          <p:cNvPicPr>
            <a:picLocks noChangeAspect="1"/>
          </p:cNvPicPr>
          <p:nvPr/>
        </p:nvPicPr>
        <p:blipFill>
          <a:blip r:embed="rId3"/>
          <a:stretch>
            <a:fillRect/>
          </a:stretch>
        </p:blipFill>
        <p:spPr>
          <a:xfrm>
            <a:off x="8339328" y="-553566"/>
            <a:ext cx="4319252" cy="4319252"/>
          </a:xfrm>
          <a:prstGeom prst="rect">
            <a:avLst/>
          </a:prstGeom>
        </p:spPr>
      </p:pic>
      <p:sp>
        <p:nvSpPr>
          <p:cNvPr id="2" name="footer-mask">
            <a:extLst>
              <a:ext uri="{FF2B5EF4-FFF2-40B4-BE49-F238E27FC236}">
                <a16:creationId xmlns:a16="http://schemas.microsoft.com/office/drawing/2014/main" id="{AB57BFD7-5CA9-7081-2444-27AF4BF1385B}"/>
              </a:ext>
            </a:extLst>
          </p:cNvPr>
          <p:cNvSpPr/>
          <p:nvPr/>
        </p:nvSpPr>
        <p:spPr>
          <a:xfrm>
            <a:off x="0" y="5879592"/>
            <a:ext cx="12192000" cy="978408"/>
          </a:xfrm>
          <a:prstGeom prst="rect">
            <a:avLst/>
          </a:prstGeom>
          <a:solidFill>
            <a:srgbClr val="FFFF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hashtag">
            <a:extLst>
              <a:ext uri="{FF2B5EF4-FFF2-40B4-BE49-F238E27FC236}">
                <a16:creationId xmlns:a16="http://schemas.microsoft.com/office/drawing/2014/main" id="{E31B6468-1036-97E9-F00F-9BD771C68CDF}"/>
              </a:ext>
            </a:extLst>
          </p:cNvPr>
          <p:cNvSpPr/>
          <p:nvPr/>
        </p:nvSpPr>
        <p:spPr>
          <a:xfrm>
            <a:off x="8887968" y="5971032"/>
            <a:ext cx="2121408" cy="3840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292B45"/>
                </a:solidFill>
                <a:effectLst/>
                <a:latin typeface="Segoe UI" panose="020B0502040204020203" pitchFamily="34" charset="0"/>
              </a:rPr>
              <a:t>#BizzSummit2026</a:t>
            </a:r>
          </a:p>
          <a:p>
            <a:pPr algn="r">
              <a:buNone/>
            </a:pPr>
            <a:r>
              <a:rPr lang="en-US" sz="100">
                <a:effectLst/>
              </a:rPr>
              <a:t> </a:t>
            </a:r>
            <a:endParaRPr lang="en-US"/>
          </a:p>
        </p:txBody>
      </p:sp>
      <p:sp>
        <p:nvSpPr>
          <p:cNvPr id="6" name="eyebrow">
            <a:extLst>
              <a:ext uri="{FF2B5EF4-FFF2-40B4-BE49-F238E27FC236}">
                <a16:creationId xmlns:a16="http://schemas.microsoft.com/office/drawing/2014/main" id="{9B1888C8-260C-86F1-88D7-E35C63063D21}"/>
              </a:ext>
            </a:extLst>
          </p:cNvPr>
          <p:cNvSpPr/>
          <p:nvPr/>
        </p:nvSpPr>
        <p:spPr>
          <a:xfrm>
            <a:off x="594360" y="448056"/>
            <a:ext cx="10899648" cy="32918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50" b="1">
                <a:solidFill>
                  <a:srgbClr val="292B45"/>
                </a:solidFill>
                <a:effectLst/>
                <a:latin typeface="Segoe UI" panose="020B0502040204020203" pitchFamily="34" charset="0"/>
              </a:rPr>
              <a:t>09 · GOBIERNO</a:t>
            </a:r>
          </a:p>
          <a:p>
            <a:pPr algn="l">
              <a:buNone/>
            </a:pPr>
            <a:r>
              <a:rPr lang="en-US" sz="100">
                <a:effectLst/>
              </a:rPr>
              <a:t> </a:t>
            </a:r>
            <a:endParaRPr lang="en-US"/>
          </a:p>
        </p:txBody>
      </p:sp>
      <p:sp>
        <p:nvSpPr>
          <p:cNvPr id="7" name="title">
            <a:extLst>
              <a:ext uri="{FF2B5EF4-FFF2-40B4-BE49-F238E27FC236}">
                <a16:creationId xmlns:a16="http://schemas.microsoft.com/office/drawing/2014/main" id="{8A7BED98-09BE-6A10-2098-5008F236FC06}"/>
              </a:ext>
            </a:extLst>
          </p:cNvPr>
          <p:cNvSpPr/>
          <p:nvPr/>
        </p:nvSpPr>
        <p:spPr>
          <a:xfrm>
            <a:off x="594360" y="758952"/>
            <a:ext cx="10899648"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000" b="1">
                <a:solidFill>
                  <a:srgbClr val="292B45"/>
                </a:solidFill>
                <a:effectLst/>
                <a:latin typeface="Segoe UI" panose="020B0502040204020203" pitchFamily="34" charset="0"/>
              </a:rPr>
              <a:t>El conector es parte del perímetro corporativo</a:t>
            </a:r>
          </a:p>
          <a:p>
            <a:pPr algn="l">
              <a:buNone/>
            </a:pPr>
            <a:r>
              <a:rPr lang="en-US" sz="100">
                <a:effectLst/>
              </a:rPr>
              <a:t> </a:t>
            </a:r>
            <a:endParaRPr lang="en-US"/>
          </a:p>
        </p:txBody>
      </p:sp>
      <p:sp>
        <p:nvSpPr>
          <p:cNvPr id="9" name="Rectangle 8">
            <a:extLst>
              <a:ext uri="{FF2B5EF4-FFF2-40B4-BE49-F238E27FC236}">
                <a16:creationId xmlns:a16="http://schemas.microsoft.com/office/drawing/2014/main" id="{6D045EE3-3F3E-A8B3-5001-9467E02FFEFB}"/>
              </a:ext>
            </a:extLst>
          </p:cNvPr>
          <p:cNvSpPr/>
          <p:nvPr/>
        </p:nvSpPr>
        <p:spPr>
          <a:xfrm>
            <a:off x="594360" y="2697480"/>
            <a:ext cx="7159752" cy="813816"/>
          </a:xfrm>
          <a:prstGeom prst="rect">
            <a:avLst/>
          </a:prstGeom>
          <a:solidFill>
            <a:srgbClr val="E8F7F6"/>
          </a:solidFill>
          <a:ln>
            <a:solidFill>
              <a:srgbClr val="FFFFFF">
                <a:alpha val="0"/>
              </a:srgbClr>
            </a:solidFill>
          </a:ln>
          <a:effectLst>
            <a:outerShdw blurRad="101600" dist="25400" dir="5400000" algn="ctr" rotWithShape="0">
              <a:srgbClr val="292B45">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E5725E7-0031-FF7B-2B4B-28600F4AB158}"/>
              </a:ext>
            </a:extLst>
          </p:cNvPr>
          <p:cNvSpPr/>
          <p:nvPr/>
        </p:nvSpPr>
        <p:spPr>
          <a:xfrm>
            <a:off x="795528" y="2770632"/>
            <a:ext cx="676656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900" b="1">
                <a:solidFill>
                  <a:srgbClr val="292B45"/>
                </a:solidFill>
                <a:effectLst/>
                <a:latin typeface="Segoe UI" panose="020B0502040204020203" pitchFamily="34" charset="0"/>
              </a:rPr>
              <a:t>Validación</a:t>
            </a:r>
          </a:p>
          <a:p>
            <a:pPr algn="l">
              <a:buNone/>
            </a:pPr>
            <a:r>
              <a:rPr lang="en-US" sz="100">
                <a:effectLst/>
              </a:rPr>
              <a:t> </a:t>
            </a:r>
            <a:endParaRPr lang="en-US"/>
          </a:p>
        </p:txBody>
      </p:sp>
      <p:sp>
        <p:nvSpPr>
          <p:cNvPr id="11" name="Rectangle 10">
            <a:extLst>
              <a:ext uri="{FF2B5EF4-FFF2-40B4-BE49-F238E27FC236}">
                <a16:creationId xmlns:a16="http://schemas.microsoft.com/office/drawing/2014/main" id="{E2C51AAD-3E87-9E13-9F2D-94A65253EC93}"/>
              </a:ext>
            </a:extLst>
          </p:cNvPr>
          <p:cNvSpPr/>
          <p:nvPr/>
        </p:nvSpPr>
        <p:spPr>
          <a:xfrm>
            <a:off x="795528" y="3090672"/>
            <a:ext cx="6766560" cy="50078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292B45"/>
                </a:solidFill>
                <a:effectLst/>
                <a:latin typeface="Segoe UI" panose="020B0502040204020203" pitchFamily="34" charset="0"/>
              </a:rPr>
              <a:t>Mitigar prompt injection; no ejecutar texto libre.</a:t>
            </a:r>
          </a:p>
          <a:p>
            <a:pPr algn="l">
              <a:buNone/>
            </a:pPr>
            <a:r>
              <a:rPr lang="en-US" sz="100">
                <a:effectLst/>
              </a:rPr>
              <a:t> </a:t>
            </a:r>
            <a:endParaRPr lang="en-US"/>
          </a:p>
        </p:txBody>
      </p:sp>
      <p:sp>
        <p:nvSpPr>
          <p:cNvPr id="12" name="Rectangle 11">
            <a:extLst>
              <a:ext uri="{FF2B5EF4-FFF2-40B4-BE49-F238E27FC236}">
                <a16:creationId xmlns:a16="http://schemas.microsoft.com/office/drawing/2014/main" id="{F4A9F6AA-3848-F44B-695E-0E3DF10E332E}"/>
              </a:ext>
            </a:extLst>
          </p:cNvPr>
          <p:cNvSpPr/>
          <p:nvPr/>
        </p:nvSpPr>
        <p:spPr>
          <a:xfrm>
            <a:off x="594360" y="3639312"/>
            <a:ext cx="7159752" cy="813816"/>
          </a:xfrm>
          <a:prstGeom prst="rect">
            <a:avLst/>
          </a:prstGeom>
          <a:solidFill>
            <a:srgbClr val="E8F7F6"/>
          </a:solidFill>
          <a:ln>
            <a:solidFill>
              <a:srgbClr val="FFFFFF">
                <a:alpha val="0"/>
              </a:srgbClr>
            </a:solidFill>
          </a:ln>
          <a:effectLst>
            <a:outerShdw blurRad="101600" dist="25400" dir="5400000" algn="ctr" rotWithShape="0">
              <a:srgbClr val="292B45">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2306DF6-540B-4380-BF26-EB2FFF20E3FA}"/>
              </a:ext>
            </a:extLst>
          </p:cNvPr>
          <p:cNvSpPr/>
          <p:nvPr/>
        </p:nvSpPr>
        <p:spPr>
          <a:xfrm>
            <a:off x="795528" y="3712464"/>
            <a:ext cx="676656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900" b="1">
                <a:solidFill>
                  <a:srgbClr val="292B45"/>
                </a:solidFill>
                <a:effectLst/>
                <a:latin typeface="Segoe UI" panose="020B0502040204020203" pitchFamily="34" charset="0"/>
              </a:rPr>
              <a:t>Operación</a:t>
            </a:r>
          </a:p>
          <a:p>
            <a:pPr algn="l">
              <a:buNone/>
            </a:pPr>
            <a:r>
              <a:rPr lang="en-US" sz="100">
                <a:effectLst/>
              </a:rPr>
              <a:t> </a:t>
            </a:r>
            <a:endParaRPr lang="en-US"/>
          </a:p>
        </p:txBody>
      </p:sp>
      <p:sp>
        <p:nvSpPr>
          <p:cNvPr id="14" name="Rectangle 13">
            <a:extLst>
              <a:ext uri="{FF2B5EF4-FFF2-40B4-BE49-F238E27FC236}">
                <a16:creationId xmlns:a16="http://schemas.microsoft.com/office/drawing/2014/main" id="{3993351F-04C3-5C7B-FB77-DB65D3B8D324}"/>
              </a:ext>
            </a:extLst>
          </p:cNvPr>
          <p:cNvSpPr/>
          <p:nvPr/>
        </p:nvSpPr>
        <p:spPr>
          <a:xfrm>
            <a:off x="795528" y="4032504"/>
            <a:ext cx="6766560" cy="50078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292B45"/>
                </a:solidFill>
                <a:effectLst/>
                <a:latin typeface="Segoe UI" panose="020B0502040204020203" pitchFamily="34" charset="0"/>
              </a:rPr>
              <a:t>Límites, timeouts, payload y reintentos controlados.</a:t>
            </a:r>
          </a:p>
          <a:p>
            <a:pPr algn="l">
              <a:buNone/>
            </a:pPr>
            <a:r>
              <a:rPr lang="en-US" sz="100">
                <a:effectLst/>
              </a:rPr>
              <a:t> </a:t>
            </a:r>
            <a:endParaRPr lang="en-US"/>
          </a:p>
        </p:txBody>
      </p:sp>
      <p:sp>
        <p:nvSpPr>
          <p:cNvPr id="15" name="Rectangle 14">
            <a:extLst>
              <a:ext uri="{FF2B5EF4-FFF2-40B4-BE49-F238E27FC236}">
                <a16:creationId xmlns:a16="http://schemas.microsoft.com/office/drawing/2014/main" id="{66F8C091-C27D-FEC7-2FE0-4C1D676B8606}"/>
              </a:ext>
            </a:extLst>
          </p:cNvPr>
          <p:cNvSpPr/>
          <p:nvPr/>
        </p:nvSpPr>
        <p:spPr>
          <a:xfrm>
            <a:off x="594360" y="4581144"/>
            <a:ext cx="7159752" cy="813816"/>
          </a:xfrm>
          <a:prstGeom prst="rect">
            <a:avLst/>
          </a:prstGeom>
          <a:solidFill>
            <a:srgbClr val="E8F7F6"/>
          </a:solidFill>
          <a:ln>
            <a:solidFill>
              <a:srgbClr val="FFFFFF">
                <a:alpha val="0"/>
              </a:srgbClr>
            </a:solidFill>
          </a:ln>
          <a:effectLst>
            <a:outerShdw blurRad="101600" dist="25400" dir="5400000" algn="ctr" rotWithShape="0">
              <a:srgbClr val="292B45">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ABF18C0-26E2-1F32-49C1-C1B8CEF8BDAE}"/>
              </a:ext>
            </a:extLst>
          </p:cNvPr>
          <p:cNvSpPr/>
          <p:nvPr/>
        </p:nvSpPr>
        <p:spPr>
          <a:xfrm>
            <a:off x="795528" y="4654296"/>
            <a:ext cx="676656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900" b="1">
                <a:solidFill>
                  <a:srgbClr val="292B45"/>
                </a:solidFill>
                <a:effectLst/>
                <a:latin typeface="Segoe UI" panose="020B0502040204020203" pitchFamily="34" charset="0"/>
              </a:rPr>
              <a:t>Acceso y datos</a:t>
            </a:r>
          </a:p>
          <a:p>
            <a:pPr algn="l">
              <a:buNone/>
            </a:pPr>
            <a:r>
              <a:rPr lang="en-US" sz="100">
                <a:effectLst/>
              </a:rPr>
              <a:t> </a:t>
            </a:r>
            <a:endParaRPr lang="en-US"/>
          </a:p>
        </p:txBody>
      </p:sp>
      <p:sp>
        <p:nvSpPr>
          <p:cNvPr id="17" name="Rectangle 16">
            <a:extLst>
              <a:ext uri="{FF2B5EF4-FFF2-40B4-BE49-F238E27FC236}">
                <a16:creationId xmlns:a16="http://schemas.microsoft.com/office/drawing/2014/main" id="{D1D97DFD-82E1-61C4-6CFA-BD8B38D5A2AB}"/>
              </a:ext>
            </a:extLst>
          </p:cNvPr>
          <p:cNvSpPr/>
          <p:nvPr/>
        </p:nvSpPr>
        <p:spPr>
          <a:xfrm>
            <a:off x="795528" y="4974336"/>
            <a:ext cx="6766560" cy="50078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292B45"/>
                </a:solidFill>
                <a:effectLst/>
                <a:latin typeface="Segoe UI" panose="020B0502040204020203" pitchFamily="34" charset="0"/>
              </a:rPr>
              <a:t>DLP, Conditional Access, Information Barriers; piloto.</a:t>
            </a:r>
          </a:p>
          <a:p>
            <a:pPr algn="l">
              <a:buNone/>
            </a:pPr>
            <a:r>
              <a:rPr lang="en-US" sz="100">
                <a:effectLst/>
              </a:rPr>
              <a:t> </a:t>
            </a:r>
            <a:endParaRPr lang="en-US"/>
          </a:p>
        </p:txBody>
      </p:sp>
      <p:sp>
        <p:nvSpPr>
          <p:cNvPr id="18" name="Rectangle 17">
            <a:extLst>
              <a:ext uri="{FF2B5EF4-FFF2-40B4-BE49-F238E27FC236}">
                <a16:creationId xmlns:a16="http://schemas.microsoft.com/office/drawing/2014/main" id="{12FC47CC-CBE8-CA21-3F79-500821EE5137}"/>
              </a:ext>
            </a:extLst>
          </p:cNvPr>
          <p:cNvSpPr/>
          <p:nvPr/>
        </p:nvSpPr>
        <p:spPr>
          <a:xfrm>
            <a:off x="8119872" y="2697480"/>
            <a:ext cx="3465576" cy="2697480"/>
          </a:xfrm>
          <a:prstGeom prst="rect">
            <a:avLst/>
          </a:prstGeom>
          <a:solidFill>
            <a:srgbClr val="F2F3F7"/>
          </a:solidFill>
          <a:ln w="12700">
            <a:solidFill>
              <a:srgbClr val="119F9A"/>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ECA103FA-EEE5-C236-E5CB-2D45F13BCDFD}"/>
              </a:ext>
            </a:extLst>
          </p:cNvPr>
          <p:cNvSpPr/>
          <p:nvPr/>
        </p:nvSpPr>
        <p:spPr>
          <a:xfrm>
            <a:off x="8339328" y="2889504"/>
            <a:ext cx="3008376" cy="4297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200" b="1">
                <a:solidFill>
                  <a:srgbClr val="292B45"/>
                </a:solidFill>
                <a:effectLst/>
                <a:latin typeface="Segoe UI" panose="020B0502040204020203" pitchFamily="34" charset="0"/>
              </a:rPr>
              <a:t>Observabilidad</a:t>
            </a:r>
          </a:p>
          <a:p>
            <a:pPr algn="l">
              <a:buNone/>
            </a:pPr>
            <a:r>
              <a:rPr lang="en-US" sz="100">
                <a:effectLst/>
              </a:rPr>
              <a:t> </a:t>
            </a:r>
            <a:endParaRPr lang="en-US"/>
          </a:p>
        </p:txBody>
      </p:sp>
      <p:sp>
        <p:nvSpPr>
          <p:cNvPr id="20" name="Rectangle 19">
            <a:extLst>
              <a:ext uri="{FF2B5EF4-FFF2-40B4-BE49-F238E27FC236}">
                <a16:creationId xmlns:a16="http://schemas.microsoft.com/office/drawing/2014/main" id="{9CB81D05-49F8-49A2-CB37-10D02209B7AE}"/>
              </a:ext>
            </a:extLst>
          </p:cNvPr>
          <p:cNvSpPr/>
          <p:nvPr/>
        </p:nvSpPr>
        <p:spPr>
          <a:xfrm>
            <a:off x="8339328" y="3529584"/>
            <a:ext cx="3008376" cy="67665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700">
                <a:solidFill>
                  <a:srgbClr val="292B45"/>
                </a:solidFill>
                <a:effectLst/>
                <a:latin typeface="Segoe UI" panose="020B0502040204020203" pitchFamily="34" charset="0"/>
              </a:rPr>
              <a:t>Correlación entre</a:t>
            </a:r>
          </a:p>
          <a:p>
            <a:pPr algn="l">
              <a:buNone/>
            </a:pPr>
            <a:r>
              <a:rPr lang="en-US" sz="1700">
                <a:solidFill>
                  <a:srgbClr val="292B45"/>
                </a:solidFill>
                <a:effectLst/>
                <a:latin typeface="Segoe UI" panose="020B0502040204020203" pitchFamily="34" charset="0"/>
              </a:rPr>
              <a:t>Cowork, MCP, API y gateway.</a:t>
            </a:r>
            <a:endParaRPr lang="en-US"/>
          </a:p>
        </p:txBody>
      </p:sp>
      <p:sp>
        <p:nvSpPr>
          <p:cNvPr id="21" name="Rectangle 20">
            <a:extLst>
              <a:ext uri="{FF2B5EF4-FFF2-40B4-BE49-F238E27FC236}">
                <a16:creationId xmlns:a16="http://schemas.microsoft.com/office/drawing/2014/main" id="{60FFFB13-27FB-BD1E-4435-ABE8A5B6342D}"/>
              </a:ext>
            </a:extLst>
          </p:cNvPr>
          <p:cNvSpPr/>
          <p:nvPr/>
        </p:nvSpPr>
        <p:spPr>
          <a:xfrm>
            <a:off x="8339328" y="4471416"/>
            <a:ext cx="3008376" cy="6583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700" b="1">
                <a:solidFill>
                  <a:srgbClr val="292B45"/>
                </a:solidFill>
                <a:effectLst/>
                <a:latin typeface="Segoe UI" panose="020B0502040204020203" pitchFamily="34" charset="0"/>
              </a:rPr>
              <a:t>Sin tokens, API keys</a:t>
            </a:r>
          </a:p>
          <a:p>
            <a:pPr algn="l">
              <a:buNone/>
            </a:pPr>
            <a:r>
              <a:rPr lang="en-US" sz="1700" b="1">
                <a:solidFill>
                  <a:srgbClr val="292B45"/>
                </a:solidFill>
                <a:effectLst/>
                <a:latin typeface="Segoe UI" panose="020B0502040204020203" pitchFamily="34" charset="0"/>
              </a:rPr>
              <a:t>ni prompts sensibles.</a:t>
            </a:r>
            <a:endParaRPr lang="en-US"/>
          </a:p>
        </p:txBody>
      </p:sp>
      <p:sp>
        <p:nvSpPr>
          <p:cNvPr id="22" name="Rectangle 21">
            <a:extLst>
              <a:ext uri="{FF2B5EF4-FFF2-40B4-BE49-F238E27FC236}">
                <a16:creationId xmlns:a16="http://schemas.microsoft.com/office/drawing/2014/main" id="{155E18F1-3FB8-0DE0-D438-90B26C8BD454}"/>
              </a:ext>
            </a:extLst>
          </p:cNvPr>
          <p:cNvSpPr/>
          <p:nvPr/>
        </p:nvSpPr>
        <p:spPr>
          <a:xfrm>
            <a:off x="795528" y="5522976"/>
            <a:ext cx="10789920" cy="35661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292B45"/>
                </a:solidFill>
                <a:effectLst/>
                <a:latin typeface="Segoe UI" panose="020B0502040204020203" pitchFamily="34" charset="0"/>
              </a:rPr>
              <a:t>Medir errores, coste y denegaciones antes de ampliar la distribución.</a:t>
            </a:r>
          </a:p>
          <a:p>
            <a:pPr algn="l">
              <a:buNone/>
            </a:pPr>
            <a:r>
              <a:rPr lang="en-US" sz="100">
                <a:effectLst/>
              </a:rPr>
              <a:t> </a:t>
            </a:r>
            <a:endParaRPr lang="en-US"/>
          </a:p>
        </p:txBody>
      </p:sp>
      <p:pic>
        <p:nvPicPr>
          <p:cNvPr id="23" name="bizzsummit-logo" descr="Logotipo oficial Bizz Summit, reutilizado de la plantilla">
            <a:extLst>
              <a:ext uri="{FF2B5EF4-FFF2-40B4-BE49-F238E27FC236}">
                <a16:creationId xmlns:a16="http://schemas.microsoft.com/office/drawing/2014/main" id="{0E71003A-2DC6-14D3-AA05-2B5EE5C66CA5}"/>
              </a:ext>
            </a:extLst>
          </p:cNvPr>
          <p:cNvPicPr>
            <a:picLocks noChangeAspect="1"/>
          </p:cNvPicPr>
          <p:nvPr/>
        </p:nvPicPr>
        <p:blipFill>
          <a:blip r:embed="rId4"/>
          <a:stretch>
            <a:fillRect/>
          </a:stretch>
        </p:blipFill>
        <p:spPr>
          <a:xfrm>
            <a:off x="694650" y="6000897"/>
            <a:ext cx="1536779" cy="317516"/>
          </a:xfrm>
          <a:prstGeom prst="rect">
            <a:avLst/>
          </a:prstGeom>
        </p:spPr>
      </p:pic>
      <p:sp>
        <p:nvSpPr>
          <p:cNvPr id="24" name="Freeform: Shape 23">
            <a:extLst>
              <a:ext uri="{FF2B5EF4-FFF2-40B4-BE49-F238E27FC236}">
                <a16:creationId xmlns:a16="http://schemas.microsoft.com/office/drawing/2014/main" id="{58C41F81-5D37-1093-3CC4-9A11DE63762A}"/>
              </a:ext>
            </a:extLst>
          </p:cNvPr>
          <p:cNvSpPr/>
          <p:nvPr/>
        </p:nvSpPr>
        <p:spPr>
          <a:xfrm>
            <a:off x="11045952" y="5925312"/>
            <a:ext cx="667512" cy="457200"/>
          </a:xfrm>
          <a:custGeom>
            <a:avLst/>
            <a:gdLst>
              <a:gd name="connsiteX0" fmla="*/ 3209951 w 3467100"/>
              <a:gd name="connsiteY0" fmla="*/ 1102921 h 3152775"/>
              <a:gd name="connsiteX1" fmla="*/ 2526056 w 3467100"/>
              <a:gd name="connsiteY1" fmla="*/ 759068 h 3152775"/>
              <a:gd name="connsiteX2" fmla="*/ 2387943 w 3467100"/>
              <a:gd name="connsiteY2" fmla="*/ 725731 h 3152775"/>
              <a:gd name="connsiteX3" fmla="*/ 1954556 w 3467100"/>
              <a:gd name="connsiteY3" fmla="*/ 497131 h 3152775"/>
              <a:gd name="connsiteX4" fmla="*/ 1952651 w 3467100"/>
              <a:gd name="connsiteY4" fmla="*/ 495226 h 3152775"/>
              <a:gd name="connsiteX5" fmla="*/ 1560221 w 3467100"/>
              <a:gd name="connsiteY5" fmla="*/ 127561 h 3152775"/>
              <a:gd name="connsiteX6" fmla="*/ 829653 w 3467100"/>
              <a:gd name="connsiteY6" fmla="*/ 60886 h 3152775"/>
              <a:gd name="connsiteX7" fmla="*/ 398171 w 3467100"/>
              <a:gd name="connsiteY7" fmla="*/ 648578 h 3152775"/>
              <a:gd name="connsiteX8" fmla="*/ 479133 w 3467100"/>
              <a:gd name="connsiteY8" fmla="*/ 1555358 h 3152775"/>
              <a:gd name="connsiteX9" fmla="*/ 26 w 3467100"/>
              <a:gd name="connsiteY9" fmla="*/ 2563103 h 3152775"/>
              <a:gd name="connsiteX10" fmla="*/ 255296 w 3467100"/>
              <a:gd name="connsiteY10" fmla="*/ 3033639 h 3152775"/>
              <a:gd name="connsiteX11" fmla="*/ 787743 w 3467100"/>
              <a:gd name="connsiteY11" fmla="*/ 3151748 h 3152775"/>
              <a:gd name="connsiteX12" fmla="*/ 1568793 w 3467100"/>
              <a:gd name="connsiteY12" fmla="*/ 2828851 h 3152775"/>
              <a:gd name="connsiteX13" fmla="*/ 2439378 w 3467100"/>
              <a:gd name="connsiteY13" fmla="*/ 2565008 h 3152775"/>
              <a:gd name="connsiteX14" fmla="*/ 3042311 w 3467100"/>
              <a:gd name="connsiteY14" fmla="*/ 2438326 h 3152775"/>
              <a:gd name="connsiteX15" fmla="*/ 3469983 w 3467100"/>
              <a:gd name="connsiteY15" fmla="*/ 1817296 h 3152775"/>
              <a:gd name="connsiteX16" fmla="*/ 3209951 w 3467100"/>
              <a:gd name="connsiteY16" fmla="*/ 1102921 h 3152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67100" h="3152775">
                <a:moveTo>
                  <a:pt x="3209951" y="1102921"/>
                </a:moveTo>
                <a:cubicBezTo>
                  <a:pt x="3027071" y="920993"/>
                  <a:pt x="2776563" y="822886"/>
                  <a:pt x="2526056" y="759068"/>
                </a:cubicBezTo>
                <a:cubicBezTo>
                  <a:pt x="2480336" y="747638"/>
                  <a:pt x="2433663" y="736208"/>
                  <a:pt x="2387943" y="725731"/>
                </a:cubicBezTo>
                <a:cubicBezTo>
                  <a:pt x="2226018" y="689536"/>
                  <a:pt x="2075523" y="611431"/>
                  <a:pt x="1954556" y="497131"/>
                </a:cubicBezTo>
                <a:cubicBezTo>
                  <a:pt x="1953603" y="496178"/>
                  <a:pt x="1952651" y="496178"/>
                  <a:pt x="1952651" y="495226"/>
                </a:cubicBezTo>
                <a:cubicBezTo>
                  <a:pt x="1822158" y="371401"/>
                  <a:pt x="1709763" y="225668"/>
                  <a:pt x="1560221" y="127561"/>
                </a:cubicBezTo>
                <a:cubicBezTo>
                  <a:pt x="1347813" y="-12457"/>
                  <a:pt x="1063016" y="-41032"/>
                  <a:pt x="829653" y="60886"/>
                </a:cubicBezTo>
                <a:cubicBezTo>
                  <a:pt x="596291" y="162803"/>
                  <a:pt x="422936" y="394261"/>
                  <a:pt x="398171" y="648578"/>
                </a:cubicBezTo>
                <a:cubicBezTo>
                  <a:pt x="368643" y="952426"/>
                  <a:pt x="538188" y="1255321"/>
                  <a:pt x="479133" y="1555358"/>
                </a:cubicBezTo>
                <a:cubicBezTo>
                  <a:pt x="406743" y="1924928"/>
                  <a:pt x="3836" y="2186866"/>
                  <a:pt x="26" y="2563103"/>
                </a:cubicBezTo>
                <a:cubicBezTo>
                  <a:pt x="-1879" y="2748841"/>
                  <a:pt x="102896" y="2927911"/>
                  <a:pt x="255296" y="3033639"/>
                </a:cubicBezTo>
                <a:cubicBezTo>
                  <a:pt x="407696" y="3139366"/>
                  <a:pt x="602958" y="3175561"/>
                  <a:pt x="787743" y="3151748"/>
                </a:cubicBezTo>
                <a:cubicBezTo>
                  <a:pt x="1068731" y="3115553"/>
                  <a:pt x="1314476" y="2952676"/>
                  <a:pt x="1568793" y="2828851"/>
                </a:cubicBezTo>
                <a:cubicBezTo>
                  <a:pt x="1843113" y="2696453"/>
                  <a:pt x="2138388" y="2606918"/>
                  <a:pt x="2439378" y="2565008"/>
                </a:cubicBezTo>
                <a:cubicBezTo>
                  <a:pt x="2644166" y="2536433"/>
                  <a:pt x="2856573" y="2527861"/>
                  <a:pt x="3042311" y="2438326"/>
                </a:cubicBezTo>
                <a:cubicBezTo>
                  <a:pt x="3278531" y="2324026"/>
                  <a:pt x="3442361" y="2078281"/>
                  <a:pt x="3469983" y="1817296"/>
                </a:cubicBezTo>
                <a:cubicBezTo>
                  <a:pt x="3499511" y="1556311"/>
                  <a:pt x="3396641" y="1287706"/>
                  <a:pt x="3209951" y="1102921"/>
                </a:cubicBezTo>
                <a:close/>
              </a:path>
            </a:pathLst>
          </a:custGeom>
          <a:solidFill>
            <a:schemeClr val="accent2"/>
          </a:solidFill>
          <a:ln w="9525" cap="flat">
            <a:noFill/>
            <a:prstDash val="solid"/>
            <a:miter/>
          </a:ln>
        </p:spPr>
        <p:txBody>
          <a:bodyPr rtlCol="0" anchor="ctr"/>
          <a:lstStyle/>
          <a:p>
            <a:endParaRPr lang="en-GB"/>
          </a:p>
        </p:txBody>
      </p:sp>
      <p:sp>
        <p:nvSpPr>
          <p:cNvPr id="4588" name="Rectangle 4587">
            <a:extLst>
              <a:ext uri="{FF2B5EF4-FFF2-40B4-BE49-F238E27FC236}">
                <a16:creationId xmlns:a16="http://schemas.microsoft.com/office/drawing/2014/main" id="{D20672D4-3D92-16DE-25E3-ADEB21C483A5}"/>
              </a:ext>
            </a:extLst>
          </p:cNvPr>
          <p:cNvSpPr/>
          <p:nvPr/>
        </p:nvSpPr>
        <p:spPr>
          <a:xfrm>
            <a:off x="594360" y="1938528"/>
            <a:ext cx="10991088" cy="484632"/>
          </a:xfrm>
          <a:prstGeom prst="rect">
            <a:avLst/>
          </a:prstGeom>
          <a:solidFill>
            <a:srgbClr val="FFDA37"/>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900" b="1">
                <a:solidFill>
                  <a:srgbClr val="292B45"/>
                </a:solidFill>
                <a:effectLst/>
                <a:latin typeface="Segoe UI" panose="020B0502040204020203" pitchFamily="34" charset="0"/>
              </a:rPr>
              <a:t>Los argumentos de la conversación son datos no confiables.</a:t>
            </a:r>
          </a:p>
          <a:p>
            <a:pPr algn="l">
              <a:buNone/>
            </a:pPr>
            <a:r>
              <a:rPr lang="en-US" sz="100">
                <a:effectLst/>
              </a:rPr>
              <a:t> </a:t>
            </a:r>
            <a:endParaRPr lang="en-US"/>
          </a:p>
        </p:txBody>
      </p:sp>
    </p:spTree>
    <p:extLst>
      <p:ext uri="{BB962C8B-B14F-4D97-AF65-F5344CB8AC3E}">
        <p14:creationId xmlns:p14="http://schemas.microsoft.com/office/powerpoint/2010/main" val="4139413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mask">
            <a:extLst>
              <a:ext uri="{FF2B5EF4-FFF2-40B4-BE49-F238E27FC236}">
                <a16:creationId xmlns:a16="http://schemas.microsoft.com/office/drawing/2014/main" id="{16ED4F77-8CB2-3DC6-1CA3-CAD1B5BCF6D5}"/>
              </a:ext>
            </a:extLst>
          </p:cNvPr>
          <p:cNvSpPr/>
          <p:nvPr/>
        </p:nvSpPr>
        <p:spPr>
          <a:xfrm>
            <a:off x="0" y="5879592"/>
            <a:ext cx="12192000" cy="978408"/>
          </a:xfrm>
          <a:prstGeom prst="rect">
            <a:avLst/>
          </a:prstGeom>
          <a:solidFill>
            <a:srgbClr val="FFFF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hashtag">
            <a:extLst>
              <a:ext uri="{FF2B5EF4-FFF2-40B4-BE49-F238E27FC236}">
                <a16:creationId xmlns:a16="http://schemas.microsoft.com/office/drawing/2014/main" id="{60B21920-174D-C5D8-C123-C5E2C436BF83}"/>
              </a:ext>
            </a:extLst>
          </p:cNvPr>
          <p:cNvSpPr/>
          <p:nvPr/>
        </p:nvSpPr>
        <p:spPr>
          <a:xfrm>
            <a:off x="8887968" y="5971032"/>
            <a:ext cx="2121408" cy="3840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292B45"/>
                </a:solidFill>
                <a:effectLst/>
                <a:latin typeface="Segoe UI" panose="020B0502040204020203" pitchFamily="34" charset="0"/>
              </a:rPr>
              <a:t>#BizzSummit2026</a:t>
            </a:r>
          </a:p>
          <a:p>
            <a:pPr algn="r">
              <a:buNone/>
            </a:pPr>
            <a:r>
              <a:rPr lang="en-US" sz="100">
                <a:effectLst/>
              </a:rPr>
              <a:t> </a:t>
            </a:r>
            <a:endParaRPr lang="en-US"/>
          </a:p>
        </p:txBody>
      </p:sp>
      <p:sp>
        <p:nvSpPr>
          <p:cNvPr id="6" name="eyebrow">
            <a:extLst>
              <a:ext uri="{FF2B5EF4-FFF2-40B4-BE49-F238E27FC236}">
                <a16:creationId xmlns:a16="http://schemas.microsoft.com/office/drawing/2014/main" id="{7A9FC9DE-63FA-8BB3-7353-6967F70F05AF}"/>
              </a:ext>
            </a:extLst>
          </p:cNvPr>
          <p:cNvSpPr/>
          <p:nvPr/>
        </p:nvSpPr>
        <p:spPr>
          <a:xfrm>
            <a:off x="594360" y="448056"/>
            <a:ext cx="10899648" cy="32918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50" b="1">
                <a:solidFill>
                  <a:srgbClr val="292B45"/>
                </a:solidFill>
                <a:effectLst/>
                <a:latin typeface="Segoe UI" panose="020B0502040204020203" pitchFamily="34" charset="0"/>
              </a:rPr>
              <a:t>10 · AZURE OPENAI, FOUNDRY Y AI GATEWAY</a:t>
            </a:r>
          </a:p>
          <a:p>
            <a:pPr algn="l">
              <a:buNone/>
            </a:pPr>
            <a:r>
              <a:rPr lang="en-US" sz="100">
                <a:effectLst/>
              </a:rPr>
              <a:t> </a:t>
            </a:r>
            <a:endParaRPr lang="en-US"/>
          </a:p>
        </p:txBody>
      </p:sp>
      <p:sp>
        <p:nvSpPr>
          <p:cNvPr id="7" name="title">
            <a:extLst>
              <a:ext uri="{FF2B5EF4-FFF2-40B4-BE49-F238E27FC236}">
                <a16:creationId xmlns:a16="http://schemas.microsoft.com/office/drawing/2014/main" id="{BE960643-2F90-4325-F8D2-5FAD4EDC8F1F}"/>
              </a:ext>
            </a:extLst>
          </p:cNvPr>
          <p:cNvSpPr/>
          <p:nvPr/>
        </p:nvSpPr>
        <p:spPr>
          <a:xfrm>
            <a:off x="594360" y="758952"/>
            <a:ext cx="10899648"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000" b="1">
                <a:solidFill>
                  <a:srgbClr val="292B45"/>
                </a:solidFill>
                <a:effectLst/>
                <a:latin typeface="Segoe UI" panose="020B0502040204020203" pitchFamily="34" charset="0"/>
              </a:rPr>
              <a:t>Gobernar el modelo sin confundir las rutas</a:t>
            </a:r>
          </a:p>
          <a:p>
            <a:pPr algn="l">
              <a:buNone/>
            </a:pPr>
            <a:r>
              <a:rPr lang="en-US" sz="100">
                <a:effectLst/>
              </a:rPr>
              <a:t> </a:t>
            </a:r>
            <a:endParaRPr lang="en-US"/>
          </a:p>
        </p:txBody>
      </p:sp>
      <p:sp>
        <p:nvSpPr>
          <p:cNvPr id="8" name="Rectangle 7">
            <a:extLst>
              <a:ext uri="{FF2B5EF4-FFF2-40B4-BE49-F238E27FC236}">
                <a16:creationId xmlns:a16="http://schemas.microsoft.com/office/drawing/2014/main" id="{E19B3D27-BE8A-DA9B-DA54-612802213A74}"/>
              </a:ext>
            </a:extLst>
          </p:cNvPr>
          <p:cNvSpPr/>
          <p:nvPr/>
        </p:nvSpPr>
        <p:spPr>
          <a:xfrm>
            <a:off x="594360" y="1901952"/>
            <a:ext cx="10991088" cy="48463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292B45"/>
                </a:solidFill>
                <a:effectLst/>
                <a:latin typeface="Segoe UI" panose="020B0502040204020203" pitchFamily="34" charset="0"/>
              </a:rPr>
              <a:t>DEMO LOCAL · Endpoint OpenAI-compatible · Dev Tunnel: desarrollo</a:t>
            </a:r>
            <a:endParaRPr lang="en-US"/>
          </a:p>
        </p:txBody>
      </p:sp>
      <p:sp>
        <p:nvSpPr>
          <p:cNvPr id="10" name="Arrow: Right 9">
            <a:extLst>
              <a:ext uri="{FF2B5EF4-FFF2-40B4-BE49-F238E27FC236}">
                <a16:creationId xmlns:a16="http://schemas.microsoft.com/office/drawing/2014/main" id="{05E9309B-7895-6D0B-903D-2886B7BC2C73}"/>
              </a:ext>
            </a:extLst>
          </p:cNvPr>
          <p:cNvSpPr/>
          <p:nvPr/>
        </p:nvSpPr>
        <p:spPr>
          <a:xfrm>
            <a:off x="2551176" y="2688336"/>
            <a:ext cx="265176" cy="201168"/>
          </a:xfrm>
          <a:prstGeom prst="rightArrow">
            <a:avLst/>
          </a:prstGeom>
          <a:solidFill>
            <a:srgbClr val="119F9A"/>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Right 11">
            <a:extLst>
              <a:ext uri="{FF2B5EF4-FFF2-40B4-BE49-F238E27FC236}">
                <a16:creationId xmlns:a16="http://schemas.microsoft.com/office/drawing/2014/main" id="{0AF509EA-B26B-72A5-7001-5F82EDDA65D8}"/>
              </a:ext>
            </a:extLst>
          </p:cNvPr>
          <p:cNvSpPr/>
          <p:nvPr/>
        </p:nvSpPr>
        <p:spPr>
          <a:xfrm>
            <a:off x="4818888" y="2688336"/>
            <a:ext cx="265176" cy="201168"/>
          </a:xfrm>
          <a:prstGeom prst="rightArrow">
            <a:avLst/>
          </a:prstGeom>
          <a:solidFill>
            <a:srgbClr val="119F9A"/>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Right 13">
            <a:extLst>
              <a:ext uri="{FF2B5EF4-FFF2-40B4-BE49-F238E27FC236}">
                <a16:creationId xmlns:a16="http://schemas.microsoft.com/office/drawing/2014/main" id="{15712755-7992-4A0E-DA86-8C2522220EB3}"/>
              </a:ext>
            </a:extLst>
          </p:cNvPr>
          <p:cNvSpPr/>
          <p:nvPr/>
        </p:nvSpPr>
        <p:spPr>
          <a:xfrm>
            <a:off x="7086600" y="2688336"/>
            <a:ext cx="265176" cy="201168"/>
          </a:xfrm>
          <a:prstGeom prst="rightArrow">
            <a:avLst/>
          </a:prstGeom>
          <a:solidFill>
            <a:srgbClr val="119F9A"/>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Right 15">
            <a:extLst>
              <a:ext uri="{FF2B5EF4-FFF2-40B4-BE49-F238E27FC236}">
                <a16:creationId xmlns:a16="http://schemas.microsoft.com/office/drawing/2014/main" id="{B690CEFC-D969-E610-B658-5656E8FA3673}"/>
              </a:ext>
            </a:extLst>
          </p:cNvPr>
          <p:cNvSpPr/>
          <p:nvPr/>
        </p:nvSpPr>
        <p:spPr>
          <a:xfrm>
            <a:off x="9354312" y="2688336"/>
            <a:ext cx="265176" cy="201168"/>
          </a:xfrm>
          <a:prstGeom prst="rightArrow">
            <a:avLst/>
          </a:prstGeom>
          <a:solidFill>
            <a:srgbClr val="119F9A"/>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6218402-0904-41B8-9E33-3CBC849921B7}"/>
              </a:ext>
            </a:extLst>
          </p:cNvPr>
          <p:cNvSpPr/>
          <p:nvPr/>
        </p:nvSpPr>
        <p:spPr>
          <a:xfrm>
            <a:off x="594360" y="3429000"/>
            <a:ext cx="10991088" cy="47548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292B45"/>
                </a:solidFill>
                <a:effectLst/>
                <a:latin typeface="Segoe UI" panose="020B0502040204020203" pitchFamily="34" charset="0"/>
              </a:rPr>
              <a:t>OBJETIVO GOBERNADO · Hosting e identidad definidos</a:t>
            </a:r>
          </a:p>
          <a:p>
            <a:pPr algn="l">
              <a:buNone/>
            </a:pPr>
            <a:r>
              <a:rPr lang="en-US" sz="100">
                <a:effectLst/>
              </a:rPr>
              <a:t> </a:t>
            </a:r>
            <a:endParaRPr lang="en-US"/>
          </a:p>
        </p:txBody>
      </p:sp>
      <p:sp>
        <p:nvSpPr>
          <p:cNvPr id="20" name="Arrow: Right 19">
            <a:extLst>
              <a:ext uri="{FF2B5EF4-FFF2-40B4-BE49-F238E27FC236}">
                <a16:creationId xmlns:a16="http://schemas.microsoft.com/office/drawing/2014/main" id="{7A867A20-2E34-1AAF-499D-45B704D6246E}"/>
              </a:ext>
            </a:extLst>
          </p:cNvPr>
          <p:cNvSpPr/>
          <p:nvPr/>
        </p:nvSpPr>
        <p:spPr>
          <a:xfrm>
            <a:off x="2551176" y="4233672"/>
            <a:ext cx="265176" cy="201168"/>
          </a:xfrm>
          <a:prstGeom prst="rightArrow">
            <a:avLst/>
          </a:prstGeom>
          <a:solidFill>
            <a:srgbClr val="119F9A"/>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Right 21">
            <a:extLst>
              <a:ext uri="{FF2B5EF4-FFF2-40B4-BE49-F238E27FC236}">
                <a16:creationId xmlns:a16="http://schemas.microsoft.com/office/drawing/2014/main" id="{825DFA47-005A-5740-CBF2-8008C3092D97}"/>
              </a:ext>
            </a:extLst>
          </p:cNvPr>
          <p:cNvSpPr/>
          <p:nvPr/>
        </p:nvSpPr>
        <p:spPr>
          <a:xfrm>
            <a:off x="4818888" y="4233672"/>
            <a:ext cx="265176" cy="201168"/>
          </a:xfrm>
          <a:prstGeom prst="rightArrow">
            <a:avLst/>
          </a:prstGeom>
          <a:solidFill>
            <a:srgbClr val="119F9A"/>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Arrow: Right 23">
            <a:extLst>
              <a:ext uri="{FF2B5EF4-FFF2-40B4-BE49-F238E27FC236}">
                <a16:creationId xmlns:a16="http://schemas.microsoft.com/office/drawing/2014/main" id="{4F012C86-4897-4062-A8D0-B86DA6E1EAAE}"/>
              </a:ext>
            </a:extLst>
          </p:cNvPr>
          <p:cNvSpPr/>
          <p:nvPr/>
        </p:nvSpPr>
        <p:spPr>
          <a:xfrm>
            <a:off x="7086600" y="4233672"/>
            <a:ext cx="265176" cy="201168"/>
          </a:xfrm>
          <a:prstGeom prst="rightArrow">
            <a:avLst/>
          </a:prstGeom>
          <a:solidFill>
            <a:srgbClr val="119F9A"/>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Arrow: Right 25">
            <a:extLst>
              <a:ext uri="{FF2B5EF4-FFF2-40B4-BE49-F238E27FC236}">
                <a16:creationId xmlns:a16="http://schemas.microsoft.com/office/drawing/2014/main" id="{845603EC-F12C-BDDD-36F0-9C6D7855B354}"/>
              </a:ext>
            </a:extLst>
          </p:cNvPr>
          <p:cNvSpPr/>
          <p:nvPr/>
        </p:nvSpPr>
        <p:spPr>
          <a:xfrm>
            <a:off x="9354312" y="4233672"/>
            <a:ext cx="265176" cy="201168"/>
          </a:xfrm>
          <a:prstGeom prst="rightArrow">
            <a:avLst/>
          </a:prstGeom>
          <a:solidFill>
            <a:srgbClr val="119F9A"/>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1B512894-855F-539E-683E-9B164DEDF77F}"/>
              </a:ext>
            </a:extLst>
          </p:cNvPr>
          <p:cNvSpPr/>
          <p:nvPr/>
        </p:nvSpPr>
        <p:spPr>
          <a:xfrm>
            <a:off x="594360" y="4863588"/>
            <a:ext cx="10991088" cy="50078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dirty="0">
                <a:solidFill>
                  <a:srgbClr val="292B45"/>
                </a:solidFill>
                <a:effectLst/>
                <a:latin typeface="Segoe UI" panose="020B0502040204020203" pitchFamily="34" charset="0"/>
              </a:rPr>
              <a:t>Key Vault: </a:t>
            </a:r>
            <a:r>
              <a:rPr lang="en-US" sz="1600" dirty="0" err="1">
                <a:solidFill>
                  <a:srgbClr val="292B45"/>
                </a:solidFill>
                <a:effectLst/>
                <a:latin typeface="Segoe UI" panose="020B0502040204020203" pitchFamily="34" charset="0"/>
              </a:rPr>
              <a:t>secretos</a:t>
            </a:r>
            <a:r>
              <a:rPr lang="en-US" sz="1600" dirty="0">
                <a:solidFill>
                  <a:srgbClr val="292B45"/>
                </a:solidFill>
                <a:effectLst/>
                <a:latin typeface="Segoe UI" panose="020B0502040204020203" pitchFamily="34" charset="0"/>
              </a:rPr>
              <a:t>     ·     Monitor: </a:t>
            </a:r>
            <a:r>
              <a:rPr lang="en-US" sz="1600" dirty="0" err="1">
                <a:solidFill>
                  <a:srgbClr val="292B45"/>
                </a:solidFill>
                <a:effectLst/>
                <a:latin typeface="Segoe UI" panose="020B0502040204020203" pitchFamily="34" charset="0"/>
              </a:rPr>
              <a:t>telemetría</a:t>
            </a:r>
            <a:r>
              <a:rPr lang="en-US" sz="1600" dirty="0">
                <a:solidFill>
                  <a:srgbClr val="292B45"/>
                </a:solidFill>
                <a:effectLst/>
                <a:latin typeface="Segoe UI" panose="020B0502040204020203" pitchFamily="34" charset="0"/>
              </a:rPr>
              <a:t>     ·     Gateway: </a:t>
            </a:r>
            <a:r>
              <a:rPr lang="en-US" sz="1600" dirty="0" err="1">
                <a:solidFill>
                  <a:srgbClr val="292B45"/>
                </a:solidFill>
                <a:effectLst/>
                <a:latin typeface="Segoe UI" panose="020B0502040204020203" pitchFamily="34" charset="0"/>
              </a:rPr>
              <a:t>políticas</a:t>
            </a:r>
            <a:r>
              <a:rPr lang="en-US" sz="1600" dirty="0">
                <a:solidFill>
                  <a:srgbClr val="292B45"/>
                </a:solidFill>
                <a:effectLst/>
                <a:latin typeface="Segoe UI" panose="020B0502040204020203" pitchFamily="34" charset="0"/>
              </a:rPr>
              <a:t> y </a:t>
            </a:r>
            <a:r>
              <a:rPr lang="en-US" sz="1600" dirty="0" err="1">
                <a:solidFill>
                  <a:srgbClr val="292B45"/>
                </a:solidFill>
                <a:effectLst/>
                <a:latin typeface="Segoe UI" panose="020B0502040204020203" pitchFamily="34" charset="0"/>
              </a:rPr>
              <a:t>límites</a:t>
            </a:r>
            <a:endParaRPr lang="en-US" sz="1600" dirty="0">
              <a:solidFill>
                <a:srgbClr val="292B45"/>
              </a:solidFill>
              <a:effectLst/>
              <a:latin typeface="Segoe UI" panose="020B0502040204020203" pitchFamily="34" charset="0"/>
            </a:endParaRPr>
          </a:p>
          <a:p>
            <a:pPr algn="l">
              <a:buNone/>
            </a:pPr>
            <a:r>
              <a:rPr lang="en-US" sz="100" dirty="0">
                <a:effectLst/>
              </a:rPr>
              <a:t> </a:t>
            </a:r>
            <a:endParaRPr lang="en-US" dirty="0"/>
          </a:p>
        </p:txBody>
      </p:sp>
      <p:sp>
        <p:nvSpPr>
          <p:cNvPr id="29" name="Rectangle 28">
            <a:extLst>
              <a:ext uri="{FF2B5EF4-FFF2-40B4-BE49-F238E27FC236}">
                <a16:creationId xmlns:a16="http://schemas.microsoft.com/office/drawing/2014/main" id="{A927B157-64D8-E8AE-4026-5E93200E0FCE}"/>
              </a:ext>
            </a:extLst>
          </p:cNvPr>
          <p:cNvSpPr/>
          <p:nvPr/>
        </p:nvSpPr>
        <p:spPr>
          <a:xfrm>
            <a:off x="594360" y="5468112"/>
            <a:ext cx="10991088" cy="411480"/>
          </a:xfrm>
          <a:prstGeom prst="rect">
            <a:avLst/>
          </a:prstGeom>
          <a:solidFill>
            <a:srgbClr val="FFDA37"/>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800" b="1">
                <a:solidFill>
                  <a:srgbClr val="292B45"/>
                </a:solidFill>
                <a:effectLst/>
                <a:latin typeface="Segoe UI" panose="020B0502040204020203" pitchFamily="34" charset="0"/>
              </a:rPr>
              <a:t>Cowork no se enruta automáticamente por AI Gateway.</a:t>
            </a:r>
          </a:p>
          <a:p>
            <a:pPr algn="ctr">
              <a:buNone/>
            </a:pPr>
            <a:r>
              <a:rPr lang="en-US" sz="100">
                <a:effectLst/>
              </a:rPr>
              <a:t> </a:t>
            </a:r>
            <a:endParaRPr lang="en-US"/>
          </a:p>
        </p:txBody>
      </p:sp>
      <p:sp>
        <p:nvSpPr>
          <p:cNvPr id="31" name="Freeform: Shape 30">
            <a:extLst>
              <a:ext uri="{FF2B5EF4-FFF2-40B4-BE49-F238E27FC236}">
                <a16:creationId xmlns:a16="http://schemas.microsoft.com/office/drawing/2014/main" id="{3E527F4A-52DC-3DEA-DEAE-D3DE64BE379B}"/>
              </a:ext>
            </a:extLst>
          </p:cNvPr>
          <p:cNvSpPr/>
          <p:nvPr/>
        </p:nvSpPr>
        <p:spPr>
          <a:xfrm>
            <a:off x="11045952" y="5925312"/>
            <a:ext cx="667512" cy="457200"/>
          </a:xfrm>
          <a:custGeom>
            <a:avLst/>
            <a:gdLst>
              <a:gd name="connsiteX0" fmla="*/ 3209951 w 3467100"/>
              <a:gd name="connsiteY0" fmla="*/ 1102921 h 3152775"/>
              <a:gd name="connsiteX1" fmla="*/ 2526056 w 3467100"/>
              <a:gd name="connsiteY1" fmla="*/ 759068 h 3152775"/>
              <a:gd name="connsiteX2" fmla="*/ 2387943 w 3467100"/>
              <a:gd name="connsiteY2" fmla="*/ 725731 h 3152775"/>
              <a:gd name="connsiteX3" fmla="*/ 1954556 w 3467100"/>
              <a:gd name="connsiteY3" fmla="*/ 497131 h 3152775"/>
              <a:gd name="connsiteX4" fmla="*/ 1952651 w 3467100"/>
              <a:gd name="connsiteY4" fmla="*/ 495226 h 3152775"/>
              <a:gd name="connsiteX5" fmla="*/ 1560221 w 3467100"/>
              <a:gd name="connsiteY5" fmla="*/ 127561 h 3152775"/>
              <a:gd name="connsiteX6" fmla="*/ 829653 w 3467100"/>
              <a:gd name="connsiteY6" fmla="*/ 60886 h 3152775"/>
              <a:gd name="connsiteX7" fmla="*/ 398171 w 3467100"/>
              <a:gd name="connsiteY7" fmla="*/ 648578 h 3152775"/>
              <a:gd name="connsiteX8" fmla="*/ 479133 w 3467100"/>
              <a:gd name="connsiteY8" fmla="*/ 1555358 h 3152775"/>
              <a:gd name="connsiteX9" fmla="*/ 26 w 3467100"/>
              <a:gd name="connsiteY9" fmla="*/ 2563103 h 3152775"/>
              <a:gd name="connsiteX10" fmla="*/ 255296 w 3467100"/>
              <a:gd name="connsiteY10" fmla="*/ 3033639 h 3152775"/>
              <a:gd name="connsiteX11" fmla="*/ 787743 w 3467100"/>
              <a:gd name="connsiteY11" fmla="*/ 3151748 h 3152775"/>
              <a:gd name="connsiteX12" fmla="*/ 1568793 w 3467100"/>
              <a:gd name="connsiteY12" fmla="*/ 2828851 h 3152775"/>
              <a:gd name="connsiteX13" fmla="*/ 2439378 w 3467100"/>
              <a:gd name="connsiteY13" fmla="*/ 2565008 h 3152775"/>
              <a:gd name="connsiteX14" fmla="*/ 3042311 w 3467100"/>
              <a:gd name="connsiteY14" fmla="*/ 2438326 h 3152775"/>
              <a:gd name="connsiteX15" fmla="*/ 3469983 w 3467100"/>
              <a:gd name="connsiteY15" fmla="*/ 1817296 h 3152775"/>
              <a:gd name="connsiteX16" fmla="*/ 3209951 w 3467100"/>
              <a:gd name="connsiteY16" fmla="*/ 1102921 h 3152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67100" h="3152775">
                <a:moveTo>
                  <a:pt x="3209951" y="1102921"/>
                </a:moveTo>
                <a:cubicBezTo>
                  <a:pt x="3027071" y="920993"/>
                  <a:pt x="2776563" y="822886"/>
                  <a:pt x="2526056" y="759068"/>
                </a:cubicBezTo>
                <a:cubicBezTo>
                  <a:pt x="2480336" y="747638"/>
                  <a:pt x="2433663" y="736208"/>
                  <a:pt x="2387943" y="725731"/>
                </a:cubicBezTo>
                <a:cubicBezTo>
                  <a:pt x="2226018" y="689536"/>
                  <a:pt x="2075523" y="611431"/>
                  <a:pt x="1954556" y="497131"/>
                </a:cubicBezTo>
                <a:cubicBezTo>
                  <a:pt x="1953603" y="496178"/>
                  <a:pt x="1952651" y="496178"/>
                  <a:pt x="1952651" y="495226"/>
                </a:cubicBezTo>
                <a:cubicBezTo>
                  <a:pt x="1822158" y="371401"/>
                  <a:pt x="1709763" y="225668"/>
                  <a:pt x="1560221" y="127561"/>
                </a:cubicBezTo>
                <a:cubicBezTo>
                  <a:pt x="1347813" y="-12457"/>
                  <a:pt x="1063016" y="-41032"/>
                  <a:pt x="829653" y="60886"/>
                </a:cubicBezTo>
                <a:cubicBezTo>
                  <a:pt x="596291" y="162803"/>
                  <a:pt x="422936" y="394261"/>
                  <a:pt x="398171" y="648578"/>
                </a:cubicBezTo>
                <a:cubicBezTo>
                  <a:pt x="368643" y="952426"/>
                  <a:pt x="538188" y="1255321"/>
                  <a:pt x="479133" y="1555358"/>
                </a:cubicBezTo>
                <a:cubicBezTo>
                  <a:pt x="406743" y="1924928"/>
                  <a:pt x="3836" y="2186866"/>
                  <a:pt x="26" y="2563103"/>
                </a:cubicBezTo>
                <a:cubicBezTo>
                  <a:pt x="-1879" y="2748841"/>
                  <a:pt x="102896" y="2927911"/>
                  <a:pt x="255296" y="3033639"/>
                </a:cubicBezTo>
                <a:cubicBezTo>
                  <a:pt x="407696" y="3139366"/>
                  <a:pt x="602958" y="3175561"/>
                  <a:pt x="787743" y="3151748"/>
                </a:cubicBezTo>
                <a:cubicBezTo>
                  <a:pt x="1068731" y="3115553"/>
                  <a:pt x="1314476" y="2952676"/>
                  <a:pt x="1568793" y="2828851"/>
                </a:cubicBezTo>
                <a:cubicBezTo>
                  <a:pt x="1843113" y="2696453"/>
                  <a:pt x="2138388" y="2606918"/>
                  <a:pt x="2439378" y="2565008"/>
                </a:cubicBezTo>
                <a:cubicBezTo>
                  <a:pt x="2644166" y="2536433"/>
                  <a:pt x="2856573" y="2527861"/>
                  <a:pt x="3042311" y="2438326"/>
                </a:cubicBezTo>
                <a:cubicBezTo>
                  <a:pt x="3278531" y="2324026"/>
                  <a:pt x="3442361" y="2078281"/>
                  <a:pt x="3469983" y="1817296"/>
                </a:cubicBezTo>
                <a:cubicBezTo>
                  <a:pt x="3499511" y="1556311"/>
                  <a:pt x="3396641" y="1287706"/>
                  <a:pt x="3209951" y="1102921"/>
                </a:cubicBezTo>
                <a:close/>
              </a:path>
            </a:pathLst>
          </a:custGeom>
          <a:solidFill>
            <a:schemeClr val="accent2"/>
          </a:solidFill>
          <a:ln w="9525" cap="flat">
            <a:noFill/>
            <a:prstDash val="solid"/>
            <a:miter/>
          </a:ln>
        </p:spPr>
        <p:txBody>
          <a:bodyPr rtlCol="0" anchor="ctr"/>
          <a:lstStyle/>
          <a:p>
            <a:endParaRPr lang="en-GB"/>
          </a:p>
        </p:txBody>
      </p:sp>
      <p:sp>
        <p:nvSpPr>
          <p:cNvPr id="4607" name="Rectangle 4606">
            <a:extLst>
              <a:ext uri="{FF2B5EF4-FFF2-40B4-BE49-F238E27FC236}">
                <a16:creationId xmlns:a16="http://schemas.microsoft.com/office/drawing/2014/main" id="{74D64D48-6DF8-8475-8E2E-1469DCFE5D9C}"/>
              </a:ext>
            </a:extLst>
          </p:cNvPr>
          <p:cNvSpPr/>
          <p:nvPr/>
        </p:nvSpPr>
        <p:spPr>
          <a:xfrm>
            <a:off x="594360" y="2386584"/>
            <a:ext cx="1920240" cy="813816"/>
          </a:xfrm>
          <a:prstGeom prst="rect">
            <a:avLst/>
          </a:prstGeom>
          <a:solidFill>
            <a:srgbClr val="F2F3F7"/>
          </a:solidFill>
          <a:ln>
            <a:solidFill>
              <a:srgbClr val="FFFFFF">
                <a:alpha val="0"/>
              </a:srgbClr>
            </a:solidFill>
          </a:ln>
          <a:effectLst>
            <a:outerShdw blurRad="101600" dist="25400" dir="5400000" algn="ctr" rotWithShape="0">
              <a:srgbClr val="292B45">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292B45"/>
                </a:solidFill>
                <a:effectLst/>
                <a:latin typeface="Segoe UI" panose="020B0502040204020203" pitchFamily="34" charset="0"/>
              </a:rPr>
              <a:t>Cowork</a:t>
            </a:r>
          </a:p>
          <a:p>
            <a:pPr algn="ctr">
              <a:buNone/>
            </a:pPr>
            <a:r>
              <a:rPr lang="en-US" sz="1400">
                <a:solidFill>
                  <a:srgbClr val="292B45"/>
                </a:solidFill>
                <a:effectLst/>
                <a:latin typeface="Segoe UI" panose="020B0502040204020203" pitchFamily="34" charset="0"/>
              </a:rPr>
              <a:t>Plugin</a:t>
            </a:r>
            <a:endParaRPr lang="en-US"/>
          </a:p>
        </p:txBody>
      </p:sp>
      <p:sp>
        <p:nvSpPr>
          <p:cNvPr id="4618" name="Rectangle 4617">
            <a:extLst>
              <a:ext uri="{FF2B5EF4-FFF2-40B4-BE49-F238E27FC236}">
                <a16:creationId xmlns:a16="http://schemas.microsoft.com/office/drawing/2014/main" id="{97CC4E51-9F5A-D0F2-194B-355BE9DE0CD7}"/>
              </a:ext>
            </a:extLst>
          </p:cNvPr>
          <p:cNvSpPr/>
          <p:nvPr/>
        </p:nvSpPr>
        <p:spPr>
          <a:xfrm>
            <a:off x="2862072" y="2386584"/>
            <a:ext cx="1920240" cy="813816"/>
          </a:xfrm>
          <a:prstGeom prst="rect">
            <a:avLst/>
          </a:prstGeom>
          <a:solidFill>
            <a:srgbClr val="F2F3F7"/>
          </a:solidFill>
          <a:ln>
            <a:solidFill>
              <a:srgbClr val="FFFFFF">
                <a:alpha val="0"/>
              </a:srgbClr>
            </a:solidFill>
          </a:ln>
          <a:effectLst>
            <a:outerShdw blurRad="101600" dist="25400" dir="5400000" algn="ctr" rotWithShape="0">
              <a:srgbClr val="292B45">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292B45"/>
                </a:solidFill>
                <a:effectLst/>
                <a:latin typeface="Segoe UI" panose="020B0502040204020203" pitchFamily="34" charset="0"/>
              </a:rPr>
              <a:t>Dev Tunnel</a:t>
            </a:r>
          </a:p>
          <a:p>
            <a:pPr algn="ctr">
              <a:buNone/>
            </a:pPr>
            <a:r>
              <a:rPr lang="en-US" sz="1400">
                <a:solidFill>
                  <a:srgbClr val="292B45"/>
                </a:solidFill>
                <a:effectLst/>
                <a:latin typeface="Segoe UI" panose="020B0502040204020203" pitchFamily="34" charset="0"/>
              </a:rPr>
              <a:t>HTTPS</a:t>
            </a:r>
            <a:endParaRPr lang="en-US"/>
          </a:p>
        </p:txBody>
      </p:sp>
      <p:sp>
        <p:nvSpPr>
          <p:cNvPr id="4630" name="Rectangle 4629">
            <a:extLst>
              <a:ext uri="{FF2B5EF4-FFF2-40B4-BE49-F238E27FC236}">
                <a16:creationId xmlns:a16="http://schemas.microsoft.com/office/drawing/2014/main" id="{A68A581B-565C-53BB-F63E-C73A45934CC1}"/>
              </a:ext>
            </a:extLst>
          </p:cNvPr>
          <p:cNvSpPr/>
          <p:nvPr/>
        </p:nvSpPr>
        <p:spPr>
          <a:xfrm>
            <a:off x="5129784" y="2386584"/>
            <a:ext cx="1920240" cy="813816"/>
          </a:xfrm>
          <a:prstGeom prst="rect">
            <a:avLst/>
          </a:prstGeom>
          <a:solidFill>
            <a:srgbClr val="F2F3F7"/>
          </a:solidFill>
          <a:ln>
            <a:solidFill>
              <a:srgbClr val="FFFFFF">
                <a:alpha val="0"/>
              </a:srgbClr>
            </a:solidFill>
          </a:ln>
          <a:effectLst>
            <a:outerShdw blurRad="101600" dist="25400" dir="5400000" algn="ctr" rotWithShape="0">
              <a:srgbClr val="292B45">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292B45"/>
                </a:solidFill>
                <a:effectLst/>
                <a:latin typeface="Segoe UI" panose="020B0502040204020203" pitchFamily="34" charset="0"/>
              </a:rPr>
              <a:t>MCP</a:t>
            </a:r>
          </a:p>
          <a:p>
            <a:pPr algn="ctr">
              <a:buNone/>
            </a:pPr>
            <a:r>
              <a:rPr lang="en-US" sz="1400">
                <a:solidFill>
                  <a:srgbClr val="292B45"/>
                </a:solidFill>
                <a:effectLst/>
                <a:latin typeface="Segoe UI" panose="020B0502040204020203" pitchFamily="34" charset="0"/>
              </a:rPr>
              <a:t>Local</a:t>
            </a:r>
            <a:endParaRPr lang="en-US"/>
          </a:p>
        </p:txBody>
      </p:sp>
      <p:sp>
        <p:nvSpPr>
          <p:cNvPr id="4657" name="Rectangle 4656">
            <a:extLst>
              <a:ext uri="{FF2B5EF4-FFF2-40B4-BE49-F238E27FC236}">
                <a16:creationId xmlns:a16="http://schemas.microsoft.com/office/drawing/2014/main" id="{30424D3D-EB17-BA2F-F9CE-458A56D5040B}"/>
              </a:ext>
            </a:extLst>
          </p:cNvPr>
          <p:cNvSpPr/>
          <p:nvPr/>
        </p:nvSpPr>
        <p:spPr>
          <a:xfrm>
            <a:off x="9665208" y="2386584"/>
            <a:ext cx="1920240" cy="813816"/>
          </a:xfrm>
          <a:prstGeom prst="rect">
            <a:avLst/>
          </a:prstGeom>
          <a:solidFill>
            <a:srgbClr val="F2F3F7"/>
          </a:solidFill>
          <a:ln>
            <a:solidFill>
              <a:srgbClr val="FFFFFF">
                <a:alpha val="0"/>
              </a:srgbClr>
            </a:solidFill>
          </a:ln>
          <a:effectLst>
            <a:outerShdw blurRad="101600" dist="25400" dir="5400000" algn="ctr" rotWithShape="0">
              <a:srgbClr val="292B45">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292B45"/>
                </a:solidFill>
                <a:effectLst/>
                <a:latin typeface="Segoe UI" panose="020B0502040204020203" pitchFamily="34" charset="0"/>
              </a:rPr>
              <a:t>Azure OpenAI</a:t>
            </a:r>
          </a:p>
          <a:p>
            <a:pPr algn="ctr">
              <a:buNone/>
            </a:pPr>
            <a:r>
              <a:rPr lang="en-US" sz="1400">
                <a:solidFill>
                  <a:srgbClr val="292B45"/>
                </a:solidFill>
                <a:effectLst/>
                <a:latin typeface="Segoe UI" panose="020B0502040204020203" pitchFamily="34" charset="0"/>
              </a:rPr>
              <a:t>Modelo</a:t>
            </a:r>
            <a:endParaRPr lang="en-US"/>
          </a:p>
        </p:txBody>
      </p:sp>
      <p:sp>
        <p:nvSpPr>
          <p:cNvPr id="4672" name="Rectangle 4671">
            <a:extLst>
              <a:ext uri="{FF2B5EF4-FFF2-40B4-BE49-F238E27FC236}">
                <a16:creationId xmlns:a16="http://schemas.microsoft.com/office/drawing/2014/main" id="{27847735-54D9-97A3-6BFE-A9C6EE8DE3A9}"/>
              </a:ext>
            </a:extLst>
          </p:cNvPr>
          <p:cNvSpPr/>
          <p:nvPr/>
        </p:nvSpPr>
        <p:spPr>
          <a:xfrm>
            <a:off x="594360" y="3904488"/>
            <a:ext cx="1920240" cy="868680"/>
          </a:xfrm>
          <a:prstGeom prst="rect">
            <a:avLst/>
          </a:prstGeom>
          <a:solidFill>
            <a:srgbClr val="E8F7F6"/>
          </a:solidFill>
          <a:ln>
            <a:solidFill>
              <a:srgbClr val="FFFFFF">
                <a:alpha val="0"/>
              </a:srgbClr>
            </a:solidFill>
          </a:ln>
          <a:effectLst>
            <a:outerShdw blurRad="101600" dist="25400" dir="5400000" algn="ctr" rotWithShape="0">
              <a:srgbClr val="292B45">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292B45"/>
                </a:solidFill>
                <a:effectLst/>
                <a:latin typeface="Segoe UI" panose="020B0502040204020203" pitchFamily="34" charset="0"/>
              </a:rPr>
              <a:t>Cowork</a:t>
            </a:r>
          </a:p>
          <a:p>
            <a:pPr algn="ctr">
              <a:buNone/>
            </a:pPr>
            <a:r>
              <a:rPr lang="en-US" sz="1400">
                <a:solidFill>
                  <a:srgbClr val="292B45"/>
                </a:solidFill>
                <a:effectLst/>
                <a:latin typeface="Segoe UI" panose="020B0502040204020203" pitchFamily="34" charset="0"/>
              </a:rPr>
              <a:t>Manifiesto</a:t>
            </a:r>
            <a:endParaRPr lang="en-US"/>
          </a:p>
        </p:txBody>
      </p:sp>
      <p:sp>
        <p:nvSpPr>
          <p:cNvPr id="4688" name="Rectangle 4687">
            <a:extLst>
              <a:ext uri="{FF2B5EF4-FFF2-40B4-BE49-F238E27FC236}">
                <a16:creationId xmlns:a16="http://schemas.microsoft.com/office/drawing/2014/main" id="{F45CD987-CED7-0B7F-CB1C-9AF63E29E088}"/>
              </a:ext>
            </a:extLst>
          </p:cNvPr>
          <p:cNvSpPr/>
          <p:nvPr/>
        </p:nvSpPr>
        <p:spPr>
          <a:xfrm>
            <a:off x="2862072" y="3904488"/>
            <a:ext cx="1920240" cy="868680"/>
          </a:xfrm>
          <a:prstGeom prst="rect">
            <a:avLst/>
          </a:prstGeom>
          <a:solidFill>
            <a:srgbClr val="E8F7F6"/>
          </a:solidFill>
          <a:ln>
            <a:solidFill>
              <a:srgbClr val="FFFFFF">
                <a:alpha val="0"/>
              </a:srgbClr>
            </a:solidFill>
          </a:ln>
          <a:effectLst>
            <a:outerShdw blurRad="101600" dist="25400" dir="5400000" algn="ctr" rotWithShape="0">
              <a:srgbClr val="292B45">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292B45"/>
                </a:solidFill>
                <a:effectLst/>
                <a:latin typeface="Segoe UI" panose="020B0502040204020203" pitchFamily="34" charset="0"/>
              </a:rPr>
              <a:t>MCP</a:t>
            </a:r>
          </a:p>
          <a:p>
            <a:pPr algn="ctr">
              <a:buNone/>
            </a:pPr>
            <a:r>
              <a:rPr lang="en-US" sz="1400">
                <a:solidFill>
                  <a:srgbClr val="292B45"/>
                </a:solidFill>
                <a:effectLst/>
                <a:latin typeface="Segoe UI" panose="020B0502040204020203" pitchFamily="34" charset="0"/>
              </a:rPr>
              <a:t>Hospedado</a:t>
            </a:r>
            <a:endParaRPr lang="en-US"/>
          </a:p>
        </p:txBody>
      </p:sp>
      <p:sp>
        <p:nvSpPr>
          <p:cNvPr id="4705" name="Rectangle 4704">
            <a:extLst>
              <a:ext uri="{FF2B5EF4-FFF2-40B4-BE49-F238E27FC236}">
                <a16:creationId xmlns:a16="http://schemas.microsoft.com/office/drawing/2014/main" id="{E519F3BC-BC62-8B48-1936-6ED2934678FE}"/>
              </a:ext>
            </a:extLst>
          </p:cNvPr>
          <p:cNvSpPr/>
          <p:nvPr/>
        </p:nvSpPr>
        <p:spPr>
          <a:xfrm>
            <a:off x="5129784" y="3904488"/>
            <a:ext cx="1920240" cy="868680"/>
          </a:xfrm>
          <a:prstGeom prst="rect">
            <a:avLst/>
          </a:prstGeom>
          <a:solidFill>
            <a:srgbClr val="E8F7F6"/>
          </a:solidFill>
          <a:ln>
            <a:solidFill>
              <a:srgbClr val="FFFFFF">
                <a:alpha val="0"/>
              </a:srgbClr>
            </a:solidFill>
          </a:ln>
          <a:effectLst>
            <a:outerShdw blurRad="101600" dist="25400" dir="5400000" algn="ctr" rotWithShape="0">
              <a:srgbClr val="292B45">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292B45"/>
                </a:solidFill>
                <a:effectLst/>
                <a:latin typeface="Segoe UI" panose="020B0502040204020203" pitchFamily="34" charset="0"/>
              </a:rPr>
              <a:t>API</a:t>
            </a:r>
          </a:p>
          <a:p>
            <a:pPr algn="ctr">
              <a:buNone/>
            </a:pPr>
            <a:r>
              <a:rPr lang="en-US" sz="1400">
                <a:solidFill>
                  <a:srgbClr val="292B45"/>
                </a:solidFill>
                <a:effectLst/>
                <a:latin typeface="Segoe UI" panose="020B0502040204020203" pitchFamily="34" charset="0"/>
              </a:rPr>
              <a:t>Reglas / modelo</a:t>
            </a:r>
            <a:endParaRPr lang="en-US"/>
          </a:p>
        </p:txBody>
      </p:sp>
      <p:sp>
        <p:nvSpPr>
          <p:cNvPr id="4742" name="Rectangle 4741">
            <a:extLst>
              <a:ext uri="{FF2B5EF4-FFF2-40B4-BE49-F238E27FC236}">
                <a16:creationId xmlns:a16="http://schemas.microsoft.com/office/drawing/2014/main" id="{2C4F434E-470A-A071-56A5-C28F96E9459C}"/>
              </a:ext>
            </a:extLst>
          </p:cNvPr>
          <p:cNvSpPr/>
          <p:nvPr/>
        </p:nvSpPr>
        <p:spPr>
          <a:xfrm>
            <a:off x="9665208" y="3904488"/>
            <a:ext cx="1920240" cy="868680"/>
          </a:xfrm>
          <a:prstGeom prst="rect">
            <a:avLst/>
          </a:prstGeom>
          <a:solidFill>
            <a:srgbClr val="E8F7F6"/>
          </a:solidFill>
          <a:ln>
            <a:solidFill>
              <a:srgbClr val="FFFFFF">
                <a:alpha val="0"/>
              </a:srgbClr>
            </a:solidFill>
          </a:ln>
          <a:effectLst>
            <a:outerShdw blurRad="101600" dist="25400" dir="5400000" algn="ctr" rotWithShape="0">
              <a:srgbClr val="292B45">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292B45"/>
                </a:solidFill>
                <a:effectLst/>
                <a:latin typeface="Segoe UI" panose="020B0502040204020203" pitchFamily="34" charset="0"/>
              </a:rPr>
              <a:t>Foundry</a:t>
            </a:r>
          </a:p>
          <a:p>
            <a:pPr algn="ctr">
              <a:buNone/>
            </a:pPr>
            <a:r>
              <a:rPr lang="en-US" sz="1400">
                <a:solidFill>
                  <a:srgbClr val="292B45"/>
                </a:solidFill>
                <a:effectLst/>
                <a:latin typeface="Segoe UI" panose="020B0502040204020203" pitchFamily="34" charset="0"/>
              </a:rPr>
              <a:t>Azure OpenAI</a:t>
            </a:r>
            <a:endParaRPr lang="en-US"/>
          </a:p>
        </p:txBody>
      </p:sp>
      <p:sp>
        <p:nvSpPr>
          <p:cNvPr id="4808" name="Rectangle 4807">
            <a:extLst>
              <a:ext uri="{FF2B5EF4-FFF2-40B4-BE49-F238E27FC236}">
                <a16:creationId xmlns:a16="http://schemas.microsoft.com/office/drawing/2014/main" id="{AAC33C82-D285-4E9F-FE45-1E67CE2CB545}"/>
              </a:ext>
            </a:extLst>
          </p:cNvPr>
          <p:cNvSpPr/>
          <p:nvPr/>
        </p:nvSpPr>
        <p:spPr>
          <a:xfrm>
            <a:off x="7397496" y="2386584"/>
            <a:ext cx="1920240" cy="813816"/>
          </a:xfrm>
          <a:prstGeom prst="rect">
            <a:avLst/>
          </a:prstGeom>
          <a:solidFill>
            <a:srgbClr val="F2F3F7"/>
          </a:solidFill>
          <a:ln>
            <a:solidFill>
              <a:srgbClr val="FFFFFF">
                <a:alpha val="0"/>
              </a:srgbClr>
            </a:solidFill>
          </a:ln>
          <a:effectLst>
            <a:outerShdw blurRad="101600" dist="25400" dir="5400000" algn="ctr" rotWithShape="0">
              <a:srgbClr val="292B45">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292B45"/>
                </a:solidFill>
                <a:effectLst/>
                <a:latin typeface="Segoe UI" panose="020B0502040204020203" pitchFamily="34" charset="0"/>
              </a:rPr>
              <a:t>API</a:t>
            </a:r>
          </a:p>
          <a:p>
            <a:pPr algn="ctr">
              <a:buNone/>
            </a:pPr>
            <a:r>
              <a:rPr lang="en-US" sz="1400">
                <a:solidFill>
                  <a:srgbClr val="292B45"/>
                </a:solidFill>
                <a:effectLst/>
                <a:latin typeface="Segoe UI" panose="020B0502040204020203" pitchFamily="34" charset="0"/>
              </a:rPr>
              <a:t>Cliente OpenAI</a:t>
            </a:r>
            <a:endParaRPr lang="en-US"/>
          </a:p>
        </p:txBody>
      </p:sp>
      <p:sp>
        <p:nvSpPr>
          <p:cNvPr id="4811" name="Rectangle 4810">
            <a:extLst>
              <a:ext uri="{FF2B5EF4-FFF2-40B4-BE49-F238E27FC236}">
                <a16:creationId xmlns:a16="http://schemas.microsoft.com/office/drawing/2014/main" id="{89C188DB-B817-DFF0-9812-E5D8EA36F38A}"/>
              </a:ext>
            </a:extLst>
          </p:cNvPr>
          <p:cNvSpPr/>
          <p:nvPr/>
        </p:nvSpPr>
        <p:spPr>
          <a:xfrm>
            <a:off x="7397496" y="3904488"/>
            <a:ext cx="1920240" cy="868680"/>
          </a:xfrm>
          <a:prstGeom prst="rect">
            <a:avLst/>
          </a:prstGeom>
          <a:solidFill>
            <a:srgbClr val="FFDA37"/>
          </a:solidFill>
          <a:ln>
            <a:solidFill>
              <a:srgbClr val="FFFFFF">
                <a:alpha val="0"/>
              </a:srgbClr>
            </a:solidFill>
          </a:ln>
          <a:effectLst>
            <a:outerShdw blurRad="101600" dist="25400" dir="5400000" algn="ctr" rotWithShape="0">
              <a:srgbClr val="292B45">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292B45"/>
                </a:solidFill>
                <a:effectLst/>
                <a:latin typeface="Segoe UI" panose="020B0502040204020203" pitchFamily="34" charset="0"/>
              </a:rPr>
              <a:t>AI Gateway</a:t>
            </a:r>
          </a:p>
          <a:p>
            <a:pPr algn="ctr">
              <a:buNone/>
            </a:pPr>
            <a:r>
              <a:rPr lang="en-US" sz="1400">
                <a:solidFill>
                  <a:srgbClr val="292B45"/>
                </a:solidFill>
                <a:effectLst/>
                <a:latin typeface="Segoe UI" panose="020B0502040204020203" pitchFamily="34" charset="0"/>
              </a:rPr>
              <a:t>APIM opcional</a:t>
            </a:r>
            <a:endParaRPr lang="en-US"/>
          </a:p>
        </p:txBody>
      </p:sp>
      <p:pic>
        <p:nvPicPr>
          <p:cNvPr id="9" name="Imagen 8" descr="r/SaintSeiya - Why are there so many femboys in Saint Seiya?">
            <a:extLst>
              <a:ext uri="{FF2B5EF4-FFF2-40B4-BE49-F238E27FC236}">
                <a16:creationId xmlns:a16="http://schemas.microsoft.com/office/drawing/2014/main" id="{0FAD694D-2616-1710-77A3-1847903487B6}"/>
              </a:ext>
            </a:extLst>
          </p:cNvPr>
          <p:cNvPicPr>
            <a:picLocks noChangeAspect="1"/>
          </p:cNvPicPr>
          <p:nvPr/>
        </p:nvPicPr>
        <p:blipFill>
          <a:blip r:embed="rId3">
            <a:alphaModFix amt="85000"/>
          </a:blip>
          <a:stretch>
            <a:fillRect/>
          </a:stretch>
        </p:blipFill>
        <p:spPr>
          <a:xfrm>
            <a:off x="-12192" y="5404561"/>
            <a:ext cx="1920240" cy="1516990"/>
          </a:xfrm>
          <a:prstGeom prst="rect">
            <a:avLst/>
          </a:prstGeom>
        </p:spPr>
      </p:pic>
    </p:spTree>
    <p:extLst>
      <p:ext uri="{BB962C8B-B14F-4D97-AF65-F5344CB8AC3E}">
        <p14:creationId xmlns:p14="http://schemas.microsoft.com/office/powerpoint/2010/main" val="35189885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footer-mask">
            <a:extLst>
              <a:ext uri="{FF2B5EF4-FFF2-40B4-BE49-F238E27FC236}">
                <a16:creationId xmlns:a16="http://schemas.microsoft.com/office/drawing/2014/main" id="{5AD5B1B3-F5B1-C503-1C43-408C5BDCCC7F}"/>
              </a:ext>
            </a:extLst>
          </p:cNvPr>
          <p:cNvSpPr/>
          <p:nvPr/>
        </p:nvSpPr>
        <p:spPr>
          <a:xfrm>
            <a:off x="0" y="5879592"/>
            <a:ext cx="12192000" cy="978408"/>
          </a:xfrm>
          <a:prstGeom prst="rect">
            <a:avLst/>
          </a:prstGeom>
          <a:solidFill>
            <a:srgbClr val="FFFF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hashtag">
            <a:extLst>
              <a:ext uri="{FF2B5EF4-FFF2-40B4-BE49-F238E27FC236}">
                <a16:creationId xmlns:a16="http://schemas.microsoft.com/office/drawing/2014/main" id="{163E1EC0-ED60-826C-C2DA-801F77A151F1}"/>
              </a:ext>
            </a:extLst>
          </p:cNvPr>
          <p:cNvSpPr/>
          <p:nvPr/>
        </p:nvSpPr>
        <p:spPr>
          <a:xfrm>
            <a:off x="8887968" y="5971032"/>
            <a:ext cx="2121408" cy="3840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292B45"/>
                </a:solidFill>
                <a:effectLst/>
                <a:latin typeface="Segoe UI" panose="020B0502040204020203" pitchFamily="34" charset="0"/>
              </a:rPr>
              <a:t>#BizzSummit2026</a:t>
            </a:r>
          </a:p>
          <a:p>
            <a:pPr algn="r">
              <a:buNone/>
            </a:pPr>
            <a:r>
              <a:rPr lang="en-US" sz="100">
                <a:effectLst/>
              </a:rPr>
              <a:t> </a:t>
            </a:r>
            <a:endParaRPr lang="en-US"/>
          </a:p>
        </p:txBody>
      </p:sp>
      <p:sp>
        <p:nvSpPr>
          <p:cNvPr id="7" name="eyebrow">
            <a:extLst>
              <a:ext uri="{FF2B5EF4-FFF2-40B4-BE49-F238E27FC236}">
                <a16:creationId xmlns:a16="http://schemas.microsoft.com/office/drawing/2014/main" id="{9A76B88C-454D-A204-FD4C-CFFC8EB322F1}"/>
              </a:ext>
            </a:extLst>
          </p:cNvPr>
          <p:cNvSpPr/>
          <p:nvPr/>
        </p:nvSpPr>
        <p:spPr>
          <a:xfrm>
            <a:off x="594360" y="448056"/>
            <a:ext cx="10899648" cy="32918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50" b="1">
                <a:solidFill>
                  <a:srgbClr val="292B45"/>
                </a:solidFill>
                <a:effectLst/>
                <a:latin typeface="Segoe UI" panose="020B0502040204020203" pitchFamily="34" charset="0"/>
              </a:rPr>
              <a:t>DEMO PRÁCTICA</a:t>
            </a:r>
          </a:p>
          <a:p>
            <a:pPr algn="l">
              <a:buNone/>
            </a:pPr>
            <a:r>
              <a:rPr lang="en-US" sz="100">
                <a:effectLst/>
              </a:rPr>
              <a:t> </a:t>
            </a:r>
            <a:endParaRPr lang="en-US"/>
          </a:p>
        </p:txBody>
      </p:sp>
      <p:sp>
        <p:nvSpPr>
          <p:cNvPr id="8" name="title">
            <a:extLst>
              <a:ext uri="{FF2B5EF4-FFF2-40B4-BE49-F238E27FC236}">
                <a16:creationId xmlns:a16="http://schemas.microsoft.com/office/drawing/2014/main" id="{CB970C1C-9333-AA56-A75C-D17E95B27CF3}"/>
              </a:ext>
            </a:extLst>
          </p:cNvPr>
          <p:cNvSpPr/>
          <p:nvPr/>
        </p:nvSpPr>
        <p:spPr>
          <a:xfrm>
            <a:off x="594360" y="758952"/>
            <a:ext cx="10899648"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000" b="1">
                <a:solidFill>
                  <a:srgbClr val="292B45"/>
                </a:solidFill>
                <a:effectLst/>
                <a:latin typeface="Segoe UI" panose="020B0502040204020203" pitchFamily="34" charset="0"/>
              </a:rPr>
              <a:t>De una petición a una tool MCP en Cowork</a:t>
            </a:r>
          </a:p>
          <a:p>
            <a:pPr algn="l">
              <a:buNone/>
            </a:pPr>
            <a:r>
              <a:rPr lang="en-US" sz="100">
                <a:effectLst/>
              </a:rPr>
              <a:t> </a:t>
            </a:r>
            <a:endParaRPr lang="en-US"/>
          </a:p>
        </p:txBody>
      </p:sp>
      <p:sp>
        <p:nvSpPr>
          <p:cNvPr id="11" name="Rectangle 10">
            <a:extLst>
              <a:ext uri="{FF2B5EF4-FFF2-40B4-BE49-F238E27FC236}">
                <a16:creationId xmlns:a16="http://schemas.microsoft.com/office/drawing/2014/main" id="{8A9D9B1B-B01D-A75F-C27A-4BB2D907F817}"/>
              </a:ext>
            </a:extLst>
          </p:cNvPr>
          <p:cNvSpPr/>
          <p:nvPr/>
        </p:nvSpPr>
        <p:spPr>
          <a:xfrm>
            <a:off x="594360" y="3227832"/>
            <a:ext cx="3858768" cy="3108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292B45"/>
                </a:solidFill>
                <a:effectLst/>
                <a:latin typeface="Segoe UI" panose="020B0502040204020203" pitchFamily="34" charset="0"/>
              </a:rPr>
              <a:t>1 · Paquete</a:t>
            </a:r>
          </a:p>
          <a:p>
            <a:pPr algn="l">
              <a:buNone/>
            </a:pPr>
            <a:r>
              <a:rPr lang="en-US" sz="100">
                <a:effectLst/>
              </a:rPr>
              <a:t> </a:t>
            </a:r>
            <a:endParaRPr lang="en-US"/>
          </a:p>
        </p:txBody>
      </p:sp>
      <p:sp>
        <p:nvSpPr>
          <p:cNvPr id="12" name="Rectangle 11">
            <a:extLst>
              <a:ext uri="{FF2B5EF4-FFF2-40B4-BE49-F238E27FC236}">
                <a16:creationId xmlns:a16="http://schemas.microsoft.com/office/drawing/2014/main" id="{74DD05CC-8E0B-7EE5-3BCC-99AEEAB2394F}"/>
              </a:ext>
            </a:extLst>
          </p:cNvPr>
          <p:cNvSpPr/>
          <p:nvPr/>
        </p:nvSpPr>
        <p:spPr>
          <a:xfrm>
            <a:off x="594360" y="3538728"/>
            <a:ext cx="3858768" cy="40233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500">
                <a:solidFill>
                  <a:srgbClr val="292B45"/>
                </a:solidFill>
                <a:effectLst/>
                <a:latin typeface="Segoe UI" panose="020B0502040204020203" pitchFamily="34" charset="0"/>
              </a:rPr>
              <a:t>Skill, manifiesto y tools</a:t>
            </a:r>
          </a:p>
          <a:p>
            <a:pPr algn="l">
              <a:buNone/>
            </a:pPr>
            <a:r>
              <a:rPr lang="en-US" sz="100">
                <a:effectLst/>
              </a:rPr>
              <a:t> </a:t>
            </a:r>
            <a:endParaRPr lang="en-US"/>
          </a:p>
        </p:txBody>
      </p:sp>
      <p:sp>
        <p:nvSpPr>
          <p:cNvPr id="13" name="Rectangle 12">
            <a:extLst>
              <a:ext uri="{FF2B5EF4-FFF2-40B4-BE49-F238E27FC236}">
                <a16:creationId xmlns:a16="http://schemas.microsoft.com/office/drawing/2014/main" id="{D2193885-7E15-D773-4CFE-CE9854D209DF}"/>
              </a:ext>
            </a:extLst>
          </p:cNvPr>
          <p:cNvSpPr/>
          <p:nvPr/>
        </p:nvSpPr>
        <p:spPr>
          <a:xfrm>
            <a:off x="4736592" y="3227832"/>
            <a:ext cx="3858768" cy="3108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292B45"/>
                </a:solidFill>
                <a:effectLst/>
                <a:latin typeface="Segoe UI" panose="020B0502040204020203" pitchFamily="34" charset="0"/>
              </a:rPr>
              <a:t>2 · setup-*</a:t>
            </a:r>
          </a:p>
          <a:p>
            <a:pPr algn="l">
              <a:buNone/>
            </a:pPr>
            <a:r>
              <a:rPr lang="en-US" sz="100">
                <a:effectLst/>
              </a:rPr>
              <a:t> </a:t>
            </a:r>
            <a:endParaRPr lang="en-US"/>
          </a:p>
        </p:txBody>
      </p:sp>
      <p:sp>
        <p:nvSpPr>
          <p:cNvPr id="14" name="Rectangle 13">
            <a:extLst>
              <a:ext uri="{FF2B5EF4-FFF2-40B4-BE49-F238E27FC236}">
                <a16:creationId xmlns:a16="http://schemas.microsoft.com/office/drawing/2014/main" id="{F1F74F38-E634-AC35-5FE8-15D4F686021E}"/>
              </a:ext>
            </a:extLst>
          </p:cNvPr>
          <p:cNvSpPr/>
          <p:nvPr/>
        </p:nvSpPr>
        <p:spPr>
          <a:xfrm>
            <a:off x="4736592" y="3538728"/>
            <a:ext cx="3858768" cy="40233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500">
                <a:solidFill>
                  <a:srgbClr val="292B45"/>
                </a:solidFill>
                <a:effectLst/>
                <a:latin typeface="Segoe UI" panose="020B0502040204020203" pitchFamily="34" charset="0"/>
              </a:rPr>
              <a:t>Elegir una variante</a:t>
            </a:r>
          </a:p>
          <a:p>
            <a:pPr algn="l">
              <a:buNone/>
            </a:pPr>
            <a:r>
              <a:rPr lang="en-US" sz="100">
                <a:effectLst/>
              </a:rPr>
              <a:t> </a:t>
            </a:r>
            <a:endParaRPr lang="en-US"/>
          </a:p>
        </p:txBody>
      </p:sp>
      <p:sp>
        <p:nvSpPr>
          <p:cNvPr id="15" name="Rectangle 14">
            <a:extLst>
              <a:ext uri="{FF2B5EF4-FFF2-40B4-BE49-F238E27FC236}">
                <a16:creationId xmlns:a16="http://schemas.microsoft.com/office/drawing/2014/main" id="{A72C8A96-7DA3-0772-5087-1440CD58B537}"/>
              </a:ext>
            </a:extLst>
          </p:cNvPr>
          <p:cNvSpPr/>
          <p:nvPr/>
        </p:nvSpPr>
        <p:spPr>
          <a:xfrm>
            <a:off x="594360" y="3941064"/>
            <a:ext cx="3858768" cy="3108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292B45"/>
                </a:solidFill>
                <a:effectLst/>
                <a:latin typeface="Segoe UI" panose="020B0502040204020203" pitchFamily="34" charset="0"/>
              </a:rPr>
              <a:t>3 · Servicios + túnel</a:t>
            </a:r>
          </a:p>
          <a:p>
            <a:pPr algn="l">
              <a:buNone/>
            </a:pPr>
            <a:r>
              <a:rPr lang="en-US" sz="100">
                <a:effectLst/>
              </a:rPr>
              <a:t> </a:t>
            </a:r>
            <a:endParaRPr lang="en-US"/>
          </a:p>
        </p:txBody>
      </p:sp>
      <p:sp>
        <p:nvSpPr>
          <p:cNvPr id="16" name="Rectangle 15">
            <a:extLst>
              <a:ext uri="{FF2B5EF4-FFF2-40B4-BE49-F238E27FC236}">
                <a16:creationId xmlns:a16="http://schemas.microsoft.com/office/drawing/2014/main" id="{0B95EFD1-4F3A-62D5-05D5-D973865200BF}"/>
              </a:ext>
            </a:extLst>
          </p:cNvPr>
          <p:cNvSpPr/>
          <p:nvPr/>
        </p:nvSpPr>
        <p:spPr>
          <a:xfrm>
            <a:off x="594360" y="4251960"/>
            <a:ext cx="3858768" cy="40233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500">
                <a:solidFill>
                  <a:srgbClr val="292B45"/>
                </a:solidFill>
                <a:effectLst/>
                <a:latin typeface="Segoe UI" panose="020B0502040204020203" pitchFamily="34" charset="0"/>
              </a:rPr>
              <a:t>API, MCP y HTTPS activos</a:t>
            </a:r>
          </a:p>
          <a:p>
            <a:pPr algn="l">
              <a:buNone/>
            </a:pPr>
            <a:r>
              <a:rPr lang="en-US" sz="100">
                <a:effectLst/>
              </a:rPr>
              <a:t> </a:t>
            </a:r>
            <a:endParaRPr lang="en-US"/>
          </a:p>
        </p:txBody>
      </p:sp>
      <p:sp>
        <p:nvSpPr>
          <p:cNvPr id="17" name="Rectangle 16">
            <a:extLst>
              <a:ext uri="{FF2B5EF4-FFF2-40B4-BE49-F238E27FC236}">
                <a16:creationId xmlns:a16="http://schemas.microsoft.com/office/drawing/2014/main" id="{A4D1B83C-0BB2-B598-B630-6DF553D920CB}"/>
              </a:ext>
            </a:extLst>
          </p:cNvPr>
          <p:cNvSpPr/>
          <p:nvPr/>
        </p:nvSpPr>
        <p:spPr>
          <a:xfrm>
            <a:off x="4736592" y="3941064"/>
            <a:ext cx="3858768" cy="3108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292B45"/>
                </a:solidFill>
                <a:effectLst/>
                <a:latin typeface="Segoe UI" panose="020B0502040204020203" pitchFamily="34" charset="0"/>
              </a:rPr>
              <a:t>4 · ZIP en Cowork</a:t>
            </a:r>
          </a:p>
          <a:p>
            <a:pPr algn="l">
              <a:buNone/>
            </a:pPr>
            <a:r>
              <a:rPr lang="en-US" sz="100">
                <a:effectLst/>
              </a:rPr>
              <a:t> </a:t>
            </a:r>
            <a:endParaRPr lang="en-US"/>
          </a:p>
        </p:txBody>
      </p:sp>
      <p:sp>
        <p:nvSpPr>
          <p:cNvPr id="18" name="Rectangle 17">
            <a:extLst>
              <a:ext uri="{FF2B5EF4-FFF2-40B4-BE49-F238E27FC236}">
                <a16:creationId xmlns:a16="http://schemas.microsoft.com/office/drawing/2014/main" id="{D82133A8-C49A-03ED-D9CF-824AAB2EBC45}"/>
              </a:ext>
            </a:extLst>
          </p:cNvPr>
          <p:cNvSpPr/>
          <p:nvPr/>
        </p:nvSpPr>
        <p:spPr>
          <a:xfrm>
            <a:off x="4736592" y="4251960"/>
            <a:ext cx="3858768" cy="40233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500">
                <a:solidFill>
                  <a:srgbClr val="292B45"/>
                </a:solidFill>
                <a:effectLst/>
                <a:latin typeface="Segoe UI" panose="020B0502040204020203" pitchFamily="34" charset="0"/>
              </a:rPr>
              <a:t>Distribución: Only you</a:t>
            </a:r>
          </a:p>
          <a:p>
            <a:pPr algn="l">
              <a:buNone/>
            </a:pPr>
            <a:r>
              <a:rPr lang="en-US" sz="100">
                <a:effectLst/>
              </a:rPr>
              <a:t> </a:t>
            </a:r>
            <a:endParaRPr lang="en-US"/>
          </a:p>
        </p:txBody>
      </p:sp>
      <p:sp>
        <p:nvSpPr>
          <p:cNvPr id="19" name="Rectangle 18">
            <a:extLst>
              <a:ext uri="{FF2B5EF4-FFF2-40B4-BE49-F238E27FC236}">
                <a16:creationId xmlns:a16="http://schemas.microsoft.com/office/drawing/2014/main" id="{F741332E-9EBA-1082-3FB0-B1EF1938EEAC}"/>
              </a:ext>
            </a:extLst>
          </p:cNvPr>
          <p:cNvSpPr/>
          <p:nvPr/>
        </p:nvSpPr>
        <p:spPr>
          <a:xfrm>
            <a:off x="594360" y="4654296"/>
            <a:ext cx="3858768" cy="3108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292B45"/>
                </a:solidFill>
                <a:effectLst/>
                <a:latin typeface="Segoe UI" panose="020B0502040204020203" pitchFamily="34" charset="0"/>
              </a:rPr>
              <a:t>5 · Petición</a:t>
            </a:r>
          </a:p>
          <a:p>
            <a:pPr algn="l">
              <a:buNone/>
            </a:pPr>
            <a:r>
              <a:rPr lang="en-US" sz="100">
                <a:effectLst/>
              </a:rPr>
              <a:t> </a:t>
            </a:r>
            <a:endParaRPr lang="en-US"/>
          </a:p>
        </p:txBody>
      </p:sp>
      <p:sp>
        <p:nvSpPr>
          <p:cNvPr id="20" name="Rectangle 19">
            <a:extLst>
              <a:ext uri="{FF2B5EF4-FFF2-40B4-BE49-F238E27FC236}">
                <a16:creationId xmlns:a16="http://schemas.microsoft.com/office/drawing/2014/main" id="{BC96D2F3-D9DB-8810-DD56-F930345A2593}"/>
              </a:ext>
            </a:extLst>
          </p:cNvPr>
          <p:cNvSpPr/>
          <p:nvPr/>
        </p:nvSpPr>
        <p:spPr>
          <a:xfrm>
            <a:off x="594360" y="4965192"/>
            <a:ext cx="3858768" cy="48463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500">
                <a:solidFill>
                  <a:srgbClr val="292B45"/>
                </a:solidFill>
                <a:effectLst/>
                <a:latin typeface="Segoe UI" panose="020B0502040204020203" pitchFamily="34" charset="0"/>
              </a:rPr>
              <a:t>Clasificar o recomendar</a:t>
            </a:r>
          </a:p>
          <a:p>
            <a:pPr algn="l">
              <a:buNone/>
            </a:pPr>
            <a:r>
              <a:rPr lang="en-US" sz="100">
                <a:effectLst/>
              </a:rPr>
              <a:t> </a:t>
            </a:r>
            <a:endParaRPr lang="en-US"/>
          </a:p>
        </p:txBody>
      </p:sp>
      <p:sp>
        <p:nvSpPr>
          <p:cNvPr id="21" name="Rectangle 20">
            <a:extLst>
              <a:ext uri="{FF2B5EF4-FFF2-40B4-BE49-F238E27FC236}">
                <a16:creationId xmlns:a16="http://schemas.microsoft.com/office/drawing/2014/main" id="{718F95C0-A8ED-FA36-8BA5-7FCD01C94DB5}"/>
              </a:ext>
            </a:extLst>
          </p:cNvPr>
          <p:cNvSpPr/>
          <p:nvPr/>
        </p:nvSpPr>
        <p:spPr>
          <a:xfrm>
            <a:off x="4736592" y="4654296"/>
            <a:ext cx="3858768" cy="3108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292B45"/>
                </a:solidFill>
                <a:effectLst/>
                <a:latin typeface="Segoe UI" panose="020B0502040204020203" pitchFamily="34" charset="0"/>
              </a:rPr>
              <a:t>6 · Logs + JSON</a:t>
            </a:r>
          </a:p>
          <a:p>
            <a:pPr algn="l">
              <a:buNone/>
            </a:pPr>
            <a:r>
              <a:rPr lang="en-US" sz="100">
                <a:effectLst/>
              </a:rPr>
              <a:t> </a:t>
            </a:r>
            <a:endParaRPr lang="en-US"/>
          </a:p>
        </p:txBody>
      </p:sp>
      <p:sp>
        <p:nvSpPr>
          <p:cNvPr id="22" name="Rectangle 21">
            <a:extLst>
              <a:ext uri="{FF2B5EF4-FFF2-40B4-BE49-F238E27FC236}">
                <a16:creationId xmlns:a16="http://schemas.microsoft.com/office/drawing/2014/main" id="{4A1A5421-2F52-AA2A-6795-A02F3F8C7A52}"/>
              </a:ext>
            </a:extLst>
          </p:cNvPr>
          <p:cNvSpPr/>
          <p:nvPr/>
        </p:nvSpPr>
        <p:spPr>
          <a:xfrm>
            <a:off x="4736592" y="4965192"/>
            <a:ext cx="3858768" cy="48463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500">
                <a:solidFill>
                  <a:srgbClr val="292B45"/>
                </a:solidFill>
                <a:effectLst/>
                <a:latin typeface="Segoe UI" panose="020B0502040204020203" pitchFamily="34" charset="0"/>
              </a:rPr>
              <a:t>Comprobar contrato y resultado</a:t>
            </a:r>
          </a:p>
          <a:p>
            <a:pPr algn="l">
              <a:buNone/>
            </a:pPr>
            <a:r>
              <a:rPr lang="en-US" sz="100">
                <a:effectLst/>
              </a:rPr>
              <a:t> </a:t>
            </a:r>
            <a:endParaRPr lang="en-US"/>
          </a:p>
        </p:txBody>
      </p:sp>
      <p:sp>
        <p:nvSpPr>
          <p:cNvPr id="23" name="Rectangle 22">
            <a:extLst>
              <a:ext uri="{FF2B5EF4-FFF2-40B4-BE49-F238E27FC236}">
                <a16:creationId xmlns:a16="http://schemas.microsoft.com/office/drawing/2014/main" id="{3B415FE6-6901-6E01-4215-E5904B2954BC}"/>
              </a:ext>
            </a:extLst>
          </p:cNvPr>
          <p:cNvSpPr/>
          <p:nvPr/>
        </p:nvSpPr>
        <p:spPr>
          <a:xfrm>
            <a:off x="594360" y="5532120"/>
            <a:ext cx="10991088" cy="347472"/>
          </a:xfrm>
          <a:prstGeom prst="rect">
            <a:avLst/>
          </a:prstGeom>
          <a:solidFill>
            <a:srgbClr val="F2F3F7"/>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292B45"/>
                </a:solidFill>
                <a:effectLst/>
                <a:latin typeface="Segoe UI" panose="020B0502040204020203" pitchFamily="34" charset="0"/>
              </a:rPr>
              <a:t>Opcional SSO: 401 sin bearer frente a llamada válida desde Cowork.</a:t>
            </a:r>
          </a:p>
          <a:p>
            <a:pPr algn="ctr">
              <a:buNone/>
            </a:pPr>
            <a:r>
              <a:rPr lang="en-US" sz="100">
                <a:effectLst/>
              </a:rPr>
              <a:t> </a:t>
            </a:r>
            <a:endParaRPr lang="en-US"/>
          </a:p>
        </p:txBody>
      </p:sp>
      <p:pic>
        <p:nvPicPr>
          <p:cNvPr id="24" name="bizzsummit-logo" descr="Logotipo oficial Bizz Summit, reutilizado de la plantilla">
            <a:extLst>
              <a:ext uri="{FF2B5EF4-FFF2-40B4-BE49-F238E27FC236}">
                <a16:creationId xmlns:a16="http://schemas.microsoft.com/office/drawing/2014/main" id="{6F0C277A-C672-641A-208C-0475EF3FA035}"/>
              </a:ext>
            </a:extLst>
          </p:cNvPr>
          <p:cNvPicPr>
            <a:picLocks noChangeAspect="1"/>
          </p:cNvPicPr>
          <p:nvPr/>
        </p:nvPicPr>
        <p:blipFill>
          <a:blip r:embed="rId3"/>
          <a:stretch>
            <a:fillRect/>
          </a:stretch>
        </p:blipFill>
        <p:spPr>
          <a:xfrm>
            <a:off x="694650" y="6000897"/>
            <a:ext cx="1536779" cy="317516"/>
          </a:xfrm>
          <a:prstGeom prst="rect">
            <a:avLst/>
          </a:prstGeom>
        </p:spPr>
      </p:pic>
      <p:sp>
        <p:nvSpPr>
          <p:cNvPr id="25" name="Freeform: Shape 24">
            <a:extLst>
              <a:ext uri="{FF2B5EF4-FFF2-40B4-BE49-F238E27FC236}">
                <a16:creationId xmlns:a16="http://schemas.microsoft.com/office/drawing/2014/main" id="{134721F0-33FD-289D-0126-C874DBD2572A}"/>
              </a:ext>
            </a:extLst>
          </p:cNvPr>
          <p:cNvSpPr/>
          <p:nvPr/>
        </p:nvSpPr>
        <p:spPr>
          <a:xfrm>
            <a:off x="11045952" y="5925312"/>
            <a:ext cx="667512" cy="457200"/>
          </a:xfrm>
          <a:custGeom>
            <a:avLst/>
            <a:gdLst>
              <a:gd name="connsiteX0" fmla="*/ 3209951 w 3467100"/>
              <a:gd name="connsiteY0" fmla="*/ 1102921 h 3152775"/>
              <a:gd name="connsiteX1" fmla="*/ 2526056 w 3467100"/>
              <a:gd name="connsiteY1" fmla="*/ 759068 h 3152775"/>
              <a:gd name="connsiteX2" fmla="*/ 2387943 w 3467100"/>
              <a:gd name="connsiteY2" fmla="*/ 725731 h 3152775"/>
              <a:gd name="connsiteX3" fmla="*/ 1954556 w 3467100"/>
              <a:gd name="connsiteY3" fmla="*/ 497131 h 3152775"/>
              <a:gd name="connsiteX4" fmla="*/ 1952651 w 3467100"/>
              <a:gd name="connsiteY4" fmla="*/ 495226 h 3152775"/>
              <a:gd name="connsiteX5" fmla="*/ 1560221 w 3467100"/>
              <a:gd name="connsiteY5" fmla="*/ 127561 h 3152775"/>
              <a:gd name="connsiteX6" fmla="*/ 829653 w 3467100"/>
              <a:gd name="connsiteY6" fmla="*/ 60886 h 3152775"/>
              <a:gd name="connsiteX7" fmla="*/ 398171 w 3467100"/>
              <a:gd name="connsiteY7" fmla="*/ 648578 h 3152775"/>
              <a:gd name="connsiteX8" fmla="*/ 479133 w 3467100"/>
              <a:gd name="connsiteY8" fmla="*/ 1555358 h 3152775"/>
              <a:gd name="connsiteX9" fmla="*/ 26 w 3467100"/>
              <a:gd name="connsiteY9" fmla="*/ 2563103 h 3152775"/>
              <a:gd name="connsiteX10" fmla="*/ 255296 w 3467100"/>
              <a:gd name="connsiteY10" fmla="*/ 3033639 h 3152775"/>
              <a:gd name="connsiteX11" fmla="*/ 787743 w 3467100"/>
              <a:gd name="connsiteY11" fmla="*/ 3151748 h 3152775"/>
              <a:gd name="connsiteX12" fmla="*/ 1568793 w 3467100"/>
              <a:gd name="connsiteY12" fmla="*/ 2828851 h 3152775"/>
              <a:gd name="connsiteX13" fmla="*/ 2439378 w 3467100"/>
              <a:gd name="connsiteY13" fmla="*/ 2565008 h 3152775"/>
              <a:gd name="connsiteX14" fmla="*/ 3042311 w 3467100"/>
              <a:gd name="connsiteY14" fmla="*/ 2438326 h 3152775"/>
              <a:gd name="connsiteX15" fmla="*/ 3469983 w 3467100"/>
              <a:gd name="connsiteY15" fmla="*/ 1817296 h 3152775"/>
              <a:gd name="connsiteX16" fmla="*/ 3209951 w 3467100"/>
              <a:gd name="connsiteY16" fmla="*/ 1102921 h 3152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67100" h="3152775">
                <a:moveTo>
                  <a:pt x="3209951" y="1102921"/>
                </a:moveTo>
                <a:cubicBezTo>
                  <a:pt x="3027071" y="920993"/>
                  <a:pt x="2776563" y="822886"/>
                  <a:pt x="2526056" y="759068"/>
                </a:cubicBezTo>
                <a:cubicBezTo>
                  <a:pt x="2480336" y="747638"/>
                  <a:pt x="2433663" y="736208"/>
                  <a:pt x="2387943" y="725731"/>
                </a:cubicBezTo>
                <a:cubicBezTo>
                  <a:pt x="2226018" y="689536"/>
                  <a:pt x="2075523" y="611431"/>
                  <a:pt x="1954556" y="497131"/>
                </a:cubicBezTo>
                <a:cubicBezTo>
                  <a:pt x="1953603" y="496178"/>
                  <a:pt x="1952651" y="496178"/>
                  <a:pt x="1952651" y="495226"/>
                </a:cubicBezTo>
                <a:cubicBezTo>
                  <a:pt x="1822158" y="371401"/>
                  <a:pt x="1709763" y="225668"/>
                  <a:pt x="1560221" y="127561"/>
                </a:cubicBezTo>
                <a:cubicBezTo>
                  <a:pt x="1347813" y="-12457"/>
                  <a:pt x="1063016" y="-41032"/>
                  <a:pt x="829653" y="60886"/>
                </a:cubicBezTo>
                <a:cubicBezTo>
                  <a:pt x="596291" y="162803"/>
                  <a:pt x="422936" y="394261"/>
                  <a:pt x="398171" y="648578"/>
                </a:cubicBezTo>
                <a:cubicBezTo>
                  <a:pt x="368643" y="952426"/>
                  <a:pt x="538188" y="1255321"/>
                  <a:pt x="479133" y="1555358"/>
                </a:cubicBezTo>
                <a:cubicBezTo>
                  <a:pt x="406743" y="1924928"/>
                  <a:pt x="3836" y="2186866"/>
                  <a:pt x="26" y="2563103"/>
                </a:cubicBezTo>
                <a:cubicBezTo>
                  <a:pt x="-1879" y="2748841"/>
                  <a:pt x="102896" y="2927911"/>
                  <a:pt x="255296" y="3033639"/>
                </a:cubicBezTo>
                <a:cubicBezTo>
                  <a:pt x="407696" y="3139366"/>
                  <a:pt x="602958" y="3175561"/>
                  <a:pt x="787743" y="3151748"/>
                </a:cubicBezTo>
                <a:cubicBezTo>
                  <a:pt x="1068731" y="3115553"/>
                  <a:pt x="1314476" y="2952676"/>
                  <a:pt x="1568793" y="2828851"/>
                </a:cubicBezTo>
                <a:cubicBezTo>
                  <a:pt x="1843113" y="2696453"/>
                  <a:pt x="2138388" y="2606918"/>
                  <a:pt x="2439378" y="2565008"/>
                </a:cubicBezTo>
                <a:cubicBezTo>
                  <a:pt x="2644166" y="2536433"/>
                  <a:pt x="2856573" y="2527861"/>
                  <a:pt x="3042311" y="2438326"/>
                </a:cubicBezTo>
                <a:cubicBezTo>
                  <a:pt x="3278531" y="2324026"/>
                  <a:pt x="3442361" y="2078281"/>
                  <a:pt x="3469983" y="1817296"/>
                </a:cubicBezTo>
                <a:cubicBezTo>
                  <a:pt x="3499511" y="1556311"/>
                  <a:pt x="3396641" y="1287706"/>
                  <a:pt x="3209951" y="1102921"/>
                </a:cubicBezTo>
                <a:close/>
              </a:path>
            </a:pathLst>
          </a:custGeom>
          <a:solidFill>
            <a:schemeClr val="accent2"/>
          </a:solidFill>
          <a:ln w="9525" cap="flat">
            <a:noFill/>
            <a:prstDash val="solid"/>
            <a:miter/>
          </a:ln>
        </p:spPr>
        <p:txBody>
          <a:bodyPr rtlCol="0" anchor="ctr"/>
          <a:lstStyle/>
          <a:p>
            <a:endParaRPr lang="en-GB"/>
          </a:p>
        </p:txBody>
      </p:sp>
      <p:sp>
        <p:nvSpPr>
          <p:cNvPr id="4597" name="Rectangle 4596">
            <a:extLst>
              <a:ext uri="{FF2B5EF4-FFF2-40B4-BE49-F238E27FC236}">
                <a16:creationId xmlns:a16="http://schemas.microsoft.com/office/drawing/2014/main" id="{B562B166-356F-111B-1B9D-35DF3E90FFBC}"/>
              </a:ext>
            </a:extLst>
          </p:cNvPr>
          <p:cNvSpPr/>
          <p:nvPr/>
        </p:nvSpPr>
        <p:spPr>
          <a:xfrm>
            <a:off x="594360" y="1993392"/>
            <a:ext cx="8055864" cy="932688"/>
          </a:xfrm>
          <a:prstGeom prst="rect">
            <a:avLst/>
          </a:prstGeom>
          <a:solidFill>
            <a:srgbClr val="FFDA37"/>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100" b="1">
                <a:solidFill>
                  <a:srgbClr val="292B45"/>
                </a:solidFill>
                <a:effectLst/>
                <a:latin typeface="Segoe UI" panose="020B0502040204020203" pitchFamily="34" charset="0"/>
              </a:rPr>
              <a:t>Clasifica una amenaza de energía cósmica</a:t>
            </a:r>
          </a:p>
          <a:p>
            <a:pPr algn="l">
              <a:buNone/>
            </a:pPr>
            <a:r>
              <a:rPr lang="en-US" sz="2100">
                <a:solidFill>
                  <a:srgbClr val="292B45"/>
                </a:solidFill>
                <a:effectLst/>
                <a:latin typeface="Segoe UI" panose="020B0502040204020203" pitchFamily="34" charset="0"/>
              </a:rPr>
              <a:t>detectada en Leo y propone una respuesta.</a:t>
            </a:r>
            <a:endParaRPr lang="en-US"/>
          </a:p>
        </p:txBody>
      </p:sp>
      <p:pic>
        <p:nvPicPr>
          <p:cNvPr id="9" name="Imagen 8">
            <a:extLst>
              <a:ext uri="{FF2B5EF4-FFF2-40B4-BE49-F238E27FC236}">
                <a16:creationId xmlns:a16="http://schemas.microsoft.com/office/drawing/2014/main" id="{462C9430-49A3-A019-0EB7-69142E13F09B}"/>
              </a:ext>
            </a:extLst>
          </p:cNvPr>
          <p:cNvPicPr>
            <a:picLocks noChangeAspect="1"/>
          </p:cNvPicPr>
          <p:nvPr/>
        </p:nvPicPr>
        <p:blipFill>
          <a:blip r:embed="rId4"/>
          <a:stretch>
            <a:fillRect/>
          </a:stretch>
        </p:blipFill>
        <p:spPr>
          <a:xfrm>
            <a:off x="7471248" y="438138"/>
            <a:ext cx="4126392" cy="5157990"/>
          </a:xfrm>
          <a:prstGeom prst="rect">
            <a:avLst/>
          </a:prstGeom>
        </p:spPr>
      </p:pic>
    </p:spTree>
    <p:extLst>
      <p:ext uri="{BB962C8B-B14F-4D97-AF65-F5344CB8AC3E}">
        <p14:creationId xmlns:p14="http://schemas.microsoft.com/office/powerpoint/2010/main" val="19511199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7FB7D-3B7D-2578-FB6F-A23DD014CC75}"/>
            </a:ext>
          </a:extLst>
        </p:cNvPr>
        <p:cNvGrpSpPr/>
        <p:nvPr/>
      </p:nvGrpSpPr>
      <p:grpSpPr>
        <a:xfrm>
          <a:off x="0" y="0"/>
          <a:ext cx="0" cy="0"/>
          <a:chOff x="0" y="0"/>
          <a:chExt cx="0" cy="0"/>
        </a:xfrm>
      </p:grpSpPr>
      <p:sp>
        <p:nvSpPr>
          <p:cNvPr id="2" name="footer-mask">
            <a:extLst>
              <a:ext uri="{FF2B5EF4-FFF2-40B4-BE49-F238E27FC236}">
                <a16:creationId xmlns:a16="http://schemas.microsoft.com/office/drawing/2014/main" id="{1023E5F6-048E-DC96-D771-EA8268EFDA33}"/>
              </a:ext>
            </a:extLst>
          </p:cNvPr>
          <p:cNvSpPr/>
          <p:nvPr/>
        </p:nvSpPr>
        <p:spPr>
          <a:xfrm>
            <a:off x="0" y="5879592"/>
            <a:ext cx="12192000" cy="978408"/>
          </a:xfrm>
          <a:prstGeom prst="rect">
            <a:avLst/>
          </a:prstGeom>
          <a:solidFill>
            <a:srgbClr val="FFFF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hashtag">
            <a:extLst>
              <a:ext uri="{FF2B5EF4-FFF2-40B4-BE49-F238E27FC236}">
                <a16:creationId xmlns:a16="http://schemas.microsoft.com/office/drawing/2014/main" id="{2A89E925-2FB3-B57E-6D82-7CC4BCE0875A}"/>
              </a:ext>
            </a:extLst>
          </p:cNvPr>
          <p:cNvSpPr/>
          <p:nvPr/>
        </p:nvSpPr>
        <p:spPr>
          <a:xfrm>
            <a:off x="8887968" y="5971032"/>
            <a:ext cx="2121408" cy="3840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292B45"/>
                </a:solidFill>
                <a:effectLst/>
                <a:latin typeface="Segoe UI" panose="020B0502040204020203" pitchFamily="34" charset="0"/>
              </a:rPr>
              <a:t>#BizzSummit2026</a:t>
            </a:r>
          </a:p>
          <a:p>
            <a:pPr algn="r">
              <a:buNone/>
            </a:pPr>
            <a:r>
              <a:rPr lang="en-US" sz="100">
                <a:effectLst/>
              </a:rPr>
              <a:t> </a:t>
            </a:r>
            <a:endParaRPr lang="en-US"/>
          </a:p>
        </p:txBody>
      </p:sp>
      <p:pic>
        <p:nvPicPr>
          <p:cNvPr id="24" name="bizzsummit-logo" descr="Logotipo oficial Bizz Summit, reutilizado de la plantilla">
            <a:extLst>
              <a:ext uri="{FF2B5EF4-FFF2-40B4-BE49-F238E27FC236}">
                <a16:creationId xmlns:a16="http://schemas.microsoft.com/office/drawing/2014/main" id="{1639C88F-6305-5C09-CD1F-3697FE76C229}"/>
              </a:ext>
            </a:extLst>
          </p:cNvPr>
          <p:cNvPicPr>
            <a:picLocks noChangeAspect="1"/>
          </p:cNvPicPr>
          <p:nvPr/>
        </p:nvPicPr>
        <p:blipFill>
          <a:blip r:embed="rId3"/>
          <a:stretch>
            <a:fillRect/>
          </a:stretch>
        </p:blipFill>
        <p:spPr>
          <a:xfrm>
            <a:off x="694650" y="6000897"/>
            <a:ext cx="1536779" cy="317516"/>
          </a:xfrm>
          <a:prstGeom prst="rect">
            <a:avLst/>
          </a:prstGeom>
        </p:spPr>
      </p:pic>
      <p:sp>
        <p:nvSpPr>
          <p:cNvPr id="25" name="Freeform: Shape 24">
            <a:extLst>
              <a:ext uri="{FF2B5EF4-FFF2-40B4-BE49-F238E27FC236}">
                <a16:creationId xmlns:a16="http://schemas.microsoft.com/office/drawing/2014/main" id="{9B6A5D49-E8A8-B22E-11C5-E2D521B2A94B}"/>
              </a:ext>
            </a:extLst>
          </p:cNvPr>
          <p:cNvSpPr/>
          <p:nvPr/>
        </p:nvSpPr>
        <p:spPr>
          <a:xfrm>
            <a:off x="11045952" y="5925312"/>
            <a:ext cx="667512" cy="457200"/>
          </a:xfrm>
          <a:custGeom>
            <a:avLst/>
            <a:gdLst>
              <a:gd name="connsiteX0" fmla="*/ 3209951 w 3467100"/>
              <a:gd name="connsiteY0" fmla="*/ 1102921 h 3152775"/>
              <a:gd name="connsiteX1" fmla="*/ 2526056 w 3467100"/>
              <a:gd name="connsiteY1" fmla="*/ 759068 h 3152775"/>
              <a:gd name="connsiteX2" fmla="*/ 2387943 w 3467100"/>
              <a:gd name="connsiteY2" fmla="*/ 725731 h 3152775"/>
              <a:gd name="connsiteX3" fmla="*/ 1954556 w 3467100"/>
              <a:gd name="connsiteY3" fmla="*/ 497131 h 3152775"/>
              <a:gd name="connsiteX4" fmla="*/ 1952651 w 3467100"/>
              <a:gd name="connsiteY4" fmla="*/ 495226 h 3152775"/>
              <a:gd name="connsiteX5" fmla="*/ 1560221 w 3467100"/>
              <a:gd name="connsiteY5" fmla="*/ 127561 h 3152775"/>
              <a:gd name="connsiteX6" fmla="*/ 829653 w 3467100"/>
              <a:gd name="connsiteY6" fmla="*/ 60886 h 3152775"/>
              <a:gd name="connsiteX7" fmla="*/ 398171 w 3467100"/>
              <a:gd name="connsiteY7" fmla="*/ 648578 h 3152775"/>
              <a:gd name="connsiteX8" fmla="*/ 479133 w 3467100"/>
              <a:gd name="connsiteY8" fmla="*/ 1555358 h 3152775"/>
              <a:gd name="connsiteX9" fmla="*/ 26 w 3467100"/>
              <a:gd name="connsiteY9" fmla="*/ 2563103 h 3152775"/>
              <a:gd name="connsiteX10" fmla="*/ 255296 w 3467100"/>
              <a:gd name="connsiteY10" fmla="*/ 3033639 h 3152775"/>
              <a:gd name="connsiteX11" fmla="*/ 787743 w 3467100"/>
              <a:gd name="connsiteY11" fmla="*/ 3151748 h 3152775"/>
              <a:gd name="connsiteX12" fmla="*/ 1568793 w 3467100"/>
              <a:gd name="connsiteY12" fmla="*/ 2828851 h 3152775"/>
              <a:gd name="connsiteX13" fmla="*/ 2439378 w 3467100"/>
              <a:gd name="connsiteY13" fmla="*/ 2565008 h 3152775"/>
              <a:gd name="connsiteX14" fmla="*/ 3042311 w 3467100"/>
              <a:gd name="connsiteY14" fmla="*/ 2438326 h 3152775"/>
              <a:gd name="connsiteX15" fmla="*/ 3469983 w 3467100"/>
              <a:gd name="connsiteY15" fmla="*/ 1817296 h 3152775"/>
              <a:gd name="connsiteX16" fmla="*/ 3209951 w 3467100"/>
              <a:gd name="connsiteY16" fmla="*/ 1102921 h 3152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67100" h="3152775">
                <a:moveTo>
                  <a:pt x="3209951" y="1102921"/>
                </a:moveTo>
                <a:cubicBezTo>
                  <a:pt x="3027071" y="920993"/>
                  <a:pt x="2776563" y="822886"/>
                  <a:pt x="2526056" y="759068"/>
                </a:cubicBezTo>
                <a:cubicBezTo>
                  <a:pt x="2480336" y="747638"/>
                  <a:pt x="2433663" y="736208"/>
                  <a:pt x="2387943" y="725731"/>
                </a:cubicBezTo>
                <a:cubicBezTo>
                  <a:pt x="2226018" y="689536"/>
                  <a:pt x="2075523" y="611431"/>
                  <a:pt x="1954556" y="497131"/>
                </a:cubicBezTo>
                <a:cubicBezTo>
                  <a:pt x="1953603" y="496178"/>
                  <a:pt x="1952651" y="496178"/>
                  <a:pt x="1952651" y="495226"/>
                </a:cubicBezTo>
                <a:cubicBezTo>
                  <a:pt x="1822158" y="371401"/>
                  <a:pt x="1709763" y="225668"/>
                  <a:pt x="1560221" y="127561"/>
                </a:cubicBezTo>
                <a:cubicBezTo>
                  <a:pt x="1347813" y="-12457"/>
                  <a:pt x="1063016" y="-41032"/>
                  <a:pt x="829653" y="60886"/>
                </a:cubicBezTo>
                <a:cubicBezTo>
                  <a:pt x="596291" y="162803"/>
                  <a:pt x="422936" y="394261"/>
                  <a:pt x="398171" y="648578"/>
                </a:cubicBezTo>
                <a:cubicBezTo>
                  <a:pt x="368643" y="952426"/>
                  <a:pt x="538188" y="1255321"/>
                  <a:pt x="479133" y="1555358"/>
                </a:cubicBezTo>
                <a:cubicBezTo>
                  <a:pt x="406743" y="1924928"/>
                  <a:pt x="3836" y="2186866"/>
                  <a:pt x="26" y="2563103"/>
                </a:cubicBezTo>
                <a:cubicBezTo>
                  <a:pt x="-1879" y="2748841"/>
                  <a:pt x="102896" y="2927911"/>
                  <a:pt x="255296" y="3033639"/>
                </a:cubicBezTo>
                <a:cubicBezTo>
                  <a:pt x="407696" y="3139366"/>
                  <a:pt x="602958" y="3175561"/>
                  <a:pt x="787743" y="3151748"/>
                </a:cubicBezTo>
                <a:cubicBezTo>
                  <a:pt x="1068731" y="3115553"/>
                  <a:pt x="1314476" y="2952676"/>
                  <a:pt x="1568793" y="2828851"/>
                </a:cubicBezTo>
                <a:cubicBezTo>
                  <a:pt x="1843113" y="2696453"/>
                  <a:pt x="2138388" y="2606918"/>
                  <a:pt x="2439378" y="2565008"/>
                </a:cubicBezTo>
                <a:cubicBezTo>
                  <a:pt x="2644166" y="2536433"/>
                  <a:pt x="2856573" y="2527861"/>
                  <a:pt x="3042311" y="2438326"/>
                </a:cubicBezTo>
                <a:cubicBezTo>
                  <a:pt x="3278531" y="2324026"/>
                  <a:pt x="3442361" y="2078281"/>
                  <a:pt x="3469983" y="1817296"/>
                </a:cubicBezTo>
                <a:cubicBezTo>
                  <a:pt x="3499511" y="1556311"/>
                  <a:pt x="3396641" y="1287706"/>
                  <a:pt x="3209951" y="1102921"/>
                </a:cubicBezTo>
                <a:close/>
              </a:path>
            </a:pathLst>
          </a:custGeom>
          <a:solidFill>
            <a:schemeClr val="accent2"/>
          </a:solidFill>
          <a:ln w="9525" cap="flat">
            <a:noFill/>
            <a:prstDash val="solid"/>
            <a:miter/>
          </a:ln>
        </p:spPr>
        <p:txBody>
          <a:bodyPr rtlCol="0" anchor="ctr"/>
          <a:lstStyle/>
          <a:p>
            <a:endParaRPr lang="en-GB"/>
          </a:p>
        </p:txBody>
      </p:sp>
      <p:pic>
        <p:nvPicPr>
          <p:cNvPr id="3" name="Picture 2" descr="Profile photo of Borja Piris de Castro">
            <a:extLst>
              <a:ext uri="{FF2B5EF4-FFF2-40B4-BE49-F238E27FC236}">
                <a16:creationId xmlns:a16="http://schemas.microsoft.com/office/drawing/2014/main" id="{944CDC47-6907-2ADE-2475-27868252CC5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a:stretch/>
        </p:blipFill>
        <p:spPr bwMode="auto">
          <a:xfrm>
            <a:off x="525502" y="833901"/>
            <a:ext cx="1945983" cy="1945983"/>
          </a:xfrm>
          <a:prstGeom prst="flowChartConnector">
            <a:avLst/>
          </a:prstGeom>
          <a:noFill/>
          <a:ln w="57150">
            <a:solidFill>
              <a:schemeClr val="bg1"/>
            </a:solidFill>
          </a:ln>
          <a:extLst>
            <a:ext uri="{909E8E84-426E-40DD-AFC4-6F175D3DCCD1}">
              <a14:hiddenFill xmlns:a14="http://schemas.microsoft.com/office/drawing/2010/main">
                <a:solidFill>
                  <a:srgbClr val="FFFFFF"/>
                </a:solidFill>
              </a14:hiddenFill>
            </a:ext>
          </a:extLst>
        </p:spPr>
      </p:pic>
      <p:sp>
        <p:nvSpPr>
          <p:cNvPr id="4" name="TextBox 2">
            <a:extLst>
              <a:ext uri="{FF2B5EF4-FFF2-40B4-BE49-F238E27FC236}">
                <a16:creationId xmlns:a16="http://schemas.microsoft.com/office/drawing/2014/main" id="{6AAA5D10-DC93-CCF3-CE4E-0AA91F4E03EA}"/>
              </a:ext>
            </a:extLst>
          </p:cNvPr>
          <p:cNvSpPr txBox="1"/>
          <p:nvPr/>
        </p:nvSpPr>
        <p:spPr>
          <a:xfrm>
            <a:off x="519946" y="195270"/>
            <a:ext cx="3131007" cy="533650"/>
          </a:xfrm>
          <a:prstGeom prst="rect">
            <a:avLst/>
          </a:prstGeom>
          <a:noFill/>
        </p:spPr>
        <p:txBody>
          <a:bodyPr wrap="none" lIns="93260" tIns="46630" rIns="93260" bIns="46630" rtlCol="0" anchor="t">
            <a:spAutoFit/>
          </a:bodyPr>
          <a:lstStyle/>
          <a:p>
            <a:pPr defTabSz="932597">
              <a:defRPr/>
            </a:pPr>
            <a:r>
              <a:rPr lang="es-ES" sz="2856" noProof="0" dirty="0">
                <a:latin typeface="+mj-lt"/>
              </a:rPr>
              <a:t>Borja Piris de Castro</a:t>
            </a:r>
          </a:p>
        </p:txBody>
      </p:sp>
      <p:pic>
        <p:nvPicPr>
          <p:cNvPr id="26" name="Picture 2" descr="Tech Riders - FP + Professional Education">
            <a:extLst>
              <a:ext uri="{FF2B5EF4-FFF2-40B4-BE49-F238E27FC236}">
                <a16:creationId xmlns:a16="http://schemas.microsoft.com/office/drawing/2014/main" id="{C85CAD65-E842-455A-96DD-ED0350C1CF2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6475" y="1588360"/>
            <a:ext cx="1964991" cy="905134"/>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4">
            <a:extLst>
              <a:ext uri="{FF2B5EF4-FFF2-40B4-BE49-F238E27FC236}">
                <a16:creationId xmlns:a16="http://schemas.microsoft.com/office/drawing/2014/main" id="{1051B201-C3CB-4EE3-4F29-60224FD18C73}"/>
              </a:ext>
            </a:extLst>
          </p:cNvPr>
          <p:cNvSpPr txBox="1"/>
          <p:nvPr/>
        </p:nvSpPr>
        <p:spPr>
          <a:xfrm>
            <a:off x="3184733" y="911361"/>
            <a:ext cx="1524037" cy="398331"/>
          </a:xfrm>
          <a:prstGeom prst="rect">
            <a:avLst/>
          </a:prstGeom>
          <a:noFill/>
        </p:spPr>
        <p:txBody>
          <a:bodyPr wrap="square">
            <a:spAutoFit/>
          </a:bodyPr>
          <a:lstStyle/>
          <a:p>
            <a:pPr defTabSz="932597">
              <a:defRPr/>
            </a:pPr>
            <a:r>
              <a:rPr lang="es-ES" sz="1938" noProof="0" dirty="0">
                <a:latin typeface="Segoe UI"/>
              </a:rPr>
              <a:t>@pirisborja</a:t>
            </a:r>
          </a:p>
        </p:txBody>
      </p:sp>
      <p:grpSp>
        <p:nvGrpSpPr>
          <p:cNvPr id="28" name="Group 5">
            <a:extLst>
              <a:ext uri="{FF2B5EF4-FFF2-40B4-BE49-F238E27FC236}">
                <a16:creationId xmlns:a16="http://schemas.microsoft.com/office/drawing/2014/main" id="{4623D80B-51A8-5C92-EB07-481F5A685384}"/>
              </a:ext>
            </a:extLst>
          </p:cNvPr>
          <p:cNvGrpSpPr/>
          <p:nvPr/>
        </p:nvGrpSpPr>
        <p:grpSpPr>
          <a:xfrm>
            <a:off x="4979457" y="903513"/>
            <a:ext cx="5257895" cy="414353"/>
            <a:chOff x="7546691" y="4099979"/>
            <a:chExt cx="5155267" cy="406265"/>
          </a:xfrm>
        </p:grpSpPr>
        <p:pic>
          <p:nvPicPr>
            <p:cNvPr id="29" name="Graphic 6">
              <a:extLst>
                <a:ext uri="{FF2B5EF4-FFF2-40B4-BE49-F238E27FC236}">
                  <a16:creationId xmlns:a16="http://schemas.microsoft.com/office/drawing/2014/main" id="{EFEA9D25-22BD-8A38-890F-8298D22872E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546691" y="4112339"/>
              <a:ext cx="360000" cy="360000"/>
            </a:xfrm>
            <a:prstGeom prst="rect">
              <a:avLst/>
            </a:prstGeom>
          </p:spPr>
        </p:pic>
        <p:sp>
          <p:nvSpPr>
            <p:cNvPr id="30" name="TextBox 7">
              <a:extLst>
                <a:ext uri="{FF2B5EF4-FFF2-40B4-BE49-F238E27FC236}">
                  <a16:creationId xmlns:a16="http://schemas.microsoft.com/office/drawing/2014/main" id="{5D33117D-4DB7-9C5F-0DF3-F55ECAF6E4D6}"/>
                </a:ext>
              </a:extLst>
            </p:cNvPr>
            <p:cNvSpPr txBox="1"/>
            <p:nvPr/>
          </p:nvSpPr>
          <p:spPr>
            <a:xfrm>
              <a:off x="7922133" y="4099979"/>
              <a:ext cx="4779825" cy="406265"/>
            </a:xfrm>
            <a:prstGeom prst="rect">
              <a:avLst/>
            </a:prstGeom>
            <a:noFill/>
          </p:spPr>
          <p:txBody>
            <a:bodyPr wrap="square">
              <a:spAutoFit/>
            </a:bodyPr>
            <a:lstStyle/>
            <a:p>
              <a:pPr defTabSz="932597">
                <a:defRPr/>
              </a:pPr>
              <a:r>
                <a:rPr lang="es-ES" sz="1938" noProof="0" dirty="0">
                  <a:latin typeface="Segoe UI"/>
                </a:rPr>
                <a:t>https://www.linkedin.com/in/</a:t>
              </a:r>
              <a:r>
                <a:rPr lang="es-ES" sz="2040" noProof="0" dirty="0">
                  <a:latin typeface="Segoe UI"/>
                </a:rPr>
                <a:t>borja-piris</a:t>
              </a:r>
              <a:r>
                <a:rPr lang="es-ES" sz="1938" noProof="0" dirty="0">
                  <a:latin typeface="Segoe UI"/>
                </a:rPr>
                <a:t>/ </a:t>
              </a:r>
            </a:p>
          </p:txBody>
        </p:sp>
      </p:grpSp>
      <p:grpSp>
        <p:nvGrpSpPr>
          <p:cNvPr id="31" name="Group 9">
            <a:extLst>
              <a:ext uri="{FF2B5EF4-FFF2-40B4-BE49-F238E27FC236}">
                <a16:creationId xmlns:a16="http://schemas.microsoft.com/office/drawing/2014/main" id="{FF215D27-EC06-24E9-3FBE-D3406ABCCD3D}"/>
              </a:ext>
            </a:extLst>
          </p:cNvPr>
          <p:cNvGrpSpPr/>
          <p:nvPr/>
        </p:nvGrpSpPr>
        <p:grpSpPr>
          <a:xfrm>
            <a:off x="5567224" y="1626310"/>
            <a:ext cx="4480448" cy="382308"/>
            <a:chOff x="5262449" y="1497172"/>
            <a:chExt cx="4392995" cy="374846"/>
          </a:xfrm>
        </p:grpSpPr>
        <p:sp>
          <p:nvSpPr>
            <p:cNvPr id="32" name="CuadroTexto 8">
              <a:extLst>
                <a:ext uri="{FF2B5EF4-FFF2-40B4-BE49-F238E27FC236}">
                  <a16:creationId xmlns:a16="http://schemas.microsoft.com/office/drawing/2014/main" id="{9A83B147-766F-F900-801F-2AB33C77D33F}"/>
                </a:ext>
              </a:extLst>
            </p:cNvPr>
            <p:cNvSpPr txBox="1"/>
            <p:nvPr/>
          </p:nvSpPr>
          <p:spPr>
            <a:xfrm>
              <a:off x="5659336" y="1497172"/>
              <a:ext cx="3996108" cy="374846"/>
            </a:xfrm>
            <a:prstGeom prst="rect">
              <a:avLst/>
            </a:prstGeom>
            <a:noFill/>
          </p:spPr>
          <p:txBody>
            <a:bodyPr wrap="square">
              <a:spAutoFit/>
            </a:bodyPr>
            <a:lstStyle/>
            <a:p>
              <a:pPr defTabSz="932597">
                <a:defRPr/>
              </a:pPr>
              <a:r>
                <a:rPr lang="es-ES" sz="1836" noProof="0" dirty="0">
                  <a:latin typeface="Segoe UI"/>
                </a:rPr>
                <a:t>https://techriders.tajamar.es/</a:t>
              </a:r>
            </a:p>
          </p:txBody>
        </p:sp>
        <p:pic>
          <p:nvPicPr>
            <p:cNvPr id="33" name="Picture 4" descr="New message - Free communications icons">
              <a:extLst>
                <a:ext uri="{FF2B5EF4-FFF2-40B4-BE49-F238E27FC236}">
                  <a16:creationId xmlns:a16="http://schemas.microsoft.com/office/drawing/2014/main" id="{A10013DB-AFE9-FA9F-C3CF-16C959F300F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62449" y="1512562"/>
              <a:ext cx="338553" cy="33855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4" name="Group 12">
            <a:extLst>
              <a:ext uri="{FF2B5EF4-FFF2-40B4-BE49-F238E27FC236}">
                <a16:creationId xmlns:a16="http://schemas.microsoft.com/office/drawing/2014/main" id="{D6C53576-BCC5-3BF1-A9A7-E2513A5B3FFD}"/>
              </a:ext>
            </a:extLst>
          </p:cNvPr>
          <p:cNvGrpSpPr/>
          <p:nvPr/>
        </p:nvGrpSpPr>
        <p:grpSpPr>
          <a:xfrm>
            <a:off x="5610601" y="2062612"/>
            <a:ext cx="7676186" cy="382308"/>
            <a:chOff x="5304980" y="1924958"/>
            <a:chExt cx="7526356" cy="374846"/>
          </a:xfrm>
        </p:grpSpPr>
        <p:sp>
          <p:nvSpPr>
            <p:cNvPr id="35" name="CuadroTexto 27">
              <a:extLst>
                <a:ext uri="{FF2B5EF4-FFF2-40B4-BE49-F238E27FC236}">
                  <a16:creationId xmlns:a16="http://schemas.microsoft.com/office/drawing/2014/main" id="{E8397F0E-D2F7-F4D2-D129-D0BE5D9D3D55}"/>
                </a:ext>
              </a:extLst>
            </p:cNvPr>
            <p:cNvSpPr txBox="1"/>
            <p:nvPr/>
          </p:nvSpPr>
          <p:spPr>
            <a:xfrm>
              <a:off x="5657454" y="1924958"/>
              <a:ext cx="7173882" cy="374846"/>
            </a:xfrm>
            <a:prstGeom prst="rect">
              <a:avLst/>
            </a:prstGeom>
            <a:noFill/>
          </p:spPr>
          <p:txBody>
            <a:bodyPr wrap="square">
              <a:spAutoFit/>
            </a:bodyPr>
            <a:lstStyle/>
            <a:p>
              <a:pPr defTabSz="932597">
                <a:defRPr/>
              </a:pPr>
              <a:r>
                <a:rPr lang="es-ES" sz="1836" noProof="0" dirty="0">
                  <a:latin typeface="Segoe UI"/>
                </a:rPr>
                <a:t>https://www.youtube.com/@TechRiders_es</a:t>
              </a:r>
            </a:p>
          </p:txBody>
        </p:sp>
        <p:pic>
          <p:nvPicPr>
            <p:cNvPr id="36" name="Graphic 14">
              <a:extLst>
                <a:ext uri="{FF2B5EF4-FFF2-40B4-BE49-F238E27FC236}">
                  <a16:creationId xmlns:a16="http://schemas.microsoft.com/office/drawing/2014/main" id="{3B9D0EE5-6390-BFD6-208E-4592584BB26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304980" y="1993742"/>
              <a:ext cx="273600" cy="273600"/>
            </a:xfrm>
            <a:prstGeom prst="rect">
              <a:avLst/>
            </a:prstGeom>
          </p:spPr>
        </p:pic>
      </p:grpSp>
      <p:grpSp>
        <p:nvGrpSpPr>
          <p:cNvPr id="37" name="Group 15">
            <a:extLst>
              <a:ext uri="{FF2B5EF4-FFF2-40B4-BE49-F238E27FC236}">
                <a16:creationId xmlns:a16="http://schemas.microsoft.com/office/drawing/2014/main" id="{C5AB0C11-BF08-C4B8-0653-11636DD7FF43}"/>
              </a:ext>
            </a:extLst>
          </p:cNvPr>
          <p:cNvGrpSpPr/>
          <p:nvPr/>
        </p:nvGrpSpPr>
        <p:grpSpPr>
          <a:xfrm>
            <a:off x="3236476" y="4245418"/>
            <a:ext cx="10175416" cy="2184344"/>
            <a:chOff x="2977195" y="3926489"/>
            <a:chExt cx="9976804" cy="2141708"/>
          </a:xfrm>
        </p:grpSpPr>
        <p:sp>
          <p:nvSpPr>
            <p:cNvPr id="38" name="Rectangle 16">
              <a:extLst>
                <a:ext uri="{FF2B5EF4-FFF2-40B4-BE49-F238E27FC236}">
                  <a16:creationId xmlns:a16="http://schemas.microsoft.com/office/drawing/2014/main" id="{1389BC8C-B799-28D5-B12B-A68A8E2B7F42}"/>
                </a:ext>
              </a:extLst>
            </p:cNvPr>
            <p:cNvSpPr/>
            <p:nvPr/>
          </p:nvSpPr>
          <p:spPr>
            <a:xfrm>
              <a:off x="3970596" y="4230538"/>
              <a:ext cx="8983403" cy="1413141"/>
            </a:xfrm>
            <a:prstGeom prst="rect">
              <a:avLst/>
            </a:prstGeom>
            <a:solidFill>
              <a:srgbClr val="92D050">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32597">
                <a:defRPr/>
              </a:pPr>
              <a:endParaRPr lang="es-ES" sz="1836" noProof="0" dirty="0">
                <a:solidFill>
                  <a:schemeClr val="tx1"/>
                </a:solidFill>
                <a:latin typeface="Segoe UI"/>
              </a:endParaRPr>
            </a:p>
          </p:txBody>
        </p:sp>
        <p:pic>
          <p:nvPicPr>
            <p:cNvPr id="39" name="Picture 17" descr="A computer with a green triangle and text&#10;&#10;Description automatically generated">
              <a:extLst>
                <a:ext uri="{FF2B5EF4-FFF2-40B4-BE49-F238E27FC236}">
                  <a16:creationId xmlns:a16="http://schemas.microsoft.com/office/drawing/2014/main" id="{54192775-0014-BDE2-02F9-EA1A4E1ADBC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977195" y="3926489"/>
              <a:ext cx="2141708" cy="2141708"/>
            </a:xfrm>
            <a:prstGeom prst="rect">
              <a:avLst/>
            </a:prstGeom>
          </p:spPr>
        </p:pic>
      </p:grpSp>
      <p:pic>
        <p:nvPicPr>
          <p:cNvPr id="40" name="Picture 18" descr="A person with his arms crossed&#10;&#10;Description automatically generated with medium confidence">
            <a:extLst>
              <a:ext uri="{FF2B5EF4-FFF2-40B4-BE49-F238E27FC236}">
                <a16:creationId xmlns:a16="http://schemas.microsoft.com/office/drawing/2014/main" id="{F36B6E6E-1BE2-1D3A-0A64-E4BF47BA4DD9}"/>
              </a:ext>
            </a:extLst>
          </p:cNvPr>
          <p:cNvPicPr>
            <a:picLocks noChangeAspect="1"/>
          </p:cNvPicPr>
          <p:nvPr/>
        </p:nvPicPr>
        <p:blipFill rotWithShape="1">
          <a:blip r:embed="rId10">
            <a:extLst>
              <a:ext uri="{28A0092B-C50C-407E-A947-70E740481C1C}">
                <a14:useLocalDpi xmlns:a14="http://schemas.microsoft.com/office/drawing/2010/main" val="0"/>
              </a:ext>
            </a:extLst>
          </a:blip>
          <a:srcRect t="-203" b="25203"/>
          <a:stretch/>
        </p:blipFill>
        <p:spPr>
          <a:xfrm>
            <a:off x="519946" y="3910107"/>
            <a:ext cx="1945983" cy="1945983"/>
          </a:xfrm>
          <a:prstGeom prst="flowChartConnector">
            <a:avLst/>
          </a:prstGeom>
          <a:noFill/>
          <a:ln w="57150">
            <a:solidFill>
              <a:schemeClr val="bg1"/>
            </a:solidFill>
          </a:ln>
        </p:spPr>
      </p:pic>
      <p:grpSp>
        <p:nvGrpSpPr>
          <p:cNvPr id="41" name="Group 19">
            <a:extLst>
              <a:ext uri="{FF2B5EF4-FFF2-40B4-BE49-F238E27FC236}">
                <a16:creationId xmlns:a16="http://schemas.microsoft.com/office/drawing/2014/main" id="{F4003C66-9411-ECD9-24D1-EF73EFC6BF7E}"/>
              </a:ext>
            </a:extLst>
          </p:cNvPr>
          <p:cNvGrpSpPr/>
          <p:nvPr/>
        </p:nvGrpSpPr>
        <p:grpSpPr>
          <a:xfrm>
            <a:off x="5673340" y="4817049"/>
            <a:ext cx="8875604" cy="414353"/>
            <a:chOff x="7237983" y="4817272"/>
            <a:chExt cx="8702363" cy="406265"/>
          </a:xfrm>
        </p:grpSpPr>
        <p:pic>
          <p:nvPicPr>
            <p:cNvPr id="42" name="Picture 4" descr="New message - Free communications icons">
              <a:extLst>
                <a:ext uri="{FF2B5EF4-FFF2-40B4-BE49-F238E27FC236}">
                  <a16:creationId xmlns:a16="http://schemas.microsoft.com/office/drawing/2014/main" id="{EBD4CE10-B333-276C-ACD5-E7EFA493B14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37983" y="4848051"/>
              <a:ext cx="338553" cy="338553"/>
            </a:xfrm>
            <a:prstGeom prst="rect">
              <a:avLst/>
            </a:prstGeom>
            <a:noFill/>
            <a:extLst>
              <a:ext uri="{909E8E84-426E-40DD-AFC4-6F175D3DCCD1}">
                <a14:hiddenFill xmlns:a14="http://schemas.microsoft.com/office/drawing/2010/main">
                  <a:solidFill>
                    <a:srgbClr val="FFFFFF"/>
                  </a:solidFill>
                </a14:hiddenFill>
              </a:ext>
            </a:extLst>
          </p:spPr>
        </p:pic>
        <p:sp>
          <p:nvSpPr>
            <p:cNvPr id="43" name="TextBox 21">
              <a:extLst>
                <a:ext uri="{FF2B5EF4-FFF2-40B4-BE49-F238E27FC236}">
                  <a16:creationId xmlns:a16="http://schemas.microsoft.com/office/drawing/2014/main" id="{F0EC5C11-94F4-D37F-E77F-FD1D0E8BB96A}"/>
                </a:ext>
              </a:extLst>
            </p:cNvPr>
            <p:cNvSpPr txBox="1"/>
            <p:nvPr/>
          </p:nvSpPr>
          <p:spPr>
            <a:xfrm>
              <a:off x="7582160" y="4817272"/>
              <a:ext cx="8358186" cy="406265"/>
            </a:xfrm>
            <a:prstGeom prst="rect">
              <a:avLst/>
            </a:prstGeom>
            <a:noFill/>
          </p:spPr>
          <p:txBody>
            <a:bodyPr wrap="square">
              <a:spAutoFit/>
            </a:bodyPr>
            <a:lstStyle/>
            <a:p>
              <a:pPr defTabSz="932597">
                <a:defRPr/>
              </a:pPr>
              <a:r>
                <a:rPr lang="es-ES" sz="2040" noProof="0" dirty="0">
                  <a:latin typeface="Segoe UI"/>
                </a:rPr>
                <a:t>https://www.codertectura.com/ </a:t>
              </a:r>
            </a:p>
          </p:txBody>
        </p:sp>
      </p:grpSp>
      <p:grpSp>
        <p:nvGrpSpPr>
          <p:cNvPr id="44" name="Group 22">
            <a:extLst>
              <a:ext uri="{FF2B5EF4-FFF2-40B4-BE49-F238E27FC236}">
                <a16:creationId xmlns:a16="http://schemas.microsoft.com/office/drawing/2014/main" id="{34C8910E-5E2E-465D-1823-0F1D20548C37}"/>
              </a:ext>
            </a:extLst>
          </p:cNvPr>
          <p:cNvGrpSpPr/>
          <p:nvPr/>
        </p:nvGrpSpPr>
        <p:grpSpPr>
          <a:xfrm>
            <a:off x="5726089" y="5294884"/>
            <a:ext cx="8822855" cy="414353"/>
            <a:chOff x="7289509" y="5284139"/>
            <a:chExt cx="8650643" cy="406265"/>
          </a:xfrm>
        </p:grpSpPr>
        <p:pic>
          <p:nvPicPr>
            <p:cNvPr id="45" name="Graphic 23">
              <a:extLst>
                <a:ext uri="{FF2B5EF4-FFF2-40B4-BE49-F238E27FC236}">
                  <a16:creationId xmlns:a16="http://schemas.microsoft.com/office/drawing/2014/main" id="{B269AA6E-7E46-94AA-F634-47E0EC14040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289509" y="5347394"/>
              <a:ext cx="273600" cy="273600"/>
            </a:xfrm>
            <a:prstGeom prst="rect">
              <a:avLst/>
            </a:prstGeom>
          </p:spPr>
        </p:pic>
        <p:sp>
          <p:nvSpPr>
            <p:cNvPr id="46" name="TextBox 24">
              <a:extLst>
                <a:ext uri="{FF2B5EF4-FFF2-40B4-BE49-F238E27FC236}">
                  <a16:creationId xmlns:a16="http://schemas.microsoft.com/office/drawing/2014/main" id="{BAA02E17-E6FE-2F37-0441-9B71F05635F3}"/>
                </a:ext>
              </a:extLst>
            </p:cNvPr>
            <p:cNvSpPr txBox="1"/>
            <p:nvPr/>
          </p:nvSpPr>
          <p:spPr>
            <a:xfrm>
              <a:off x="7582160" y="5284139"/>
              <a:ext cx="8357992" cy="406265"/>
            </a:xfrm>
            <a:prstGeom prst="rect">
              <a:avLst/>
            </a:prstGeom>
            <a:noFill/>
          </p:spPr>
          <p:txBody>
            <a:bodyPr wrap="square">
              <a:spAutoFit/>
            </a:bodyPr>
            <a:lstStyle/>
            <a:p>
              <a:pPr defTabSz="932597">
                <a:defRPr/>
              </a:pPr>
              <a:r>
                <a:rPr lang="es-ES" sz="2040" noProof="0" dirty="0">
                  <a:latin typeface="Segoe UI"/>
                </a:rPr>
                <a:t>https://www.youtube.com/@codertectura</a:t>
              </a:r>
            </a:p>
          </p:txBody>
        </p:sp>
      </p:grpSp>
      <p:sp>
        <p:nvSpPr>
          <p:cNvPr id="47" name="TextBox 25">
            <a:extLst>
              <a:ext uri="{FF2B5EF4-FFF2-40B4-BE49-F238E27FC236}">
                <a16:creationId xmlns:a16="http://schemas.microsoft.com/office/drawing/2014/main" id="{A3CD2C46-CE94-5488-6D01-36A85746890E}"/>
              </a:ext>
            </a:extLst>
          </p:cNvPr>
          <p:cNvSpPr txBox="1"/>
          <p:nvPr/>
        </p:nvSpPr>
        <p:spPr>
          <a:xfrm>
            <a:off x="519946" y="3167347"/>
            <a:ext cx="4681520" cy="542399"/>
          </a:xfrm>
          <a:prstGeom prst="rect">
            <a:avLst/>
          </a:prstGeom>
          <a:noFill/>
        </p:spPr>
        <p:txBody>
          <a:bodyPr wrap="square" lIns="93260" tIns="46630" rIns="93260" bIns="46630" rtlCol="0" anchor="t">
            <a:spAutoFit/>
          </a:bodyPr>
          <a:lstStyle/>
          <a:p>
            <a:pPr defTabSz="932597">
              <a:defRPr/>
            </a:pPr>
            <a:r>
              <a:rPr lang="es-ES" sz="2856" noProof="0" dirty="0">
                <a:latin typeface="+mj-lt"/>
              </a:rPr>
              <a:t>Rodrigo E. Liberoff V.</a:t>
            </a:r>
          </a:p>
        </p:txBody>
      </p:sp>
      <p:sp>
        <p:nvSpPr>
          <p:cNvPr id="48" name="TextBox 26">
            <a:extLst>
              <a:ext uri="{FF2B5EF4-FFF2-40B4-BE49-F238E27FC236}">
                <a16:creationId xmlns:a16="http://schemas.microsoft.com/office/drawing/2014/main" id="{30B8D7D2-22D4-FF2A-67E3-04BF5106299A}"/>
              </a:ext>
            </a:extLst>
          </p:cNvPr>
          <p:cNvSpPr txBox="1"/>
          <p:nvPr/>
        </p:nvSpPr>
        <p:spPr>
          <a:xfrm>
            <a:off x="3148846" y="3796004"/>
            <a:ext cx="1305558" cy="398331"/>
          </a:xfrm>
          <a:prstGeom prst="rect">
            <a:avLst/>
          </a:prstGeom>
          <a:noFill/>
        </p:spPr>
        <p:txBody>
          <a:bodyPr wrap="square">
            <a:spAutoFit/>
          </a:bodyPr>
          <a:lstStyle/>
          <a:p>
            <a:pPr defTabSz="932597">
              <a:defRPr/>
            </a:pPr>
            <a:r>
              <a:rPr lang="es-ES" sz="1938" noProof="0" dirty="0">
                <a:latin typeface="Segoe UI"/>
              </a:rPr>
              <a:t>@rliberoff</a:t>
            </a:r>
          </a:p>
        </p:txBody>
      </p:sp>
      <p:grpSp>
        <p:nvGrpSpPr>
          <p:cNvPr id="49" name="Group 27">
            <a:extLst>
              <a:ext uri="{FF2B5EF4-FFF2-40B4-BE49-F238E27FC236}">
                <a16:creationId xmlns:a16="http://schemas.microsoft.com/office/drawing/2014/main" id="{77ACA31F-4980-3D96-8A92-21F3A41C3739}"/>
              </a:ext>
            </a:extLst>
          </p:cNvPr>
          <p:cNvGrpSpPr/>
          <p:nvPr/>
        </p:nvGrpSpPr>
        <p:grpSpPr>
          <a:xfrm>
            <a:off x="4979457" y="3796001"/>
            <a:ext cx="4737785" cy="390556"/>
            <a:chOff x="7546691" y="4099979"/>
            <a:chExt cx="4645309" cy="382933"/>
          </a:xfrm>
        </p:grpSpPr>
        <p:pic>
          <p:nvPicPr>
            <p:cNvPr id="50" name="Graphic 28">
              <a:extLst>
                <a:ext uri="{FF2B5EF4-FFF2-40B4-BE49-F238E27FC236}">
                  <a16:creationId xmlns:a16="http://schemas.microsoft.com/office/drawing/2014/main" id="{D4854345-8481-AAAD-B0EB-B963F2EDD43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546691" y="4112339"/>
              <a:ext cx="360000" cy="360000"/>
            </a:xfrm>
            <a:prstGeom prst="rect">
              <a:avLst/>
            </a:prstGeom>
          </p:spPr>
        </p:pic>
        <p:sp>
          <p:nvSpPr>
            <p:cNvPr id="51" name="TextBox 29">
              <a:extLst>
                <a:ext uri="{FF2B5EF4-FFF2-40B4-BE49-F238E27FC236}">
                  <a16:creationId xmlns:a16="http://schemas.microsoft.com/office/drawing/2014/main" id="{44C62FA6-E859-8441-7553-0649C64A6643}"/>
                </a:ext>
              </a:extLst>
            </p:cNvPr>
            <p:cNvSpPr txBox="1"/>
            <p:nvPr/>
          </p:nvSpPr>
          <p:spPr>
            <a:xfrm>
              <a:off x="7922134" y="4099979"/>
              <a:ext cx="4269866" cy="382933"/>
            </a:xfrm>
            <a:prstGeom prst="rect">
              <a:avLst/>
            </a:prstGeom>
            <a:noFill/>
          </p:spPr>
          <p:txBody>
            <a:bodyPr wrap="square">
              <a:spAutoFit/>
            </a:bodyPr>
            <a:lstStyle/>
            <a:p>
              <a:pPr defTabSz="932597">
                <a:defRPr/>
              </a:pPr>
              <a:r>
                <a:rPr lang="es-ES" sz="1938" noProof="0" dirty="0">
                  <a:latin typeface="Segoe UI"/>
                </a:rPr>
                <a:t>https://www.linkedin.com/in/rliberoff/ </a:t>
              </a:r>
            </a:p>
          </p:txBody>
        </p:sp>
      </p:grpSp>
      <p:pic>
        <p:nvPicPr>
          <p:cNvPr id="52" name="Graphic 30">
            <a:extLst>
              <a:ext uri="{FF2B5EF4-FFF2-40B4-BE49-F238E27FC236}">
                <a16:creationId xmlns:a16="http://schemas.microsoft.com/office/drawing/2014/main" id="{A92D7BD1-2D12-E3FB-39BC-917C3AAFE87B}"/>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786784" y="931614"/>
            <a:ext cx="387715" cy="351875"/>
          </a:xfrm>
          <a:prstGeom prst="rect">
            <a:avLst/>
          </a:prstGeom>
        </p:spPr>
      </p:pic>
      <p:pic>
        <p:nvPicPr>
          <p:cNvPr id="53" name="Graphic 31">
            <a:extLst>
              <a:ext uri="{FF2B5EF4-FFF2-40B4-BE49-F238E27FC236}">
                <a16:creationId xmlns:a16="http://schemas.microsoft.com/office/drawing/2014/main" id="{5960BF36-00E1-4215-AC7C-8827DD3943B9}"/>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786784" y="3816257"/>
            <a:ext cx="387715" cy="351875"/>
          </a:xfrm>
          <a:prstGeom prst="rect">
            <a:avLst/>
          </a:prstGeom>
        </p:spPr>
      </p:pic>
      <p:sp>
        <p:nvSpPr>
          <p:cNvPr id="54" name="CuadroTexto 8">
            <a:extLst>
              <a:ext uri="{FF2B5EF4-FFF2-40B4-BE49-F238E27FC236}">
                <a16:creationId xmlns:a16="http://schemas.microsoft.com/office/drawing/2014/main" id="{4869D929-BD39-CBED-9B9F-A98AB67EA3E0}"/>
              </a:ext>
            </a:extLst>
          </p:cNvPr>
          <p:cNvSpPr txBox="1"/>
          <p:nvPr/>
        </p:nvSpPr>
        <p:spPr>
          <a:xfrm>
            <a:off x="4090002" y="315049"/>
            <a:ext cx="7275908" cy="369332"/>
          </a:xfrm>
          <a:prstGeom prst="rect">
            <a:avLst/>
          </a:prstGeom>
          <a:noFill/>
        </p:spPr>
        <p:txBody>
          <a:bodyPr wrap="square">
            <a:spAutoFit/>
          </a:bodyPr>
          <a:lstStyle/>
          <a:p>
            <a:r>
              <a:rPr lang="es-ES" sz="1600" b="1" noProof="0" dirty="0" err="1">
                <a:latin typeface="Segoe UI Semibold" panose="020B0702040204020203" pitchFamily="34" charset="0"/>
                <a:cs typeface="Segoe UI Semibold" panose="020B0702040204020203" pitchFamily="34" charset="0"/>
              </a:rPr>
              <a:t>works</a:t>
            </a:r>
            <a:r>
              <a:rPr lang="es-ES" sz="1600" b="1" noProof="0" dirty="0">
                <a:latin typeface="Segoe UI Semibold" panose="020B0702040204020203" pitchFamily="34" charset="0"/>
                <a:cs typeface="Segoe UI Semibold" panose="020B0702040204020203" pitchFamily="34" charset="0"/>
              </a:rPr>
              <a:t> at </a:t>
            </a:r>
            <a:r>
              <a:rPr lang="es-ES" b="1" noProof="0" dirty="0">
                <a:solidFill>
                  <a:srgbClr val="377631"/>
                </a:solidFill>
                <a:latin typeface="Segoe UI Semibold"/>
                <a:ea typeface="Segoe UI Black"/>
                <a:cs typeface="Segoe UI Semibold"/>
              </a:rPr>
              <a:t>E</a:t>
            </a:r>
            <a:r>
              <a:rPr lang="es-ES" b="1" noProof="0" dirty="0">
                <a:solidFill>
                  <a:srgbClr val="4AAC33"/>
                </a:solidFill>
                <a:latin typeface="Segoe UI Semibold"/>
                <a:ea typeface="Segoe UI Black"/>
                <a:cs typeface="Segoe UI Semibold"/>
              </a:rPr>
              <a:t>N</a:t>
            </a:r>
            <a:r>
              <a:rPr lang="es-ES" b="1" noProof="0" dirty="0">
                <a:solidFill>
                  <a:srgbClr val="0FAE91"/>
                </a:solidFill>
                <a:latin typeface="Segoe UI Semibold"/>
                <a:ea typeface="Segoe UI Black"/>
                <a:cs typeface="Segoe UI Semibold"/>
              </a:rPr>
              <a:t>C</a:t>
            </a:r>
            <a:r>
              <a:rPr lang="es-ES" b="1" noProof="0" dirty="0">
                <a:solidFill>
                  <a:srgbClr val="0EA5DF"/>
                </a:solidFill>
                <a:latin typeface="Segoe UI Semibold"/>
                <a:ea typeface="Segoe UI Black"/>
                <a:cs typeface="Segoe UI Semibold"/>
              </a:rPr>
              <a:t>A</a:t>
            </a:r>
            <a:r>
              <a:rPr lang="es-ES" b="1" noProof="0" dirty="0">
                <a:solidFill>
                  <a:srgbClr val="444797"/>
                </a:solidFill>
                <a:latin typeface="Segoe UI Semibold"/>
                <a:ea typeface="Segoe UI Black"/>
                <a:cs typeface="Segoe UI Semibold"/>
              </a:rPr>
              <a:t>M</a:t>
            </a:r>
            <a:r>
              <a:rPr lang="es-ES" b="1" noProof="0" dirty="0">
                <a:solidFill>
                  <a:srgbClr val="6A398E"/>
                </a:solidFill>
                <a:latin typeface="Segoe UI Semibold"/>
                <a:ea typeface="Segoe UI Black"/>
                <a:cs typeface="Segoe UI Semibold"/>
              </a:rPr>
              <a:t>I</a:t>
            </a:r>
            <a:r>
              <a:rPr lang="es-ES" b="1" noProof="0" dirty="0">
                <a:solidFill>
                  <a:srgbClr val="9F3E8F"/>
                </a:solidFill>
                <a:latin typeface="Segoe UI Semibold"/>
                <a:ea typeface="Segoe UI Black"/>
                <a:cs typeface="Segoe UI Semibold"/>
              </a:rPr>
              <a:t>N</a:t>
            </a:r>
            <a:r>
              <a:rPr lang="es-ES" b="1" noProof="0" dirty="0">
                <a:solidFill>
                  <a:srgbClr val="C01B37"/>
                </a:solidFill>
                <a:latin typeface="Segoe UI Semibold"/>
                <a:ea typeface="Segoe UI Black"/>
                <a:cs typeface="Segoe UI Semibold"/>
              </a:rPr>
              <a:t>A</a:t>
            </a:r>
            <a:endParaRPr lang="es-ES" sz="1800" b="1" noProof="0" dirty="0">
              <a:latin typeface="Segoe UI Semibold"/>
              <a:ea typeface="Segoe UI Black"/>
              <a:cs typeface="Segoe UI Semibold"/>
            </a:endParaRPr>
          </a:p>
        </p:txBody>
      </p:sp>
      <p:sp>
        <p:nvSpPr>
          <p:cNvPr id="55" name="CuadroTexto 31">
            <a:extLst>
              <a:ext uri="{FF2B5EF4-FFF2-40B4-BE49-F238E27FC236}">
                <a16:creationId xmlns:a16="http://schemas.microsoft.com/office/drawing/2014/main" id="{BF06AD87-D481-0D62-BFD6-A8A89C719176}"/>
              </a:ext>
            </a:extLst>
          </p:cNvPr>
          <p:cNvSpPr txBox="1"/>
          <p:nvPr/>
        </p:nvSpPr>
        <p:spPr>
          <a:xfrm>
            <a:off x="4193941" y="3291394"/>
            <a:ext cx="7275908" cy="369332"/>
          </a:xfrm>
          <a:prstGeom prst="rect">
            <a:avLst/>
          </a:prstGeom>
          <a:noFill/>
        </p:spPr>
        <p:txBody>
          <a:bodyPr wrap="square">
            <a:spAutoFit/>
          </a:bodyPr>
          <a:lstStyle/>
          <a:p>
            <a:r>
              <a:rPr lang="es-ES" sz="1600" b="1" noProof="0" dirty="0" err="1">
                <a:latin typeface="Segoe UI Semibold" panose="020B0702040204020203" pitchFamily="34" charset="0"/>
                <a:cs typeface="Segoe UI Semibold" panose="020B0702040204020203" pitchFamily="34" charset="0"/>
              </a:rPr>
              <a:t>works</a:t>
            </a:r>
            <a:r>
              <a:rPr lang="es-ES" sz="1600" b="1" noProof="0" dirty="0">
                <a:latin typeface="Segoe UI Semibold" panose="020B0702040204020203" pitchFamily="34" charset="0"/>
                <a:cs typeface="Segoe UI Semibold" panose="020B0702040204020203" pitchFamily="34" charset="0"/>
              </a:rPr>
              <a:t> at </a:t>
            </a:r>
            <a:r>
              <a:rPr lang="es-ES" b="1" noProof="0" dirty="0">
                <a:solidFill>
                  <a:srgbClr val="377631"/>
                </a:solidFill>
                <a:latin typeface="Segoe UI Semibold"/>
                <a:ea typeface="Segoe UI Black"/>
                <a:cs typeface="Segoe UI Semibold"/>
              </a:rPr>
              <a:t>E</a:t>
            </a:r>
            <a:r>
              <a:rPr lang="es-ES" b="1" noProof="0" dirty="0">
                <a:solidFill>
                  <a:srgbClr val="4AAC33"/>
                </a:solidFill>
                <a:latin typeface="Segoe UI Semibold"/>
                <a:ea typeface="Segoe UI Black"/>
                <a:cs typeface="Segoe UI Semibold"/>
              </a:rPr>
              <a:t>N</a:t>
            </a:r>
            <a:r>
              <a:rPr lang="es-ES" b="1" noProof="0" dirty="0">
                <a:solidFill>
                  <a:srgbClr val="0FAE91"/>
                </a:solidFill>
                <a:latin typeface="Segoe UI Semibold"/>
                <a:ea typeface="Segoe UI Black"/>
                <a:cs typeface="Segoe UI Semibold"/>
              </a:rPr>
              <a:t>C</a:t>
            </a:r>
            <a:r>
              <a:rPr lang="es-ES" b="1" noProof="0" dirty="0">
                <a:solidFill>
                  <a:srgbClr val="0EA5DF"/>
                </a:solidFill>
                <a:latin typeface="Segoe UI Semibold"/>
                <a:ea typeface="Segoe UI Black"/>
                <a:cs typeface="Segoe UI Semibold"/>
              </a:rPr>
              <a:t>A</a:t>
            </a:r>
            <a:r>
              <a:rPr lang="es-ES" b="1" noProof="0" dirty="0">
                <a:solidFill>
                  <a:srgbClr val="444797"/>
                </a:solidFill>
                <a:latin typeface="Segoe UI Semibold"/>
                <a:ea typeface="Segoe UI Black"/>
                <a:cs typeface="Segoe UI Semibold"/>
              </a:rPr>
              <a:t>M</a:t>
            </a:r>
            <a:r>
              <a:rPr lang="es-ES" b="1" noProof="0" dirty="0">
                <a:solidFill>
                  <a:srgbClr val="6A398E"/>
                </a:solidFill>
                <a:latin typeface="Segoe UI Semibold"/>
                <a:ea typeface="Segoe UI Black"/>
                <a:cs typeface="Segoe UI Semibold"/>
              </a:rPr>
              <a:t>I</a:t>
            </a:r>
            <a:r>
              <a:rPr lang="es-ES" b="1" noProof="0" dirty="0">
                <a:solidFill>
                  <a:srgbClr val="9F3E8F"/>
                </a:solidFill>
                <a:latin typeface="Segoe UI Semibold"/>
                <a:ea typeface="Segoe UI Black"/>
                <a:cs typeface="Segoe UI Semibold"/>
              </a:rPr>
              <a:t>N</a:t>
            </a:r>
            <a:r>
              <a:rPr lang="es-ES" b="1" noProof="0" dirty="0">
                <a:solidFill>
                  <a:srgbClr val="C01B37"/>
                </a:solidFill>
                <a:latin typeface="Segoe UI Semibold"/>
                <a:ea typeface="Segoe UI Black"/>
                <a:cs typeface="Segoe UI Semibold"/>
              </a:rPr>
              <a:t>A</a:t>
            </a:r>
            <a:endParaRPr lang="es-ES" sz="1800" b="1" noProof="0" dirty="0">
              <a:latin typeface="Segoe UI Semibold"/>
              <a:ea typeface="Segoe UI Black"/>
              <a:cs typeface="Segoe UI Semibold"/>
            </a:endParaRPr>
          </a:p>
        </p:txBody>
      </p:sp>
      <p:pic>
        <p:nvPicPr>
          <p:cNvPr id="56" name="Picture 17" descr="A blue and white rectangular sign with white text&#10;&#10;Description automatically generated">
            <a:extLst>
              <a:ext uri="{FF2B5EF4-FFF2-40B4-BE49-F238E27FC236}">
                <a16:creationId xmlns:a16="http://schemas.microsoft.com/office/drawing/2014/main" id="{5CC4046B-1A27-6150-602E-5EAD0408E9ED}"/>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142734" y="2156340"/>
            <a:ext cx="443102" cy="700720"/>
          </a:xfrm>
          <a:prstGeom prst="rect">
            <a:avLst/>
          </a:prstGeom>
        </p:spPr>
      </p:pic>
      <p:pic>
        <p:nvPicPr>
          <p:cNvPr id="58" name="Picture 17" descr="A blue and white rectangular sign with white text&#10;&#10;Description automatically generated">
            <a:extLst>
              <a:ext uri="{FF2B5EF4-FFF2-40B4-BE49-F238E27FC236}">
                <a16:creationId xmlns:a16="http://schemas.microsoft.com/office/drawing/2014/main" id="{EE400DC4-1DB9-149B-CDD7-B00B57474393}"/>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128487" y="5296073"/>
            <a:ext cx="443102" cy="700720"/>
          </a:xfrm>
          <a:prstGeom prst="rect">
            <a:avLst/>
          </a:prstGeom>
        </p:spPr>
      </p:pic>
    </p:spTree>
    <p:extLst>
      <p:ext uri="{BB962C8B-B14F-4D97-AF65-F5344CB8AC3E}">
        <p14:creationId xmlns:p14="http://schemas.microsoft.com/office/powerpoint/2010/main" val="2448335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3000" fill="hold"/>
                                        <p:tgtEl>
                                          <p:spTgt spid="26"/>
                                        </p:tgtEl>
                                        <p:attrNameLst>
                                          <p:attrName>ppt_x</p:attrName>
                                        </p:attrNameLst>
                                      </p:cBhvr>
                                      <p:tavLst>
                                        <p:tav tm="0">
                                          <p:val>
                                            <p:strVal val="1+#ppt_w/2"/>
                                          </p:val>
                                        </p:tav>
                                        <p:tav tm="100000">
                                          <p:val>
                                            <p:strVal val="#ppt_x"/>
                                          </p:val>
                                        </p:tav>
                                      </p:tavLst>
                                    </p:anim>
                                    <p:anim calcmode="lin" valueType="num">
                                      <p:cBhvr additive="base">
                                        <p:cTn id="8" dur="3000" fill="hold"/>
                                        <p:tgtEl>
                                          <p:spTgt spid="26"/>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2000"/>
                                  </p:stCondLst>
                                  <p:childTnLst>
                                    <p:set>
                                      <p:cBhvr>
                                        <p:cTn id="10" dur="1" fill="hold">
                                          <p:stCondLst>
                                            <p:cond delay="0"/>
                                          </p:stCondLst>
                                        </p:cTn>
                                        <p:tgtEl>
                                          <p:spTgt spid="31"/>
                                        </p:tgtEl>
                                        <p:attrNameLst>
                                          <p:attrName>style.visibility</p:attrName>
                                        </p:attrNameLst>
                                      </p:cBhvr>
                                      <p:to>
                                        <p:strVal val="visible"/>
                                      </p:to>
                                    </p:set>
                                    <p:anim calcmode="lin" valueType="num">
                                      <p:cBhvr additive="base">
                                        <p:cTn id="11" dur="1500" fill="hold"/>
                                        <p:tgtEl>
                                          <p:spTgt spid="31"/>
                                        </p:tgtEl>
                                        <p:attrNameLst>
                                          <p:attrName>ppt_x</p:attrName>
                                        </p:attrNameLst>
                                      </p:cBhvr>
                                      <p:tavLst>
                                        <p:tav tm="0">
                                          <p:val>
                                            <p:strVal val="1+#ppt_w/2"/>
                                          </p:val>
                                        </p:tav>
                                        <p:tav tm="100000">
                                          <p:val>
                                            <p:strVal val="#ppt_x"/>
                                          </p:val>
                                        </p:tav>
                                      </p:tavLst>
                                    </p:anim>
                                    <p:anim calcmode="lin" valueType="num">
                                      <p:cBhvr additive="base">
                                        <p:cTn id="12" dur="1500" fill="hold"/>
                                        <p:tgtEl>
                                          <p:spTgt spid="31"/>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2500"/>
                                  </p:stCondLst>
                                  <p:childTnLst>
                                    <p:set>
                                      <p:cBhvr>
                                        <p:cTn id="14" dur="1" fill="hold">
                                          <p:stCondLst>
                                            <p:cond delay="0"/>
                                          </p:stCondLst>
                                        </p:cTn>
                                        <p:tgtEl>
                                          <p:spTgt spid="34"/>
                                        </p:tgtEl>
                                        <p:attrNameLst>
                                          <p:attrName>style.visibility</p:attrName>
                                        </p:attrNameLst>
                                      </p:cBhvr>
                                      <p:to>
                                        <p:strVal val="visible"/>
                                      </p:to>
                                    </p:set>
                                    <p:anim calcmode="lin" valueType="num">
                                      <p:cBhvr additive="base">
                                        <p:cTn id="15" dur="1500" fill="hold"/>
                                        <p:tgtEl>
                                          <p:spTgt spid="34"/>
                                        </p:tgtEl>
                                        <p:attrNameLst>
                                          <p:attrName>ppt_x</p:attrName>
                                        </p:attrNameLst>
                                      </p:cBhvr>
                                      <p:tavLst>
                                        <p:tav tm="0">
                                          <p:val>
                                            <p:strVal val="1+#ppt_w/2"/>
                                          </p:val>
                                        </p:tav>
                                        <p:tav tm="100000">
                                          <p:val>
                                            <p:strVal val="#ppt_x"/>
                                          </p:val>
                                        </p:tav>
                                      </p:tavLst>
                                    </p:anim>
                                    <p:anim calcmode="lin" valueType="num">
                                      <p:cBhvr additive="base">
                                        <p:cTn id="16" dur="1500" fill="hold"/>
                                        <p:tgtEl>
                                          <p:spTgt spid="34"/>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0"/>
                                  </p:stCondLst>
                                  <p:childTnLst>
                                    <p:set>
                                      <p:cBhvr>
                                        <p:cTn id="18" dur="1" fill="hold">
                                          <p:stCondLst>
                                            <p:cond delay="0"/>
                                          </p:stCondLst>
                                        </p:cTn>
                                        <p:tgtEl>
                                          <p:spTgt spid="37"/>
                                        </p:tgtEl>
                                        <p:attrNameLst>
                                          <p:attrName>style.visibility</p:attrName>
                                        </p:attrNameLst>
                                      </p:cBhvr>
                                      <p:to>
                                        <p:strVal val="visible"/>
                                      </p:to>
                                    </p:set>
                                    <p:anim calcmode="lin" valueType="num">
                                      <p:cBhvr additive="base">
                                        <p:cTn id="19" dur="3000" fill="hold"/>
                                        <p:tgtEl>
                                          <p:spTgt spid="37"/>
                                        </p:tgtEl>
                                        <p:attrNameLst>
                                          <p:attrName>ppt_x</p:attrName>
                                        </p:attrNameLst>
                                      </p:cBhvr>
                                      <p:tavLst>
                                        <p:tav tm="0">
                                          <p:val>
                                            <p:strVal val="1+#ppt_w/2"/>
                                          </p:val>
                                        </p:tav>
                                        <p:tav tm="100000">
                                          <p:val>
                                            <p:strVal val="#ppt_x"/>
                                          </p:val>
                                        </p:tav>
                                      </p:tavLst>
                                    </p:anim>
                                    <p:anim calcmode="lin" valueType="num">
                                      <p:cBhvr additive="base">
                                        <p:cTn id="20" dur="3000" fill="hold"/>
                                        <p:tgtEl>
                                          <p:spTgt spid="37"/>
                                        </p:tgtEl>
                                        <p:attrNameLst>
                                          <p:attrName>ppt_y</p:attrName>
                                        </p:attrNameLst>
                                      </p:cBhvr>
                                      <p:tavLst>
                                        <p:tav tm="0">
                                          <p:val>
                                            <p:strVal val="#ppt_y"/>
                                          </p:val>
                                        </p:tav>
                                        <p:tav tm="100000">
                                          <p:val>
                                            <p:strVal val="#ppt_y"/>
                                          </p:val>
                                        </p:tav>
                                      </p:tavLst>
                                    </p:anim>
                                  </p:childTnLst>
                                </p:cTn>
                              </p:par>
                              <p:par>
                                <p:cTn id="21" presetID="2" presetClass="entr" presetSubtype="2" fill="hold" nodeType="withEffect">
                                  <p:stCondLst>
                                    <p:cond delay="2000"/>
                                  </p:stCondLst>
                                  <p:childTnLst>
                                    <p:set>
                                      <p:cBhvr>
                                        <p:cTn id="22" dur="1" fill="hold">
                                          <p:stCondLst>
                                            <p:cond delay="0"/>
                                          </p:stCondLst>
                                        </p:cTn>
                                        <p:tgtEl>
                                          <p:spTgt spid="41"/>
                                        </p:tgtEl>
                                        <p:attrNameLst>
                                          <p:attrName>style.visibility</p:attrName>
                                        </p:attrNameLst>
                                      </p:cBhvr>
                                      <p:to>
                                        <p:strVal val="visible"/>
                                      </p:to>
                                    </p:set>
                                    <p:anim calcmode="lin" valueType="num">
                                      <p:cBhvr additive="base">
                                        <p:cTn id="23" dur="1500" fill="hold"/>
                                        <p:tgtEl>
                                          <p:spTgt spid="41"/>
                                        </p:tgtEl>
                                        <p:attrNameLst>
                                          <p:attrName>ppt_x</p:attrName>
                                        </p:attrNameLst>
                                      </p:cBhvr>
                                      <p:tavLst>
                                        <p:tav tm="0">
                                          <p:val>
                                            <p:strVal val="1+#ppt_w/2"/>
                                          </p:val>
                                        </p:tav>
                                        <p:tav tm="100000">
                                          <p:val>
                                            <p:strVal val="#ppt_x"/>
                                          </p:val>
                                        </p:tav>
                                      </p:tavLst>
                                    </p:anim>
                                    <p:anim calcmode="lin" valueType="num">
                                      <p:cBhvr additive="base">
                                        <p:cTn id="24" dur="1500" fill="hold"/>
                                        <p:tgtEl>
                                          <p:spTgt spid="41"/>
                                        </p:tgtEl>
                                        <p:attrNameLst>
                                          <p:attrName>ppt_y</p:attrName>
                                        </p:attrNameLst>
                                      </p:cBhvr>
                                      <p:tavLst>
                                        <p:tav tm="0">
                                          <p:val>
                                            <p:strVal val="#ppt_y"/>
                                          </p:val>
                                        </p:tav>
                                        <p:tav tm="100000">
                                          <p:val>
                                            <p:strVal val="#ppt_y"/>
                                          </p:val>
                                        </p:tav>
                                      </p:tavLst>
                                    </p:anim>
                                  </p:childTnLst>
                                </p:cTn>
                              </p:par>
                              <p:par>
                                <p:cTn id="25" presetID="2" presetClass="entr" presetSubtype="2" fill="hold" nodeType="withEffect">
                                  <p:stCondLst>
                                    <p:cond delay="2500"/>
                                  </p:stCondLst>
                                  <p:childTnLst>
                                    <p:set>
                                      <p:cBhvr>
                                        <p:cTn id="26" dur="1" fill="hold">
                                          <p:stCondLst>
                                            <p:cond delay="0"/>
                                          </p:stCondLst>
                                        </p:cTn>
                                        <p:tgtEl>
                                          <p:spTgt spid="44"/>
                                        </p:tgtEl>
                                        <p:attrNameLst>
                                          <p:attrName>style.visibility</p:attrName>
                                        </p:attrNameLst>
                                      </p:cBhvr>
                                      <p:to>
                                        <p:strVal val="visible"/>
                                      </p:to>
                                    </p:set>
                                    <p:anim calcmode="lin" valueType="num">
                                      <p:cBhvr additive="base">
                                        <p:cTn id="27" dur="1500" fill="hold"/>
                                        <p:tgtEl>
                                          <p:spTgt spid="44"/>
                                        </p:tgtEl>
                                        <p:attrNameLst>
                                          <p:attrName>ppt_x</p:attrName>
                                        </p:attrNameLst>
                                      </p:cBhvr>
                                      <p:tavLst>
                                        <p:tav tm="0">
                                          <p:val>
                                            <p:strVal val="1+#ppt_w/2"/>
                                          </p:val>
                                        </p:tav>
                                        <p:tav tm="100000">
                                          <p:val>
                                            <p:strVal val="#ppt_x"/>
                                          </p:val>
                                        </p:tav>
                                      </p:tavLst>
                                    </p:anim>
                                    <p:anim calcmode="lin" valueType="num">
                                      <p:cBhvr additive="base">
                                        <p:cTn id="28" dur="1500" fill="hold"/>
                                        <p:tgtEl>
                                          <p:spTgt spid="4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6F6496B-6759-B97F-A658-B59EA8A4389B}"/>
              </a:ext>
            </a:extLst>
          </p:cNvPr>
          <p:cNvSpPr/>
          <p:nvPr/>
        </p:nvSpPr>
        <p:spPr>
          <a:xfrm>
            <a:off x="-728132" y="6144858"/>
            <a:ext cx="12412132" cy="428439"/>
          </a:xfrm>
          <a:prstGeom prst="rect">
            <a:avLst/>
          </a:prstGeom>
          <a:solidFill>
            <a:srgbClr val="292B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p>
        </p:txBody>
      </p:sp>
      <p:pic>
        <p:nvPicPr>
          <p:cNvPr id="3" name="Graphic 2">
            <a:extLst>
              <a:ext uri="{FF2B5EF4-FFF2-40B4-BE49-F238E27FC236}">
                <a16:creationId xmlns:a16="http://schemas.microsoft.com/office/drawing/2014/main" id="{81BD13F4-B0AA-69AA-E41D-B78259D7430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200" y="954616"/>
            <a:ext cx="4948767" cy="4948767"/>
          </a:xfrm>
          <a:prstGeom prst="rect">
            <a:avLst/>
          </a:prstGeom>
        </p:spPr>
      </p:pic>
      <p:sp>
        <p:nvSpPr>
          <p:cNvPr id="5" name="Text 55">
            <a:extLst>
              <a:ext uri="{FF2B5EF4-FFF2-40B4-BE49-F238E27FC236}">
                <a16:creationId xmlns:a16="http://schemas.microsoft.com/office/drawing/2014/main" id="{B911B99D-70BE-BAFF-A89A-72A95E02B54D}"/>
              </a:ext>
            </a:extLst>
          </p:cNvPr>
          <p:cNvSpPr txBox="1"/>
          <p:nvPr/>
        </p:nvSpPr>
        <p:spPr>
          <a:xfrm>
            <a:off x="473264" y="284702"/>
            <a:ext cx="6858000" cy="1097280"/>
          </a:xfrm>
          <a:prstGeom prst="rect">
            <a:avLst/>
          </a:prstGeom>
          <a:noFill/>
          <a:ln/>
        </p:spPr>
        <p:txBody>
          <a:bodyPr wrap="square" lIns="0" tIns="0" rIns="0" bIns="0" rtlCol="0" anchor="t"/>
          <a:lstStyle/>
          <a:p>
            <a:pPr marL="0" indent="0">
              <a:buNone/>
            </a:pPr>
            <a:r>
              <a:rPr lang="es-ES" sz="3600" b="1" kern="0" spc="300" noProof="0" dirty="0">
                <a:solidFill>
                  <a:srgbClr val="10A38A"/>
                </a:solidFill>
                <a:latin typeface="Calibri" pitchFamily="34" charset="0"/>
                <a:ea typeface="Calibri" pitchFamily="34" charset="-122"/>
                <a:cs typeface="Calibri" pitchFamily="34" charset="-120"/>
              </a:rPr>
              <a:t>LLÉVATELO</a:t>
            </a:r>
          </a:p>
        </p:txBody>
      </p:sp>
      <p:sp>
        <p:nvSpPr>
          <p:cNvPr id="7" name="Text 55">
            <a:extLst>
              <a:ext uri="{FF2B5EF4-FFF2-40B4-BE49-F238E27FC236}">
                <a16:creationId xmlns:a16="http://schemas.microsoft.com/office/drawing/2014/main" id="{DAA1B69C-01DB-26DF-283D-FD739850307D}"/>
              </a:ext>
            </a:extLst>
          </p:cNvPr>
          <p:cNvSpPr txBox="1"/>
          <p:nvPr/>
        </p:nvSpPr>
        <p:spPr>
          <a:xfrm>
            <a:off x="5024967" y="690559"/>
            <a:ext cx="6858000" cy="1628320"/>
          </a:xfrm>
          <a:prstGeom prst="rect">
            <a:avLst/>
          </a:prstGeom>
          <a:noFill/>
          <a:ln/>
        </p:spPr>
        <p:txBody>
          <a:bodyPr wrap="square" lIns="0" tIns="0" rIns="0" bIns="0" rtlCol="0" anchor="t"/>
          <a:lstStyle/>
          <a:p>
            <a:r>
              <a:rPr lang="en-US" sz="4400" b="1" dirty="0">
                <a:solidFill>
                  <a:srgbClr val="FFFFFF"/>
                </a:solidFill>
                <a:latin typeface="Calibri" pitchFamily="34" charset="0"/>
                <a:ea typeface="Calibri" pitchFamily="34" charset="-122"/>
                <a:cs typeface="Calibri" pitchFamily="34" charset="-120"/>
              </a:rPr>
              <a:t> </a:t>
            </a:r>
            <a:br>
              <a:rPr lang="en-US" sz="4400" b="1" dirty="0">
                <a:solidFill>
                  <a:srgbClr val="FFFFFF"/>
                </a:solidFill>
                <a:latin typeface="Calibri" pitchFamily="34" charset="0"/>
                <a:ea typeface="Calibri" pitchFamily="34" charset="-122"/>
                <a:cs typeface="Calibri" pitchFamily="34" charset="-120"/>
              </a:rPr>
            </a:br>
            <a:r>
              <a:rPr lang="es-ES" sz="4400" b="1" noProof="0" dirty="0">
                <a:solidFill>
                  <a:srgbClr val="FFFFFF"/>
                </a:solidFill>
                <a:latin typeface="Calibri" pitchFamily="34" charset="0"/>
                <a:ea typeface="Calibri" pitchFamily="34" charset="-122"/>
                <a:cs typeface="Calibri" pitchFamily="34" charset="-120"/>
              </a:rPr>
              <a:t>Tienes todo el código fuente complete disponible aquí</a:t>
            </a:r>
          </a:p>
          <a:p>
            <a:pPr marL="0" indent="0" algn="r">
              <a:buNone/>
            </a:pPr>
            <a:endParaRPr lang="es-ES" sz="4400" noProof="0" dirty="0"/>
          </a:p>
        </p:txBody>
      </p:sp>
      <p:sp>
        <p:nvSpPr>
          <p:cNvPr id="9" name="TextBox 8">
            <a:extLst>
              <a:ext uri="{FF2B5EF4-FFF2-40B4-BE49-F238E27FC236}">
                <a16:creationId xmlns:a16="http://schemas.microsoft.com/office/drawing/2014/main" id="{AEFB7E95-833B-A074-D9C2-239687DDEC5B}"/>
              </a:ext>
            </a:extLst>
          </p:cNvPr>
          <p:cNvSpPr txBox="1"/>
          <p:nvPr/>
        </p:nvSpPr>
        <p:spPr>
          <a:xfrm>
            <a:off x="397793" y="5725528"/>
            <a:ext cx="11752026" cy="461665"/>
          </a:xfrm>
          <a:prstGeom prst="rect">
            <a:avLst/>
          </a:prstGeom>
          <a:noFill/>
        </p:spPr>
        <p:txBody>
          <a:bodyPr wrap="square">
            <a:spAutoFit/>
          </a:bodyPr>
          <a:lstStyle/>
          <a:p>
            <a:r>
              <a:rPr lang="es-ES" sz="2400" b="1" dirty="0">
                <a:solidFill>
                  <a:schemeClr val="bg1"/>
                </a:solidFill>
              </a:rPr>
              <a:t>https://github.com/borjapdc/2026-extender-copilot-cowork-con-plugins-y-mcp</a:t>
            </a:r>
            <a:endParaRPr lang="es-ES" sz="2400" b="1" noProof="0" dirty="0">
              <a:solidFill>
                <a:schemeClr val="bg1"/>
              </a:solidFill>
            </a:endParaRPr>
          </a:p>
        </p:txBody>
      </p:sp>
    </p:spTree>
    <p:extLst>
      <p:ext uri="{BB962C8B-B14F-4D97-AF65-F5344CB8AC3E}">
        <p14:creationId xmlns:p14="http://schemas.microsoft.com/office/powerpoint/2010/main" val="28750770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Star: 10 Points 38">
            <a:extLst>
              <a:ext uri="{FF2B5EF4-FFF2-40B4-BE49-F238E27FC236}">
                <a16:creationId xmlns:a16="http://schemas.microsoft.com/office/drawing/2014/main" id="{85395834-2B2D-4CB4-896F-282D7A2FC6D7}"/>
              </a:ext>
            </a:extLst>
          </p:cNvPr>
          <p:cNvSpPr/>
          <p:nvPr/>
        </p:nvSpPr>
        <p:spPr>
          <a:xfrm>
            <a:off x="8921091" y="886849"/>
            <a:ext cx="2594532" cy="2594532"/>
          </a:xfrm>
          <a:prstGeom prst="star10">
            <a:avLst>
              <a:gd name="adj" fmla="val 0"/>
              <a:gd name="hf" fmla="val 105146"/>
            </a:avLst>
          </a:prstGeom>
          <a:solidFill>
            <a:schemeClr val="accent1">
              <a:alpha val="0"/>
            </a:schemeClr>
          </a:solidFill>
          <a:ln w="15875">
            <a:solidFill>
              <a:schemeClr val="bg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Oval 39">
            <a:extLst>
              <a:ext uri="{FF2B5EF4-FFF2-40B4-BE49-F238E27FC236}">
                <a16:creationId xmlns:a16="http://schemas.microsoft.com/office/drawing/2014/main" id="{91E81CCE-F6DF-4EA4-997F-40C0633B3C6F}"/>
              </a:ext>
            </a:extLst>
          </p:cNvPr>
          <p:cNvSpPr/>
          <p:nvPr/>
        </p:nvSpPr>
        <p:spPr>
          <a:xfrm>
            <a:off x="8831488" y="797246"/>
            <a:ext cx="2773736" cy="2773736"/>
          </a:xfrm>
          <a:prstGeom prst="ellipse">
            <a:avLst/>
          </a:prstGeom>
          <a:solidFill>
            <a:schemeClr val="accent6"/>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19DE6C28-4C75-473C-894C-09A9E7BF9EA9}"/>
              </a:ext>
            </a:extLst>
          </p:cNvPr>
          <p:cNvSpPr txBox="1"/>
          <p:nvPr/>
        </p:nvSpPr>
        <p:spPr>
          <a:xfrm>
            <a:off x="726177" y="1054751"/>
            <a:ext cx="5264354" cy="2774606"/>
          </a:xfrm>
          <a:prstGeom prst="rect">
            <a:avLst/>
          </a:prstGeom>
          <a:noFill/>
        </p:spPr>
        <p:txBody>
          <a:bodyPr wrap="square" rtlCol="0">
            <a:spAutoFit/>
          </a:bodyPr>
          <a:lstStyle/>
          <a:p>
            <a:pPr>
              <a:lnSpc>
                <a:spcPct val="80000"/>
              </a:lnSpc>
            </a:pPr>
            <a:r>
              <a:rPr lang="en-GB" sz="7200" b="1" dirty="0">
                <a:solidFill>
                  <a:schemeClr val="bg1"/>
                </a:solidFill>
                <a:latin typeface="Segoe UI Black" panose="020B0A02040204020203" pitchFamily="34" charset="0"/>
                <a:ea typeface="Segoe UI Black" panose="020B0A02040204020203" pitchFamily="34" charset="0"/>
              </a:rPr>
              <a:t>So…</a:t>
            </a:r>
          </a:p>
          <a:p>
            <a:pPr>
              <a:lnSpc>
                <a:spcPct val="80000"/>
              </a:lnSpc>
            </a:pPr>
            <a:r>
              <a:rPr lang="en-GB" sz="7200" b="1" dirty="0">
                <a:solidFill>
                  <a:schemeClr val="bg1"/>
                </a:solidFill>
                <a:latin typeface="Segoe UI Black" panose="020B0A02040204020203" pitchFamily="34" charset="0"/>
                <a:ea typeface="Segoe UI Black" panose="020B0A02040204020203" pitchFamily="34" charset="0"/>
              </a:rPr>
              <a:t>Any Question?</a:t>
            </a:r>
          </a:p>
        </p:txBody>
      </p:sp>
      <p:sp>
        <p:nvSpPr>
          <p:cNvPr id="41" name="Star: 12 Points 40">
            <a:extLst>
              <a:ext uri="{FF2B5EF4-FFF2-40B4-BE49-F238E27FC236}">
                <a16:creationId xmlns:a16="http://schemas.microsoft.com/office/drawing/2014/main" id="{03EB137A-B67F-4662-9227-0AB1F27B25CA}"/>
              </a:ext>
            </a:extLst>
          </p:cNvPr>
          <p:cNvSpPr/>
          <p:nvPr/>
        </p:nvSpPr>
        <p:spPr>
          <a:xfrm>
            <a:off x="7863756" y="4759087"/>
            <a:ext cx="1205672" cy="1205672"/>
          </a:xfrm>
          <a:prstGeom prst="star12">
            <a:avLst>
              <a:gd name="adj" fmla="val 0"/>
            </a:avLst>
          </a:prstGeom>
          <a:solidFill>
            <a:schemeClr val="accent1">
              <a:alpha val="0"/>
            </a:schemeClr>
          </a:solidFill>
          <a:ln w="15875">
            <a:solidFill>
              <a:schemeClr val="bg1">
                <a:alpha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Oval 41">
            <a:extLst>
              <a:ext uri="{FF2B5EF4-FFF2-40B4-BE49-F238E27FC236}">
                <a16:creationId xmlns:a16="http://schemas.microsoft.com/office/drawing/2014/main" id="{AF259D59-7A85-43D8-9025-C62DA2D27C04}"/>
              </a:ext>
            </a:extLst>
          </p:cNvPr>
          <p:cNvSpPr/>
          <p:nvPr/>
        </p:nvSpPr>
        <p:spPr>
          <a:xfrm>
            <a:off x="7822119" y="4717450"/>
            <a:ext cx="1288947" cy="1288947"/>
          </a:xfrm>
          <a:prstGeom prst="ellipse">
            <a:avLst/>
          </a:prstGeom>
          <a:solidFill>
            <a:schemeClr val="accent6"/>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7" name="Group 36">
            <a:extLst>
              <a:ext uri="{FF2B5EF4-FFF2-40B4-BE49-F238E27FC236}">
                <a16:creationId xmlns:a16="http://schemas.microsoft.com/office/drawing/2014/main" id="{91775047-077E-4C23-A4F6-6484E207ECFF}"/>
              </a:ext>
            </a:extLst>
          </p:cNvPr>
          <p:cNvGrpSpPr/>
          <p:nvPr/>
        </p:nvGrpSpPr>
        <p:grpSpPr>
          <a:xfrm rot="4450797">
            <a:off x="8682679" y="3505630"/>
            <a:ext cx="387220" cy="285107"/>
            <a:chOff x="356813" y="4713192"/>
            <a:chExt cx="301781" cy="222199"/>
          </a:xfrm>
          <a:solidFill>
            <a:schemeClr val="bg1"/>
          </a:solidFill>
        </p:grpSpPr>
        <p:sp>
          <p:nvSpPr>
            <p:cNvPr id="38" name="Freeform: Shape 37">
              <a:extLst>
                <a:ext uri="{FF2B5EF4-FFF2-40B4-BE49-F238E27FC236}">
                  <a16:creationId xmlns:a16="http://schemas.microsoft.com/office/drawing/2014/main" id="{12037E5A-26A0-424B-8C24-DF8F1BFCBE38}"/>
                </a:ext>
              </a:extLst>
            </p:cNvPr>
            <p:cNvSpPr/>
            <p:nvPr/>
          </p:nvSpPr>
          <p:spPr>
            <a:xfrm>
              <a:off x="356813" y="4817200"/>
              <a:ext cx="118191" cy="118191"/>
            </a:xfrm>
            <a:custGeom>
              <a:avLst/>
              <a:gdLst>
                <a:gd name="connsiteX0" fmla="*/ 142875 w 142875"/>
                <a:gd name="connsiteY0" fmla="*/ 71437 h 142875"/>
                <a:gd name="connsiteX1" fmla="*/ 71438 w 142875"/>
                <a:gd name="connsiteY1" fmla="*/ 142875 h 142875"/>
                <a:gd name="connsiteX2" fmla="*/ 0 w 142875"/>
                <a:gd name="connsiteY2" fmla="*/ 71437 h 142875"/>
                <a:gd name="connsiteX3" fmla="*/ 71438 w 142875"/>
                <a:gd name="connsiteY3" fmla="*/ 0 h 142875"/>
                <a:gd name="connsiteX4" fmla="*/ 142875 w 142875"/>
                <a:gd name="connsiteY4" fmla="*/ 71437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42875" y="71437"/>
                  </a:moveTo>
                  <a:cubicBezTo>
                    <a:pt x="142875" y="110891"/>
                    <a:pt x="110892" y="142875"/>
                    <a:pt x="71438" y="142875"/>
                  </a:cubicBezTo>
                  <a:cubicBezTo>
                    <a:pt x="31984" y="142875"/>
                    <a:pt x="0" y="110891"/>
                    <a:pt x="0" y="71437"/>
                  </a:cubicBezTo>
                  <a:cubicBezTo>
                    <a:pt x="0" y="31983"/>
                    <a:pt x="31984" y="0"/>
                    <a:pt x="71438" y="0"/>
                  </a:cubicBezTo>
                  <a:cubicBezTo>
                    <a:pt x="110892" y="0"/>
                    <a:pt x="142875" y="31983"/>
                    <a:pt x="142875" y="71437"/>
                  </a:cubicBezTo>
                  <a:close/>
                </a:path>
              </a:pathLst>
            </a:custGeom>
            <a:grpFill/>
            <a:ln w="9525" cap="flat">
              <a:noFill/>
              <a:prstDash val="solid"/>
              <a:miter/>
            </a:ln>
          </p:spPr>
          <p:txBody>
            <a:bodyPr rtlCol="0" anchor="ctr"/>
            <a:lstStyle/>
            <a:p>
              <a:endParaRPr lang="en-GB"/>
            </a:p>
          </p:txBody>
        </p:sp>
        <p:sp>
          <p:nvSpPr>
            <p:cNvPr id="43" name="Freeform: Shape 42">
              <a:extLst>
                <a:ext uri="{FF2B5EF4-FFF2-40B4-BE49-F238E27FC236}">
                  <a16:creationId xmlns:a16="http://schemas.microsoft.com/office/drawing/2014/main" id="{21496141-AB54-4B2B-8B00-A78452705199}"/>
                </a:ext>
              </a:extLst>
            </p:cNvPr>
            <p:cNvSpPr/>
            <p:nvPr/>
          </p:nvSpPr>
          <p:spPr>
            <a:xfrm>
              <a:off x="611318" y="4713192"/>
              <a:ext cx="47276" cy="47276"/>
            </a:xfrm>
            <a:custGeom>
              <a:avLst/>
              <a:gdLst>
                <a:gd name="connsiteX0" fmla="*/ 64770 w 57150"/>
                <a:gd name="connsiteY0" fmla="*/ 32385 h 57150"/>
                <a:gd name="connsiteX1" fmla="*/ 32385 w 57150"/>
                <a:gd name="connsiteY1" fmla="*/ 64770 h 57150"/>
                <a:gd name="connsiteX2" fmla="*/ 0 w 57150"/>
                <a:gd name="connsiteY2" fmla="*/ 32385 h 57150"/>
                <a:gd name="connsiteX3" fmla="*/ 32385 w 57150"/>
                <a:gd name="connsiteY3" fmla="*/ 0 h 57150"/>
                <a:gd name="connsiteX4" fmla="*/ 64770 w 57150"/>
                <a:gd name="connsiteY4" fmla="*/ 32385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endParaRPr lang="en-GB"/>
            </a:p>
          </p:txBody>
        </p:sp>
      </p:grpSp>
      <p:pic>
        <p:nvPicPr>
          <p:cNvPr id="5" name="Marcador de posición de imagen 4" descr="Un grupo de personas frente a una tienda&#10;&#10;El contenido generado por IA puede ser incorrecto.">
            <a:extLst>
              <a:ext uri="{FF2B5EF4-FFF2-40B4-BE49-F238E27FC236}">
                <a16:creationId xmlns:a16="http://schemas.microsoft.com/office/drawing/2014/main" id="{1CA2C2ED-CF84-A487-7C79-98519A432348}"/>
              </a:ext>
            </a:extLst>
          </p:cNvPr>
          <p:cNvPicPr>
            <a:picLocks noGrp="1" noChangeAspect="1"/>
          </p:cNvPicPr>
          <p:nvPr>
            <p:ph type="pic" sz="quarter" idx="4294967295"/>
          </p:nvPr>
        </p:nvPicPr>
        <p:blipFill>
          <a:blip r:embed="rId2">
            <a:extLst>
              <a:ext uri="{28A0092B-C50C-407E-A947-70E740481C1C}">
                <a14:useLocalDpi xmlns:a14="http://schemas.microsoft.com/office/drawing/2010/main" val="0"/>
              </a:ext>
            </a:extLst>
          </a:blip>
          <a:srcRect l="23284" r="23284"/>
          <a:stretch>
            <a:fillRect/>
          </a:stretch>
        </p:blipFill>
        <p:spPr>
          <a:xfrm>
            <a:off x="5585545" y="488117"/>
            <a:ext cx="4095750" cy="5110163"/>
          </a:xfrm>
          <a:custGeom>
            <a:avLst/>
            <a:gdLst>
              <a:gd name="connsiteX0" fmla="*/ 0 w 4095648"/>
              <a:gd name="connsiteY0" fmla="*/ 0 h 5109831"/>
              <a:gd name="connsiteX1" fmla="*/ 4095648 w 4095648"/>
              <a:gd name="connsiteY1" fmla="*/ 0 h 5109831"/>
              <a:gd name="connsiteX2" fmla="*/ 4095648 w 4095648"/>
              <a:gd name="connsiteY2" fmla="*/ 2816574 h 5109831"/>
              <a:gd name="connsiteX3" fmla="*/ 1802391 w 4095648"/>
              <a:gd name="connsiteY3" fmla="*/ 5109831 h 5109831"/>
              <a:gd name="connsiteX4" fmla="*/ 32803 w 4095648"/>
              <a:gd name="connsiteY4" fmla="*/ 4275299 h 5109831"/>
              <a:gd name="connsiteX5" fmla="*/ 0 w 4095648"/>
              <a:gd name="connsiteY5" fmla="*/ 4231433 h 5109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95648" h="5109831">
                <a:moveTo>
                  <a:pt x="0" y="0"/>
                </a:moveTo>
                <a:lnTo>
                  <a:pt x="4095648" y="0"/>
                </a:lnTo>
                <a:lnTo>
                  <a:pt x="4095648" y="2816574"/>
                </a:lnTo>
                <a:cubicBezTo>
                  <a:pt x="4095648" y="4083105"/>
                  <a:pt x="3068922" y="5109831"/>
                  <a:pt x="1802391" y="5109831"/>
                </a:cubicBezTo>
                <a:cubicBezTo>
                  <a:pt x="1089968" y="5109831"/>
                  <a:pt x="453420" y="4784969"/>
                  <a:pt x="32803" y="4275299"/>
                </a:cubicBezTo>
                <a:lnTo>
                  <a:pt x="0" y="4231433"/>
                </a:lnTo>
                <a:close/>
              </a:path>
            </a:pathLst>
          </a:custGeom>
        </p:spPr>
      </p:pic>
    </p:spTree>
    <p:extLst>
      <p:ext uri="{BB962C8B-B14F-4D97-AF65-F5344CB8AC3E}">
        <p14:creationId xmlns:p14="http://schemas.microsoft.com/office/powerpoint/2010/main" val="4077146169"/>
      </p:ext>
    </p:extLst>
  </p:cSld>
  <p:clrMapOvr>
    <a:masterClrMapping/>
  </p:clrMapOvr>
  <mc:AlternateContent xmlns:mc="http://schemas.openxmlformats.org/markup-compatibility/2006" xmlns:p14="http://schemas.microsoft.com/office/powerpoint/2010/main">
    <mc:Choice Requires="p14">
      <p:transition spd="med">
        <p14:warp dir="in"/>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292B45"/>
        </a:solidFill>
        <a:effectLst/>
      </p:bgPr>
    </p:bg>
    <p:spTree>
      <p:nvGrpSpPr>
        <p:cNvPr id="1" name=""/>
        <p:cNvGrpSpPr/>
        <p:nvPr/>
      </p:nvGrpSpPr>
      <p:grpSpPr>
        <a:xfrm>
          <a:off x="0" y="0"/>
          <a:ext cx="0" cy="0"/>
          <a:chOff x="0" y="0"/>
          <a:chExt cx="0" cy="0"/>
        </a:xfrm>
      </p:grpSpPr>
      <p:sp>
        <p:nvSpPr>
          <p:cNvPr id="56" name="Freeform: Shape 55">
            <a:extLst>
              <a:ext uri="{FF2B5EF4-FFF2-40B4-BE49-F238E27FC236}">
                <a16:creationId xmlns:a16="http://schemas.microsoft.com/office/drawing/2014/main" id="{BBFEAC38-689B-4588-A133-2649219EA9F2}"/>
              </a:ext>
            </a:extLst>
          </p:cNvPr>
          <p:cNvSpPr/>
          <p:nvPr/>
        </p:nvSpPr>
        <p:spPr>
          <a:xfrm>
            <a:off x="457200" y="457200"/>
            <a:ext cx="3566160" cy="1645920"/>
          </a:xfrm>
          <a:custGeom>
            <a:avLst/>
            <a:gdLst>
              <a:gd name="connsiteX0" fmla="*/ 127835 w 1590675"/>
              <a:gd name="connsiteY0" fmla="*/ 692754 h 1657350"/>
              <a:gd name="connsiteX1" fmla="*/ 77353 w 1590675"/>
              <a:gd name="connsiteY1" fmla="*/ 1431894 h 1657350"/>
              <a:gd name="connsiteX2" fmla="*/ 1012708 w 1590675"/>
              <a:gd name="connsiteY2" fmla="*/ 1276636 h 1657350"/>
              <a:gd name="connsiteX3" fmla="*/ 1316556 w 1590675"/>
              <a:gd name="connsiteY3" fmla="*/ 1147096 h 1657350"/>
              <a:gd name="connsiteX4" fmla="*/ 1569920 w 1590675"/>
              <a:gd name="connsiteY4" fmla="*/ 755619 h 1657350"/>
              <a:gd name="connsiteX5" fmla="*/ 764105 w 1590675"/>
              <a:gd name="connsiteY5" fmla="*/ 424149 h 1657350"/>
              <a:gd name="connsiteX6" fmla="*/ 224990 w 1590675"/>
              <a:gd name="connsiteY6" fmla="*/ 15526 h 1657350"/>
              <a:gd name="connsiteX7" fmla="*/ 127835 w 1590675"/>
              <a:gd name="connsiteY7" fmla="*/ 692754 h 1657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0675" h="1657350">
                <a:moveTo>
                  <a:pt x="127835" y="692754"/>
                </a:moveTo>
                <a:cubicBezTo>
                  <a:pt x="184985" y="850869"/>
                  <a:pt x="-143627" y="1093756"/>
                  <a:pt x="77353" y="1431894"/>
                </a:cubicBezTo>
                <a:cubicBezTo>
                  <a:pt x="325003" y="1810989"/>
                  <a:pt x="853640" y="1710024"/>
                  <a:pt x="1012708" y="1276636"/>
                </a:cubicBezTo>
                <a:cubicBezTo>
                  <a:pt x="1052713" y="1167099"/>
                  <a:pt x="1183206" y="1151859"/>
                  <a:pt x="1316556" y="1147096"/>
                </a:cubicBezTo>
                <a:cubicBezTo>
                  <a:pt x="1577540" y="1138524"/>
                  <a:pt x="1644215" y="880396"/>
                  <a:pt x="1569920" y="755619"/>
                </a:cubicBezTo>
                <a:cubicBezTo>
                  <a:pt x="1391803" y="457486"/>
                  <a:pt x="887930" y="581311"/>
                  <a:pt x="764105" y="424149"/>
                </a:cubicBezTo>
                <a:cubicBezTo>
                  <a:pt x="663140" y="296514"/>
                  <a:pt x="498358" y="-80676"/>
                  <a:pt x="224990" y="15526"/>
                </a:cubicBezTo>
                <a:cubicBezTo>
                  <a:pt x="-116005" y="135541"/>
                  <a:pt x="65923" y="522256"/>
                  <a:pt x="127835" y="692754"/>
                </a:cubicBezTo>
                <a:close/>
              </a:path>
            </a:pathLst>
          </a:custGeom>
          <a:solidFill>
            <a:schemeClr val="accent1">
              <a:lumMod val="50000"/>
              <a:alpha val="15000"/>
            </a:schemeClr>
          </a:solidFill>
          <a:ln w="9525" cap="flat">
            <a:noFill/>
            <a:prstDash val="solid"/>
            <a:miter/>
          </a:ln>
        </p:spPr>
        <p:txBody>
          <a:bodyPr rtlCol="0" anchor="ctr"/>
          <a:lstStyle/>
          <a:p>
            <a:endParaRPr lang="en-GB"/>
          </a:p>
        </p:txBody>
      </p:sp>
      <p:sp>
        <p:nvSpPr>
          <p:cNvPr id="38" name="Freeform: Shape 37">
            <a:extLst>
              <a:ext uri="{FF2B5EF4-FFF2-40B4-BE49-F238E27FC236}">
                <a16:creationId xmlns:a16="http://schemas.microsoft.com/office/drawing/2014/main" id="{E7EA2659-962F-4074-82E3-32B4D6EA78FF}"/>
              </a:ext>
            </a:extLst>
          </p:cNvPr>
          <p:cNvSpPr/>
          <p:nvPr/>
        </p:nvSpPr>
        <p:spPr>
          <a:xfrm>
            <a:off x="9418320" y="3657600"/>
            <a:ext cx="2286000" cy="2724912"/>
          </a:xfrm>
          <a:custGeom>
            <a:avLst/>
            <a:gdLst>
              <a:gd name="connsiteX0" fmla="*/ 3209951 w 3467100"/>
              <a:gd name="connsiteY0" fmla="*/ 1102921 h 3152775"/>
              <a:gd name="connsiteX1" fmla="*/ 2526056 w 3467100"/>
              <a:gd name="connsiteY1" fmla="*/ 759068 h 3152775"/>
              <a:gd name="connsiteX2" fmla="*/ 2387943 w 3467100"/>
              <a:gd name="connsiteY2" fmla="*/ 725731 h 3152775"/>
              <a:gd name="connsiteX3" fmla="*/ 1954556 w 3467100"/>
              <a:gd name="connsiteY3" fmla="*/ 497131 h 3152775"/>
              <a:gd name="connsiteX4" fmla="*/ 1952651 w 3467100"/>
              <a:gd name="connsiteY4" fmla="*/ 495226 h 3152775"/>
              <a:gd name="connsiteX5" fmla="*/ 1560221 w 3467100"/>
              <a:gd name="connsiteY5" fmla="*/ 127561 h 3152775"/>
              <a:gd name="connsiteX6" fmla="*/ 829653 w 3467100"/>
              <a:gd name="connsiteY6" fmla="*/ 60886 h 3152775"/>
              <a:gd name="connsiteX7" fmla="*/ 398171 w 3467100"/>
              <a:gd name="connsiteY7" fmla="*/ 648578 h 3152775"/>
              <a:gd name="connsiteX8" fmla="*/ 479133 w 3467100"/>
              <a:gd name="connsiteY8" fmla="*/ 1555358 h 3152775"/>
              <a:gd name="connsiteX9" fmla="*/ 26 w 3467100"/>
              <a:gd name="connsiteY9" fmla="*/ 2563103 h 3152775"/>
              <a:gd name="connsiteX10" fmla="*/ 255296 w 3467100"/>
              <a:gd name="connsiteY10" fmla="*/ 3033639 h 3152775"/>
              <a:gd name="connsiteX11" fmla="*/ 787743 w 3467100"/>
              <a:gd name="connsiteY11" fmla="*/ 3151748 h 3152775"/>
              <a:gd name="connsiteX12" fmla="*/ 1568793 w 3467100"/>
              <a:gd name="connsiteY12" fmla="*/ 2828851 h 3152775"/>
              <a:gd name="connsiteX13" fmla="*/ 2439378 w 3467100"/>
              <a:gd name="connsiteY13" fmla="*/ 2565008 h 3152775"/>
              <a:gd name="connsiteX14" fmla="*/ 3042311 w 3467100"/>
              <a:gd name="connsiteY14" fmla="*/ 2438326 h 3152775"/>
              <a:gd name="connsiteX15" fmla="*/ 3469983 w 3467100"/>
              <a:gd name="connsiteY15" fmla="*/ 1817296 h 3152775"/>
              <a:gd name="connsiteX16" fmla="*/ 3209951 w 3467100"/>
              <a:gd name="connsiteY16" fmla="*/ 1102921 h 3152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67100" h="3152775">
                <a:moveTo>
                  <a:pt x="3209951" y="1102921"/>
                </a:moveTo>
                <a:cubicBezTo>
                  <a:pt x="3027071" y="920993"/>
                  <a:pt x="2776563" y="822886"/>
                  <a:pt x="2526056" y="759068"/>
                </a:cubicBezTo>
                <a:cubicBezTo>
                  <a:pt x="2480336" y="747638"/>
                  <a:pt x="2433663" y="736208"/>
                  <a:pt x="2387943" y="725731"/>
                </a:cubicBezTo>
                <a:cubicBezTo>
                  <a:pt x="2226018" y="689536"/>
                  <a:pt x="2075523" y="611431"/>
                  <a:pt x="1954556" y="497131"/>
                </a:cubicBezTo>
                <a:cubicBezTo>
                  <a:pt x="1953603" y="496178"/>
                  <a:pt x="1952651" y="496178"/>
                  <a:pt x="1952651" y="495226"/>
                </a:cubicBezTo>
                <a:cubicBezTo>
                  <a:pt x="1822158" y="371401"/>
                  <a:pt x="1709763" y="225668"/>
                  <a:pt x="1560221" y="127561"/>
                </a:cubicBezTo>
                <a:cubicBezTo>
                  <a:pt x="1347813" y="-12457"/>
                  <a:pt x="1063016" y="-41032"/>
                  <a:pt x="829653" y="60886"/>
                </a:cubicBezTo>
                <a:cubicBezTo>
                  <a:pt x="596291" y="162803"/>
                  <a:pt x="422936" y="394261"/>
                  <a:pt x="398171" y="648578"/>
                </a:cubicBezTo>
                <a:cubicBezTo>
                  <a:pt x="368643" y="952426"/>
                  <a:pt x="538188" y="1255321"/>
                  <a:pt x="479133" y="1555358"/>
                </a:cubicBezTo>
                <a:cubicBezTo>
                  <a:pt x="406743" y="1924928"/>
                  <a:pt x="3836" y="2186866"/>
                  <a:pt x="26" y="2563103"/>
                </a:cubicBezTo>
                <a:cubicBezTo>
                  <a:pt x="-1879" y="2748841"/>
                  <a:pt x="102896" y="2927911"/>
                  <a:pt x="255296" y="3033639"/>
                </a:cubicBezTo>
                <a:cubicBezTo>
                  <a:pt x="407696" y="3139366"/>
                  <a:pt x="602958" y="3175561"/>
                  <a:pt x="787743" y="3151748"/>
                </a:cubicBezTo>
                <a:cubicBezTo>
                  <a:pt x="1068731" y="3115553"/>
                  <a:pt x="1314476" y="2952676"/>
                  <a:pt x="1568793" y="2828851"/>
                </a:cubicBezTo>
                <a:cubicBezTo>
                  <a:pt x="1843113" y="2696453"/>
                  <a:pt x="2138388" y="2606918"/>
                  <a:pt x="2439378" y="2565008"/>
                </a:cubicBezTo>
                <a:cubicBezTo>
                  <a:pt x="2644166" y="2536433"/>
                  <a:pt x="2856573" y="2527861"/>
                  <a:pt x="3042311" y="2438326"/>
                </a:cubicBezTo>
                <a:cubicBezTo>
                  <a:pt x="3278531" y="2324026"/>
                  <a:pt x="3442361" y="2078281"/>
                  <a:pt x="3469983" y="1817296"/>
                </a:cubicBezTo>
                <a:cubicBezTo>
                  <a:pt x="3499511" y="1556311"/>
                  <a:pt x="3396641" y="1287706"/>
                  <a:pt x="3209951" y="1102921"/>
                </a:cubicBezTo>
                <a:close/>
              </a:path>
            </a:pathLst>
          </a:custGeom>
          <a:solidFill>
            <a:srgbClr val="FF509F"/>
          </a:solidFill>
          <a:ln w="9525" cap="flat">
            <a:noFill/>
            <a:prstDash val="solid"/>
            <a:miter/>
          </a:ln>
        </p:spPr>
        <p:txBody>
          <a:bodyPr rtlCol="0" anchor="ctr"/>
          <a:lstStyle/>
          <a:p>
            <a:endParaRPr lang="en-GB"/>
          </a:p>
        </p:txBody>
      </p:sp>
      <p:sp>
        <p:nvSpPr>
          <p:cNvPr id="42" name="Freeform: Shape 41">
            <a:extLst>
              <a:ext uri="{FF2B5EF4-FFF2-40B4-BE49-F238E27FC236}">
                <a16:creationId xmlns:a16="http://schemas.microsoft.com/office/drawing/2014/main" id="{15997929-E2F8-4DED-B504-3C39B97DEADC}"/>
              </a:ext>
            </a:extLst>
          </p:cNvPr>
          <p:cNvSpPr/>
          <p:nvPr/>
        </p:nvSpPr>
        <p:spPr>
          <a:xfrm>
            <a:off x="457200" y="5760720"/>
            <a:ext cx="438912" cy="594360"/>
          </a:xfrm>
          <a:custGeom>
            <a:avLst/>
            <a:gdLst>
              <a:gd name="connsiteX0" fmla="*/ 7 w 628650"/>
              <a:gd name="connsiteY0" fmla="*/ 536473 h 676275"/>
              <a:gd name="connsiteX1" fmla="*/ 176219 w 628650"/>
              <a:gd name="connsiteY1" fmla="*/ 674586 h 676275"/>
              <a:gd name="connsiteX2" fmla="*/ 323857 w 628650"/>
              <a:gd name="connsiteY2" fmla="*/ 486943 h 676275"/>
              <a:gd name="connsiteX3" fmla="*/ 559124 w 628650"/>
              <a:gd name="connsiteY3" fmla="*/ 405028 h 676275"/>
              <a:gd name="connsiteX4" fmla="*/ 632467 w 628650"/>
              <a:gd name="connsiteY4" fmla="*/ 244056 h 676275"/>
              <a:gd name="connsiteX5" fmla="*/ 305759 w 628650"/>
              <a:gd name="connsiteY5" fmla="*/ 81178 h 676275"/>
              <a:gd name="connsiteX6" fmla="*/ 180029 w 628650"/>
              <a:gd name="connsiteY6" fmla="*/ 279298 h 676275"/>
              <a:gd name="connsiteX7" fmla="*/ 7 w 628650"/>
              <a:gd name="connsiteY7" fmla="*/ 536473 h 67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8650" h="676275">
                <a:moveTo>
                  <a:pt x="7" y="536473"/>
                </a:moveTo>
                <a:cubicBezTo>
                  <a:pt x="959" y="625056"/>
                  <a:pt x="96209" y="711733"/>
                  <a:pt x="176219" y="674586"/>
                </a:cubicBezTo>
                <a:cubicBezTo>
                  <a:pt x="249562" y="640296"/>
                  <a:pt x="260992" y="537426"/>
                  <a:pt x="323857" y="486943"/>
                </a:cubicBezTo>
                <a:cubicBezTo>
                  <a:pt x="388627" y="433603"/>
                  <a:pt x="488639" y="450748"/>
                  <a:pt x="559124" y="405028"/>
                </a:cubicBezTo>
                <a:cubicBezTo>
                  <a:pt x="610559" y="370738"/>
                  <a:pt x="636277" y="305968"/>
                  <a:pt x="632467" y="244056"/>
                </a:cubicBezTo>
                <a:cubicBezTo>
                  <a:pt x="621989" y="51651"/>
                  <a:pt x="419107" y="-99797"/>
                  <a:pt x="305759" y="81178"/>
                </a:cubicBezTo>
                <a:cubicBezTo>
                  <a:pt x="256229" y="161188"/>
                  <a:pt x="255277" y="208813"/>
                  <a:pt x="180029" y="279298"/>
                </a:cubicBezTo>
                <a:cubicBezTo>
                  <a:pt x="100972" y="352641"/>
                  <a:pt x="-946" y="412648"/>
                  <a:pt x="7" y="536473"/>
                </a:cubicBezTo>
                <a:close/>
              </a:path>
            </a:pathLst>
          </a:custGeom>
          <a:solidFill>
            <a:schemeClr val="accent1">
              <a:lumMod val="75000"/>
            </a:schemeClr>
          </a:solidFill>
          <a:ln w="9525" cap="flat">
            <a:noFill/>
            <a:prstDash val="solid"/>
            <a:miter/>
          </a:ln>
        </p:spPr>
        <p:txBody>
          <a:bodyPr rtlCol="0" anchor="ctr"/>
          <a:lstStyle/>
          <a:p>
            <a:endParaRPr lang="en-US"/>
          </a:p>
          <a:p>
            <a:endParaRPr lang="en-GB"/>
          </a:p>
          <a:p>
            <a:endParaRPr lang="en-GB"/>
          </a:p>
          <a:p>
            <a:endParaRPr lang="en-GB"/>
          </a:p>
          <a:p>
            <a:endParaRPr lang="en-GB"/>
          </a:p>
          <a:p>
            <a:endParaRPr lang="en-GB"/>
          </a:p>
          <a:p>
            <a:endParaRPr lang="en-GB"/>
          </a:p>
        </p:txBody>
      </p:sp>
      <p:sp>
        <p:nvSpPr>
          <p:cNvPr id="45" name="Freeform: Shape 44">
            <a:extLst>
              <a:ext uri="{FF2B5EF4-FFF2-40B4-BE49-F238E27FC236}">
                <a16:creationId xmlns:a16="http://schemas.microsoft.com/office/drawing/2014/main" id="{0CA998FC-A01D-45D1-98F7-C44B011EA700}"/>
              </a:ext>
            </a:extLst>
          </p:cNvPr>
          <p:cNvSpPr/>
          <p:nvPr/>
        </p:nvSpPr>
        <p:spPr>
          <a:xfrm>
            <a:off x="457200" y="457200"/>
            <a:ext cx="960120" cy="960120"/>
          </a:xfrm>
          <a:custGeom>
            <a:avLst/>
            <a:gdLst>
              <a:gd name="connsiteX0" fmla="*/ 127835 w 1590675"/>
              <a:gd name="connsiteY0" fmla="*/ 692754 h 1657350"/>
              <a:gd name="connsiteX1" fmla="*/ 77353 w 1590675"/>
              <a:gd name="connsiteY1" fmla="*/ 1431894 h 1657350"/>
              <a:gd name="connsiteX2" fmla="*/ 1012708 w 1590675"/>
              <a:gd name="connsiteY2" fmla="*/ 1276636 h 1657350"/>
              <a:gd name="connsiteX3" fmla="*/ 1316556 w 1590675"/>
              <a:gd name="connsiteY3" fmla="*/ 1147096 h 1657350"/>
              <a:gd name="connsiteX4" fmla="*/ 1569920 w 1590675"/>
              <a:gd name="connsiteY4" fmla="*/ 755619 h 1657350"/>
              <a:gd name="connsiteX5" fmla="*/ 764105 w 1590675"/>
              <a:gd name="connsiteY5" fmla="*/ 424149 h 1657350"/>
              <a:gd name="connsiteX6" fmla="*/ 224990 w 1590675"/>
              <a:gd name="connsiteY6" fmla="*/ 15526 h 1657350"/>
              <a:gd name="connsiteX7" fmla="*/ 127835 w 1590675"/>
              <a:gd name="connsiteY7" fmla="*/ 692754 h 1657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0675" h="1657350">
                <a:moveTo>
                  <a:pt x="127835" y="692754"/>
                </a:moveTo>
                <a:cubicBezTo>
                  <a:pt x="184985" y="850869"/>
                  <a:pt x="-143627" y="1093756"/>
                  <a:pt x="77353" y="1431894"/>
                </a:cubicBezTo>
                <a:cubicBezTo>
                  <a:pt x="325003" y="1810989"/>
                  <a:pt x="853640" y="1710024"/>
                  <a:pt x="1012708" y="1276636"/>
                </a:cubicBezTo>
                <a:cubicBezTo>
                  <a:pt x="1052713" y="1167099"/>
                  <a:pt x="1183206" y="1151859"/>
                  <a:pt x="1316556" y="1147096"/>
                </a:cubicBezTo>
                <a:cubicBezTo>
                  <a:pt x="1577540" y="1138524"/>
                  <a:pt x="1644215" y="880396"/>
                  <a:pt x="1569920" y="755619"/>
                </a:cubicBezTo>
                <a:cubicBezTo>
                  <a:pt x="1391803" y="457486"/>
                  <a:pt x="887930" y="581311"/>
                  <a:pt x="764105" y="424149"/>
                </a:cubicBezTo>
                <a:cubicBezTo>
                  <a:pt x="663140" y="296514"/>
                  <a:pt x="498358" y="-80676"/>
                  <a:pt x="224990" y="15526"/>
                </a:cubicBezTo>
                <a:cubicBezTo>
                  <a:pt x="-116005" y="135541"/>
                  <a:pt x="65923" y="522256"/>
                  <a:pt x="127835" y="692754"/>
                </a:cubicBezTo>
                <a:close/>
              </a:path>
            </a:pathLst>
          </a:custGeom>
          <a:solidFill>
            <a:schemeClr val="accent1">
              <a:lumMod val="75000"/>
            </a:schemeClr>
          </a:solidFill>
          <a:ln w="9525" cap="flat">
            <a:noFill/>
            <a:prstDash val="solid"/>
            <a:miter/>
          </a:ln>
        </p:spPr>
        <p:txBody>
          <a:bodyPr rtlCol="0" anchor="ctr"/>
          <a:lstStyle/>
          <a:p>
            <a:endParaRPr lang="en-GB"/>
          </a:p>
        </p:txBody>
      </p:sp>
      <p:sp>
        <p:nvSpPr>
          <p:cNvPr id="12" name="Graphic 37">
            <a:extLst>
              <a:ext uri="{FF2B5EF4-FFF2-40B4-BE49-F238E27FC236}">
                <a16:creationId xmlns:a16="http://schemas.microsoft.com/office/drawing/2014/main" id="{A91876E0-CBF3-36AA-0B42-641FAAE9C92F}"/>
              </a:ext>
            </a:extLst>
          </p:cNvPr>
          <p:cNvSpPr/>
          <p:nvPr/>
        </p:nvSpPr>
        <p:spPr>
          <a:xfrm>
            <a:off x="9646920" y="457200"/>
            <a:ext cx="2011680" cy="1280160"/>
          </a:xfrm>
          <a:custGeom>
            <a:avLst/>
            <a:gdLst>
              <a:gd name="connsiteX0" fmla="*/ 5592222 w 5595226"/>
              <a:gd name="connsiteY0" fmla="*/ 68300 h 6730404"/>
              <a:gd name="connsiteX1" fmla="*/ 5475065 w 5595226"/>
              <a:gd name="connsiteY1" fmla="*/ 1816 h 6730404"/>
              <a:gd name="connsiteX2" fmla="*/ 4790693 w 5595226"/>
              <a:gd name="connsiteY2" fmla="*/ 647896 h 6730404"/>
              <a:gd name="connsiteX3" fmla="*/ 4710017 w 5595226"/>
              <a:gd name="connsiteY3" fmla="*/ 1822519 h 6730404"/>
              <a:gd name="connsiteX4" fmla="*/ 4677822 w 5595226"/>
              <a:gd name="connsiteY4" fmla="*/ 2493175 h 6730404"/>
              <a:gd name="connsiteX5" fmla="*/ 4458747 w 5595226"/>
              <a:gd name="connsiteY5" fmla="*/ 2965043 h 6730404"/>
              <a:gd name="connsiteX6" fmla="*/ 3607688 w 5595226"/>
              <a:gd name="connsiteY6" fmla="*/ 3474345 h 6730404"/>
              <a:gd name="connsiteX7" fmla="*/ 2672333 w 5595226"/>
              <a:gd name="connsiteY7" fmla="*/ 3227933 h 6730404"/>
              <a:gd name="connsiteX8" fmla="*/ 2777965 w 5595226"/>
              <a:gd name="connsiteY8" fmla="*/ 2606522 h 6730404"/>
              <a:gd name="connsiteX9" fmla="*/ 2285714 w 5595226"/>
              <a:gd name="connsiteY9" fmla="*/ 2437168 h 6730404"/>
              <a:gd name="connsiteX10" fmla="*/ 2202751 w 5595226"/>
              <a:gd name="connsiteY10" fmla="*/ 2990094 h 6730404"/>
              <a:gd name="connsiteX11" fmla="*/ 2421254 w 5595226"/>
              <a:gd name="connsiteY11" fmla="*/ 3266224 h 6730404"/>
              <a:gd name="connsiteX12" fmla="*/ 2123407 w 5595226"/>
              <a:gd name="connsiteY12" fmla="*/ 3613791 h 6730404"/>
              <a:gd name="connsiteX13" fmla="*/ 1165859 w 5595226"/>
              <a:gd name="connsiteY13" fmla="*/ 4379220 h 6730404"/>
              <a:gd name="connsiteX14" fmla="*/ 284416 w 5595226"/>
              <a:gd name="connsiteY14" fmla="*/ 5260663 h 6730404"/>
              <a:gd name="connsiteX15" fmla="*/ 15334 w 5595226"/>
              <a:gd name="connsiteY15" fmla="*/ 6387566 h 6730404"/>
              <a:gd name="connsiteX16" fmla="*/ 92296 w 5595226"/>
              <a:gd name="connsiteY16" fmla="*/ 6660362 h 6730404"/>
              <a:gd name="connsiteX17" fmla="*/ 209454 w 5595226"/>
              <a:gd name="connsiteY17" fmla="*/ 6726847 h 6730404"/>
              <a:gd name="connsiteX18" fmla="*/ 275938 w 5595226"/>
              <a:gd name="connsiteY18" fmla="*/ 6609689 h 6730404"/>
              <a:gd name="connsiteX19" fmla="*/ 379380 w 5595226"/>
              <a:gd name="connsiteY19" fmla="*/ 5475833 h 6730404"/>
              <a:gd name="connsiteX20" fmla="*/ 1242631 w 5595226"/>
              <a:gd name="connsiteY20" fmla="*/ 4558576 h 6730404"/>
              <a:gd name="connsiteX21" fmla="*/ 2258281 w 5595226"/>
              <a:gd name="connsiteY21" fmla="*/ 3748475 h 6730404"/>
              <a:gd name="connsiteX22" fmla="*/ 2569178 w 5595226"/>
              <a:gd name="connsiteY22" fmla="*/ 3387001 h 6730404"/>
              <a:gd name="connsiteX23" fmla="*/ 2620613 w 5595226"/>
              <a:gd name="connsiteY23" fmla="*/ 3422815 h 6730404"/>
              <a:gd name="connsiteX24" fmla="*/ 3155060 w 5595226"/>
              <a:gd name="connsiteY24" fmla="*/ 3643700 h 6730404"/>
              <a:gd name="connsiteX25" fmla="*/ 4255103 w 5595226"/>
              <a:gd name="connsiteY25" fmla="*/ 3420148 h 6730404"/>
              <a:gd name="connsiteX26" fmla="*/ 4875942 w 5595226"/>
              <a:gd name="connsiteY26" fmla="*/ 2473649 h 6730404"/>
              <a:gd name="connsiteX27" fmla="*/ 4882991 w 5595226"/>
              <a:gd name="connsiteY27" fmla="*/ 1075759 h 6730404"/>
              <a:gd name="connsiteX28" fmla="*/ 5311711 w 5595226"/>
              <a:gd name="connsiteY28" fmla="*/ 261943 h 6730404"/>
              <a:gd name="connsiteX29" fmla="*/ 5525738 w 5595226"/>
              <a:gd name="connsiteY29" fmla="*/ 185362 h 6730404"/>
              <a:gd name="connsiteX30" fmla="*/ 5592222 w 5595226"/>
              <a:gd name="connsiteY30" fmla="*/ 68300 h 6730404"/>
              <a:gd name="connsiteX31" fmla="*/ 2325147 w 5595226"/>
              <a:gd name="connsiteY31" fmla="*/ 2750826 h 6730404"/>
              <a:gd name="connsiteX32" fmla="*/ 2408110 w 5595226"/>
              <a:gd name="connsiteY32" fmla="*/ 2584615 h 6730404"/>
              <a:gd name="connsiteX33" fmla="*/ 2573083 w 5595226"/>
              <a:gd name="connsiteY33" fmla="*/ 2637193 h 6730404"/>
              <a:gd name="connsiteX34" fmla="*/ 2525934 w 5595226"/>
              <a:gd name="connsiteY34" fmla="*/ 3100870 h 6730404"/>
              <a:gd name="connsiteX35" fmla="*/ 2431446 w 5595226"/>
              <a:gd name="connsiteY35" fmla="*/ 2993428 h 6730404"/>
              <a:gd name="connsiteX36" fmla="*/ 2325147 w 5595226"/>
              <a:gd name="connsiteY36" fmla="*/ 2750826 h 6730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5595226" h="6730404">
                <a:moveTo>
                  <a:pt x="5592222" y="68300"/>
                </a:moveTo>
                <a:cubicBezTo>
                  <a:pt x="5577458" y="14389"/>
                  <a:pt x="5526023" y="-6662"/>
                  <a:pt x="5475065" y="1816"/>
                </a:cubicBezTo>
                <a:cubicBezTo>
                  <a:pt x="5135308" y="58204"/>
                  <a:pt x="4908613" y="342811"/>
                  <a:pt x="4790693" y="647896"/>
                </a:cubicBezTo>
                <a:cubicBezTo>
                  <a:pt x="4644389" y="1026420"/>
                  <a:pt x="4688014" y="1426946"/>
                  <a:pt x="4710017" y="1822519"/>
                </a:cubicBezTo>
                <a:cubicBezTo>
                  <a:pt x="4722494" y="2045881"/>
                  <a:pt x="4728400" y="2273814"/>
                  <a:pt x="4677822" y="2493175"/>
                </a:cubicBezTo>
                <a:cubicBezTo>
                  <a:pt x="4638293" y="2664720"/>
                  <a:pt x="4563332" y="2823502"/>
                  <a:pt x="4458747" y="2965043"/>
                </a:cubicBezTo>
                <a:cubicBezTo>
                  <a:pt x="4258436" y="3236220"/>
                  <a:pt x="3943540" y="3431292"/>
                  <a:pt x="3607688" y="3474345"/>
                </a:cubicBezTo>
                <a:cubicBezTo>
                  <a:pt x="3282124" y="3516065"/>
                  <a:pt x="2936176" y="3424148"/>
                  <a:pt x="2672333" y="3227933"/>
                </a:cubicBezTo>
                <a:cubicBezTo>
                  <a:pt x="2780728" y="3043243"/>
                  <a:pt x="2873787" y="2814739"/>
                  <a:pt x="2777965" y="2606522"/>
                </a:cubicBezTo>
                <a:cubicBezTo>
                  <a:pt x="2694812" y="2425833"/>
                  <a:pt x="2462116" y="2312295"/>
                  <a:pt x="2285714" y="2437168"/>
                </a:cubicBezTo>
                <a:cubicBezTo>
                  <a:pt x="2104072" y="2565851"/>
                  <a:pt x="2107215" y="2810071"/>
                  <a:pt x="2202751" y="2990094"/>
                </a:cubicBezTo>
                <a:cubicBezTo>
                  <a:pt x="2257139" y="3092583"/>
                  <a:pt x="2334101" y="3185166"/>
                  <a:pt x="2421254" y="3266224"/>
                </a:cubicBezTo>
                <a:cubicBezTo>
                  <a:pt x="2333529" y="3391287"/>
                  <a:pt x="2232373" y="3506254"/>
                  <a:pt x="2123407" y="3613791"/>
                </a:cubicBezTo>
                <a:cubicBezTo>
                  <a:pt x="1831561" y="3901922"/>
                  <a:pt x="1491043" y="4131570"/>
                  <a:pt x="1165859" y="4379220"/>
                </a:cubicBezTo>
                <a:cubicBezTo>
                  <a:pt x="835056" y="4631156"/>
                  <a:pt x="509491" y="4905953"/>
                  <a:pt x="284416" y="5260663"/>
                </a:cubicBezTo>
                <a:cubicBezTo>
                  <a:pt x="74199" y="5592229"/>
                  <a:pt x="-44102" y="5994755"/>
                  <a:pt x="15334" y="6387566"/>
                </a:cubicBezTo>
                <a:cubicBezTo>
                  <a:pt x="29527" y="6481578"/>
                  <a:pt x="55339" y="6572732"/>
                  <a:pt x="92296" y="6660362"/>
                </a:cubicBezTo>
                <a:cubicBezTo>
                  <a:pt x="112204" y="6707701"/>
                  <a:pt x="155257" y="6741801"/>
                  <a:pt x="209454" y="6726847"/>
                </a:cubicBezTo>
                <a:cubicBezTo>
                  <a:pt x="254126" y="6714560"/>
                  <a:pt x="296036" y="6657410"/>
                  <a:pt x="275938" y="6609689"/>
                </a:cubicBezTo>
                <a:cubicBezTo>
                  <a:pt x="119633" y="6238405"/>
                  <a:pt x="193357" y="5822258"/>
                  <a:pt x="379380" y="5475833"/>
                </a:cubicBezTo>
                <a:cubicBezTo>
                  <a:pt x="580357" y="5101406"/>
                  <a:pt x="909541" y="4813465"/>
                  <a:pt x="1242631" y="4558576"/>
                </a:cubicBezTo>
                <a:cubicBezTo>
                  <a:pt x="1586293" y="4295495"/>
                  <a:pt x="1949195" y="4053655"/>
                  <a:pt x="2258281" y="3748475"/>
                </a:cubicBezTo>
                <a:cubicBezTo>
                  <a:pt x="2371248" y="3636937"/>
                  <a:pt x="2476880" y="3516636"/>
                  <a:pt x="2569178" y="3387001"/>
                </a:cubicBezTo>
                <a:cubicBezTo>
                  <a:pt x="2586227" y="3399288"/>
                  <a:pt x="2603372" y="3411290"/>
                  <a:pt x="2620613" y="3422815"/>
                </a:cubicBezTo>
                <a:cubicBezTo>
                  <a:pt x="2781204" y="3529971"/>
                  <a:pt x="2965798" y="3605885"/>
                  <a:pt x="3155060" y="3643700"/>
                </a:cubicBezTo>
                <a:cubicBezTo>
                  <a:pt x="3536822" y="3719900"/>
                  <a:pt x="3934586" y="3643318"/>
                  <a:pt x="4255103" y="3420148"/>
                </a:cubicBezTo>
                <a:cubicBezTo>
                  <a:pt x="4574857" y="3197453"/>
                  <a:pt x="4806124" y="2859030"/>
                  <a:pt x="4875942" y="2473649"/>
                </a:cubicBezTo>
                <a:cubicBezTo>
                  <a:pt x="4960238" y="2008352"/>
                  <a:pt x="4836413" y="1541913"/>
                  <a:pt x="4882991" y="1075759"/>
                </a:cubicBezTo>
                <a:cubicBezTo>
                  <a:pt x="4912994" y="775055"/>
                  <a:pt x="5041868" y="424059"/>
                  <a:pt x="5311711" y="261943"/>
                </a:cubicBezTo>
                <a:cubicBezTo>
                  <a:pt x="5378481" y="221843"/>
                  <a:pt x="5447919" y="198316"/>
                  <a:pt x="5525738" y="185362"/>
                </a:cubicBezTo>
                <a:cubicBezTo>
                  <a:pt x="5576506" y="177076"/>
                  <a:pt x="5604890" y="114211"/>
                  <a:pt x="5592222" y="68300"/>
                </a:cubicBezTo>
                <a:close/>
                <a:moveTo>
                  <a:pt x="2325147" y="2750826"/>
                </a:moveTo>
                <a:cubicBezTo>
                  <a:pt x="2323909" y="2689104"/>
                  <a:pt x="2348864" y="2613571"/>
                  <a:pt x="2408110" y="2584615"/>
                </a:cubicBezTo>
                <a:cubicBezTo>
                  <a:pt x="2467831" y="2555468"/>
                  <a:pt x="2531554" y="2590520"/>
                  <a:pt x="2573083" y="2637193"/>
                </a:cubicBezTo>
                <a:cubicBezTo>
                  <a:pt x="2689478" y="2768161"/>
                  <a:pt x="2604801" y="2961805"/>
                  <a:pt x="2525934" y="3100870"/>
                </a:cubicBezTo>
                <a:cubicBezTo>
                  <a:pt x="2492120" y="3066961"/>
                  <a:pt x="2460307" y="3031242"/>
                  <a:pt x="2431446" y="2993428"/>
                </a:cubicBezTo>
                <a:cubicBezTo>
                  <a:pt x="2378963" y="2924657"/>
                  <a:pt x="2326861" y="2840075"/>
                  <a:pt x="2325147" y="2750826"/>
                </a:cubicBezTo>
                <a:close/>
              </a:path>
            </a:pathLst>
          </a:custGeom>
          <a:solidFill>
            <a:schemeClr val="accent3"/>
          </a:solidFill>
          <a:ln w="9525" cap="flat">
            <a:noFill/>
            <a:prstDash val="solid"/>
            <a:miter/>
          </a:ln>
        </p:spPr>
        <p:txBody>
          <a:bodyPr rtlCol="0" anchor="ctr"/>
          <a:lstStyle/>
          <a:p>
            <a:endParaRPr lang="en-US">
              <a:solidFill>
                <a:schemeClr val="accent3"/>
              </a:solidFill>
            </a:endParaRPr>
          </a:p>
        </p:txBody>
      </p:sp>
      <p:pic>
        <p:nvPicPr>
          <p:cNvPr id="20" name="Imagen 19" descr="Logotipo oficial blanco Bizz Summit reutilizado de la plantilla del evento; no es una fotografía de fondo.">
            <a:extLst>
              <a:ext uri="{FF2B5EF4-FFF2-40B4-BE49-F238E27FC236}">
                <a16:creationId xmlns:a16="http://schemas.microsoft.com/office/drawing/2014/main" id="{7AD5A8ED-0EAF-6A8F-EB32-7A2EDE31E5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3081" y="771421"/>
            <a:ext cx="2817559" cy="1307808"/>
          </a:xfrm>
          <a:prstGeom prst="rect">
            <a:avLst/>
          </a:prstGeom>
        </p:spPr>
      </p:pic>
      <p:sp>
        <p:nvSpPr>
          <p:cNvPr id="4525" name="closing-1">
            <a:extLst>
              <a:ext uri="{FF2B5EF4-FFF2-40B4-BE49-F238E27FC236}">
                <a16:creationId xmlns:a16="http://schemas.microsoft.com/office/drawing/2014/main" id="{B0FCCBAF-64D9-2158-7881-9ED27F7797FB}"/>
              </a:ext>
            </a:extLst>
          </p:cNvPr>
          <p:cNvSpPr/>
          <p:nvPr/>
        </p:nvSpPr>
        <p:spPr>
          <a:xfrm>
            <a:off x="987552" y="2386584"/>
            <a:ext cx="9546336" cy="58521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400" b="1">
                <a:solidFill>
                  <a:srgbClr val="FFFFFF"/>
                </a:solidFill>
                <a:effectLst/>
                <a:latin typeface="Segoe UI" panose="020B0502040204020203" pitchFamily="34" charset="0"/>
              </a:rPr>
              <a:t>Skills orientan.</a:t>
            </a:r>
          </a:p>
          <a:p>
            <a:pPr algn="l">
              <a:buNone/>
            </a:pPr>
            <a:r>
              <a:rPr lang="en-US" sz="100">
                <a:effectLst/>
              </a:rPr>
              <a:t> </a:t>
            </a:r>
            <a:endParaRPr lang="en-US"/>
          </a:p>
        </p:txBody>
      </p:sp>
      <p:sp>
        <p:nvSpPr>
          <p:cNvPr id="4527" name="closing-2">
            <a:extLst>
              <a:ext uri="{FF2B5EF4-FFF2-40B4-BE49-F238E27FC236}">
                <a16:creationId xmlns:a16="http://schemas.microsoft.com/office/drawing/2014/main" id="{234A98EF-1638-340F-066A-CBDC54595CD6}"/>
              </a:ext>
            </a:extLst>
          </p:cNvPr>
          <p:cNvSpPr/>
          <p:nvPr/>
        </p:nvSpPr>
        <p:spPr>
          <a:xfrm>
            <a:off x="987552" y="3072384"/>
            <a:ext cx="9546336" cy="58521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400" b="1">
                <a:solidFill>
                  <a:srgbClr val="4BE7D8"/>
                </a:solidFill>
                <a:effectLst/>
                <a:latin typeface="Segoe UI" panose="020B0502040204020203" pitchFamily="34" charset="0"/>
              </a:rPr>
              <a:t>MCP conecta.</a:t>
            </a:r>
          </a:p>
          <a:p>
            <a:pPr algn="l">
              <a:buNone/>
            </a:pPr>
            <a:r>
              <a:rPr lang="en-US" sz="100">
                <a:effectLst/>
              </a:rPr>
              <a:t> </a:t>
            </a:r>
            <a:endParaRPr lang="en-US"/>
          </a:p>
        </p:txBody>
      </p:sp>
      <p:sp>
        <p:nvSpPr>
          <p:cNvPr id="4530" name="closing-3">
            <a:extLst>
              <a:ext uri="{FF2B5EF4-FFF2-40B4-BE49-F238E27FC236}">
                <a16:creationId xmlns:a16="http://schemas.microsoft.com/office/drawing/2014/main" id="{F076701F-307A-FB54-B279-318E1161B67F}"/>
              </a:ext>
            </a:extLst>
          </p:cNvPr>
          <p:cNvSpPr/>
          <p:nvPr/>
        </p:nvSpPr>
        <p:spPr>
          <a:xfrm>
            <a:off x="987552" y="3758184"/>
            <a:ext cx="9546336" cy="58521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400" b="1">
                <a:solidFill>
                  <a:srgbClr val="FFFFFF"/>
                </a:solidFill>
                <a:effectLst/>
                <a:latin typeface="Segoe UI" panose="020B0502040204020203" pitchFamily="34" charset="0"/>
              </a:rPr>
              <a:t>La identidad gobierna.</a:t>
            </a:r>
          </a:p>
          <a:p>
            <a:pPr algn="l">
              <a:buNone/>
            </a:pPr>
            <a:r>
              <a:rPr lang="en-US" sz="100">
                <a:effectLst/>
              </a:rPr>
              <a:t> </a:t>
            </a:r>
            <a:endParaRPr lang="en-US"/>
          </a:p>
        </p:txBody>
      </p:sp>
      <p:sp>
        <p:nvSpPr>
          <p:cNvPr id="4762" name="Rectangle 4761">
            <a:extLst>
              <a:ext uri="{FF2B5EF4-FFF2-40B4-BE49-F238E27FC236}">
                <a16:creationId xmlns:a16="http://schemas.microsoft.com/office/drawing/2014/main" id="{F9106B74-AF00-B103-0ABA-6E581F65DCE0}"/>
              </a:ext>
            </a:extLst>
          </p:cNvPr>
          <p:cNvSpPr/>
          <p:nvPr/>
        </p:nvSpPr>
        <p:spPr>
          <a:xfrm>
            <a:off x="987552" y="4773168"/>
            <a:ext cx="809244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700" b="1">
                <a:solidFill>
                  <a:srgbClr val="FFFFFF"/>
                </a:solidFill>
                <a:effectLst/>
                <a:latin typeface="Segoe UI" panose="020B0502040204020203" pitchFamily="34" charset="0"/>
              </a:rPr>
              <a:t>Lectura · Capas separadas · Entra SSO / OBO</a:t>
            </a:r>
          </a:p>
          <a:p>
            <a:pPr algn="l">
              <a:buNone/>
            </a:pPr>
            <a:r>
              <a:rPr lang="en-US" sz="100">
                <a:effectLst/>
              </a:rPr>
              <a:t> </a:t>
            </a:r>
            <a:endParaRPr lang="en-US"/>
          </a:p>
        </p:txBody>
      </p:sp>
      <p:sp>
        <p:nvSpPr>
          <p:cNvPr id="4783" name="Rectangle 4782">
            <a:extLst>
              <a:ext uri="{FF2B5EF4-FFF2-40B4-BE49-F238E27FC236}">
                <a16:creationId xmlns:a16="http://schemas.microsoft.com/office/drawing/2014/main" id="{087652F0-8DFB-7A8A-9E18-CC19906EA84D}"/>
              </a:ext>
            </a:extLst>
          </p:cNvPr>
          <p:cNvSpPr/>
          <p:nvPr/>
        </p:nvSpPr>
        <p:spPr>
          <a:xfrm>
            <a:off x="987552" y="5330952"/>
            <a:ext cx="809244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700">
                <a:solidFill>
                  <a:srgbClr val="FFFFFF"/>
                </a:solidFill>
                <a:effectLst/>
                <a:latin typeface="Segoe UI" panose="020B0502040204020203" pitchFamily="34" charset="0"/>
              </a:rPr>
              <a:t>Hosting · Key Vault · Gateway · Medir antes de ampliar</a:t>
            </a:r>
          </a:p>
          <a:p>
            <a:pPr algn="l">
              <a:buNone/>
            </a:pPr>
            <a:r>
              <a:rPr lang="en-US" sz="100">
                <a:effectLst/>
              </a:rPr>
              <a:t> </a:t>
            </a:r>
            <a:endParaRPr lang="en-US"/>
          </a:p>
        </p:txBody>
      </p:sp>
      <p:sp>
        <p:nvSpPr>
          <p:cNvPr id="4815" name="closing-hashtag-final">
            <a:extLst>
              <a:ext uri="{FF2B5EF4-FFF2-40B4-BE49-F238E27FC236}">
                <a16:creationId xmlns:a16="http://schemas.microsoft.com/office/drawing/2014/main" id="{0FCB829E-E331-3B5C-9A1F-41267BD85F68}"/>
              </a:ext>
            </a:extLst>
          </p:cNvPr>
          <p:cNvSpPr/>
          <p:nvPr/>
        </p:nvSpPr>
        <p:spPr>
          <a:xfrm>
            <a:off x="987552" y="6035040"/>
            <a:ext cx="5486400" cy="32918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FFFFFF"/>
                </a:solidFill>
                <a:effectLst/>
                <a:latin typeface="Segoe UI" panose="020B0502040204020203" pitchFamily="34" charset="0"/>
              </a:rPr>
              <a:t>#BizzSummit2026</a:t>
            </a:r>
          </a:p>
          <a:p>
            <a:pPr algn="l">
              <a:buNone/>
            </a:pPr>
            <a:r>
              <a:rPr lang="en-US" sz="100">
                <a:effectLst/>
              </a:rPr>
              <a:t> </a:t>
            </a:r>
            <a:endParaRPr lang="en-US"/>
          </a:p>
        </p:txBody>
      </p:sp>
    </p:spTree>
    <p:extLst>
      <p:ext uri="{BB962C8B-B14F-4D97-AF65-F5344CB8AC3E}">
        <p14:creationId xmlns:p14="http://schemas.microsoft.com/office/powerpoint/2010/main" val="541852206"/>
      </p:ext>
    </p:extLst>
  </p:cSld>
  <p:clrMapOvr>
    <a:masterClrMapping/>
  </p:clrMapOvr>
  <mc:AlternateContent xmlns:mc="http://schemas.openxmlformats.org/markup-compatibility/2006" xmlns:p14="http://schemas.microsoft.com/office/powerpoint/2010/main">
    <mc:Choice Requires="p14">
      <p:transition spd="med">
        <p14:warp dir="in"/>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750"/>
                                        <p:tgtEl>
                                          <p:spTgt spid="38"/>
                                        </p:tgtEl>
                                      </p:cBhvr>
                                    </p:animEffect>
                                  </p:childTnLst>
                                </p:cTn>
                              </p:par>
                              <p:par>
                                <p:cTn id="8" presetID="8" presetClass="emph" presetSubtype="0" repeatCount="indefinite" accel="50000" decel="50000" autoRev="1" fill="hold" grpId="1" nodeType="withEffect">
                                  <p:stCondLst>
                                    <p:cond delay="0"/>
                                  </p:stCondLst>
                                  <p:childTnLst>
                                    <p:animRot by="10800000">
                                      <p:cBhvr>
                                        <p:cTn id="9" dur="20000" fill="hold"/>
                                        <p:tgtEl>
                                          <p:spTgt spid="38"/>
                                        </p:tgtEl>
                                        <p:attrNameLst>
                                          <p:attrName>r</p:attrName>
                                        </p:attrNameLst>
                                      </p:cBhvr>
                                    </p:animRot>
                                  </p:childTnLst>
                                </p:cTn>
                              </p:par>
                              <p:par>
                                <p:cTn id="10" presetID="10" presetClass="entr" presetSubtype="0" fill="hold" grpId="0" nodeType="withEffect">
                                  <p:stCondLst>
                                    <p:cond delay="0"/>
                                  </p:stCondLst>
                                  <p:childTnLst>
                                    <p:set>
                                      <p:cBhvr>
                                        <p:cTn id="11" dur="1" fill="hold">
                                          <p:stCondLst>
                                            <p:cond delay="0"/>
                                          </p:stCondLst>
                                        </p:cTn>
                                        <p:tgtEl>
                                          <p:spTgt spid="45"/>
                                        </p:tgtEl>
                                        <p:attrNameLst>
                                          <p:attrName>style.visibility</p:attrName>
                                        </p:attrNameLst>
                                      </p:cBhvr>
                                      <p:to>
                                        <p:strVal val="visible"/>
                                      </p:to>
                                    </p:set>
                                    <p:animEffect transition="in" filter="fade">
                                      <p:cBhvr>
                                        <p:cTn id="12" dur="750"/>
                                        <p:tgtEl>
                                          <p:spTgt spid="45"/>
                                        </p:tgtEl>
                                      </p:cBhvr>
                                    </p:animEffect>
                                  </p:childTnLst>
                                </p:cTn>
                              </p:par>
                              <p:par>
                                <p:cTn id="13" presetID="8" presetClass="emph" presetSubtype="0" repeatCount="indefinite" accel="50000" decel="50000" autoRev="1" fill="hold" grpId="1" nodeType="withEffect">
                                  <p:stCondLst>
                                    <p:cond delay="0"/>
                                  </p:stCondLst>
                                  <p:childTnLst>
                                    <p:animRot by="5400000">
                                      <p:cBhvr>
                                        <p:cTn id="14" dur="20000" fill="hold"/>
                                        <p:tgtEl>
                                          <p:spTgt spid="45"/>
                                        </p:tgtEl>
                                        <p:attrNameLst>
                                          <p:attrName>r</p:attrName>
                                        </p:attrNameLst>
                                      </p:cBhvr>
                                    </p:animRot>
                                  </p:childTnLst>
                                </p:cTn>
                              </p:par>
                              <p:par>
                                <p:cTn id="15" presetID="10" presetClass="entr" presetSubtype="0" fill="hold" grpId="0" nodeType="withEffect">
                                  <p:stCondLst>
                                    <p:cond delay="0"/>
                                  </p:stCondLst>
                                  <p:childTnLst>
                                    <p:set>
                                      <p:cBhvr>
                                        <p:cTn id="16" dur="1" fill="hold">
                                          <p:stCondLst>
                                            <p:cond delay="0"/>
                                          </p:stCondLst>
                                        </p:cTn>
                                        <p:tgtEl>
                                          <p:spTgt spid="56"/>
                                        </p:tgtEl>
                                        <p:attrNameLst>
                                          <p:attrName>style.visibility</p:attrName>
                                        </p:attrNameLst>
                                      </p:cBhvr>
                                      <p:to>
                                        <p:strVal val="visible"/>
                                      </p:to>
                                    </p:set>
                                    <p:animEffect transition="in" filter="fade">
                                      <p:cBhvr>
                                        <p:cTn id="17" dur="750"/>
                                        <p:tgtEl>
                                          <p:spTgt spid="56"/>
                                        </p:tgtEl>
                                      </p:cBhvr>
                                    </p:animEffect>
                                  </p:childTnLst>
                                </p:cTn>
                              </p:par>
                              <p:par>
                                <p:cTn id="18" presetID="8" presetClass="emph" presetSubtype="0" repeatCount="indefinite" accel="50000" decel="50000" autoRev="1" fill="hold" grpId="1" nodeType="withEffect">
                                  <p:stCondLst>
                                    <p:cond delay="0"/>
                                  </p:stCondLst>
                                  <p:childTnLst>
                                    <p:animRot by="-5400000">
                                      <p:cBhvr>
                                        <p:cTn id="19" dur="20000" fill="hold"/>
                                        <p:tgtEl>
                                          <p:spTgt spid="56"/>
                                        </p:tgtEl>
                                        <p:attrNameLst>
                                          <p:attrName>r</p:attrName>
                                        </p:attrNameLst>
                                      </p:cBhvr>
                                    </p:animRot>
                                  </p:childTnLst>
                                </p:cTn>
                              </p:par>
                              <p:par>
                                <p:cTn id="20" presetID="10" presetClass="entr" presetSubtype="0" fill="hold" grpId="0" nodeType="withEffect">
                                  <p:stCondLst>
                                    <p:cond delay="1000"/>
                                  </p:stCondLst>
                                  <p:childTnLst>
                                    <p:set>
                                      <p:cBhvr>
                                        <p:cTn id="21" dur="1" fill="hold">
                                          <p:stCondLst>
                                            <p:cond delay="0"/>
                                          </p:stCondLst>
                                        </p:cTn>
                                        <p:tgtEl>
                                          <p:spTgt spid="42"/>
                                        </p:tgtEl>
                                        <p:attrNameLst>
                                          <p:attrName>style.visibility</p:attrName>
                                        </p:attrNameLst>
                                      </p:cBhvr>
                                      <p:to>
                                        <p:strVal val="visible"/>
                                      </p:to>
                                    </p:set>
                                    <p:animEffect transition="in" filter="fade">
                                      <p:cBhvr>
                                        <p:cTn id="22" dur="500"/>
                                        <p:tgtEl>
                                          <p:spTgt spid="42"/>
                                        </p:tgtEl>
                                      </p:cBhvr>
                                    </p:animEffect>
                                  </p:childTnLst>
                                </p:cTn>
                              </p:par>
                              <p:par>
                                <p:cTn id="23" presetID="26" presetClass="emph" presetSubtype="0" fill="hold" grpId="1" nodeType="withEffect">
                                  <p:stCondLst>
                                    <p:cond delay="1000"/>
                                  </p:stCondLst>
                                  <p:childTnLst>
                                    <p:animEffect transition="out" filter="fade">
                                      <p:cBhvr>
                                        <p:cTn id="24" dur="500" tmFilter="0, 0; .2, .5; .8, .5; 1, 0"/>
                                        <p:tgtEl>
                                          <p:spTgt spid="42"/>
                                        </p:tgtEl>
                                      </p:cBhvr>
                                    </p:animEffect>
                                    <p:animScale>
                                      <p:cBhvr>
                                        <p:cTn id="25" dur="250" autoRev="1" fill="hold"/>
                                        <p:tgtEl>
                                          <p:spTgt spid="42"/>
                                        </p:tgtEl>
                                      </p:cBhvr>
                                      <p:by x="105000" y="105000"/>
                                    </p:animScale>
                                  </p:childTnLst>
                                </p:cTn>
                              </p:par>
                              <p:par>
                                <p:cTn id="26" presetID="10" presetClass="entr" presetSubtype="0" fill="hold" nodeType="withEffect">
                                  <p:stCondLst>
                                    <p:cond delay="100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6" grpId="1" animBg="1"/>
      <p:bldP spid="38" grpId="0" animBg="1"/>
      <p:bldP spid="38" grpId="1" animBg="1"/>
      <p:bldP spid="42" grpId="0" animBg="1"/>
      <p:bldP spid="42" grpId="1" animBg="1"/>
      <p:bldP spid="45" grpId="0" animBg="1"/>
      <p:bldP spid="45" grpId="1" animBg="1"/>
    </p:bldLst>
  </p:timing>
</p:sld>
</file>

<file path=ppt/theme/theme1.xml><?xml version="1.0" encoding="utf-8"?>
<a:theme xmlns:a="http://schemas.openxmlformats.org/drawingml/2006/main" name="Office Theme">
  <a:themeElements>
    <a:clrScheme name="Bizz Summit">
      <a:dk1>
        <a:srgbClr val="000000"/>
      </a:dk1>
      <a:lt1>
        <a:srgbClr val="FFFFFF"/>
      </a:lt1>
      <a:dk2>
        <a:srgbClr val="292B45"/>
      </a:dk2>
      <a:lt2>
        <a:srgbClr val="E7E6E6"/>
      </a:lt2>
      <a:accent1>
        <a:srgbClr val="119F9A"/>
      </a:accent1>
      <a:accent2>
        <a:srgbClr val="FF509F"/>
      </a:accent2>
      <a:accent3>
        <a:srgbClr val="FFDA37"/>
      </a:accent3>
      <a:accent4>
        <a:srgbClr val="4BE7D8"/>
      </a:accent4>
      <a:accent5>
        <a:srgbClr val="292B45"/>
      </a:accent5>
      <a:accent6>
        <a:srgbClr val="119F9A"/>
      </a:accent6>
      <a:hlink>
        <a:srgbClr val="FF6EA8"/>
      </a:hlink>
      <a:folHlink>
        <a:srgbClr val="FFDA37"/>
      </a:folHlink>
    </a:clrScheme>
    <a:fontScheme name="Custom 8">
      <a:majorFont>
        <a:latin typeface="Fira Sans"/>
        <a:ea typeface=""/>
        <a:cs typeface=""/>
      </a:majorFont>
      <a:minorFont>
        <a:latin typeface="Open San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6B41CB313B6114197B91560B995E819" ma:contentTypeVersion="13" ma:contentTypeDescription="Create a new document." ma:contentTypeScope="" ma:versionID="220a22a0b19dda2a2d5bfdddb5bc8cd3">
  <xsd:schema xmlns:xsd="http://www.w3.org/2001/XMLSchema" xmlns:xs="http://www.w3.org/2001/XMLSchema" xmlns:p="http://schemas.microsoft.com/office/2006/metadata/properties" xmlns:ns2="09c2cc01-0011-4e33-8594-2658f2b9151d" xmlns:ns3="49b7d2c5-02b6-4489-8a62-3b8ab57a030d" targetNamespace="http://schemas.microsoft.com/office/2006/metadata/properties" ma:root="true" ma:fieldsID="6ae0c81bcca26dfcb3b80b8844e98f2b" ns2:_="" ns3:_="">
    <xsd:import namespace="09c2cc01-0011-4e33-8594-2658f2b9151d"/>
    <xsd:import namespace="49b7d2c5-02b6-4489-8a62-3b8ab57a030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3:TaxCatchAll" minOccurs="0"/>
                <xsd:element ref="ns2:MediaServiceOCR" minOccurs="0"/>
                <xsd:element ref="ns2:lcf76f155ced4ddcb4097134ff3c332f"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c2cc01-0011-4e33-8594-2658f2b9151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ba331297-84b2-459b-9032-9e7bedeaf55e" ma:termSetId="09814cd3-568e-fe90-9814-8d621ff8fb84" ma:anchorId="fba54fb3-c3e1-fe81-a776-ca4b69148c4d" ma:open="true" ma:isKeyword="false">
      <xsd:complexType>
        <xsd:sequence>
          <xsd:element ref="pc:Terms" minOccurs="0" maxOccurs="1"/>
        </xsd:sequence>
      </xsd:complex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49b7d2c5-02b6-4489-8a62-3b8ab57a030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4d2277a8-eb8d-4c93-82e2-fd1965ddb93d}" ma:internalName="TaxCatchAll" ma:showField="CatchAllData" ma:web="49b7d2c5-02b6-4489-8a62-3b8ab57a030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49b7d2c5-02b6-4489-8a62-3b8ab57a030d" xsi:nil="true"/>
    <lcf76f155ced4ddcb4097134ff3c332f xmlns="09c2cc01-0011-4e33-8594-2658f2b9151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BCBE453E-29BB-45A9-829E-0C76AAC446BC}">
  <ds:schemaRefs>
    <ds:schemaRef ds:uri="09c2cc01-0011-4e33-8594-2658f2b9151d"/>
    <ds:schemaRef ds:uri="49b7d2c5-02b6-4489-8a62-3b8ab57a030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1FFD7846-F70C-452C-BF1E-47F239EE4F25}">
  <ds:schemaRefs>
    <ds:schemaRef ds:uri="http://schemas.microsoft.com/sharepoint/v3/contenttype/forms"/>
  </ds:schemaRefs>
</ds:datastoreItem>
</file>

<file path=customXml/itemProps3.xml><?xml version="1.0" encoding="utf-8"?>
<ds:datastoreItem xmlns:ds="http://schemas.openxmlformats.org/officeDocument/2006/customXml" ds:itemID="{E16D61E8-211B-4934-BE4D-BBB9184803E4}">
  <ds:schemaRefs>
    <ds:schemaRef ds:uri="09c2cc01-0011-4e33-8594-2658f2b9151d"/>
    <ds:schemaRef ds:uri="2109d8f6-968a-41da-8ba2-d5147edb905e"/>
    <ds:schemaRef ds:uri="49b7d2c5-02b6-4489-8a62-3b8ab57a030d"/>
    <ds:schemaRef ds:uri="f1cad021-65cf-4087-9a30-72e556a5193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125</TotalTime>
  <Words>5020</Words>
  <Application>Microsoft Office PowerPoint</Application>
  <PresentationFormat>Widescreen</PresentationFormat>
  <Paragraphs>393</Paragraphs>
  <Slides>19</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Fira Sans</vt:lpstr>
      <vt:lpstr>Segoe UI</vt:lpstr>
      <vt:lpstr>Segoe UI Black</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Bayu Kresna</dc:creator>
  <cp:lastModifiedBy>Rodrigo Liberoff Vázquez</cp:lastModifiedBy>
  <cp:revision>8</cp:revision>
  <dcterms:created xsi:type="dcterms:W3CDTF">2019-04-01T15:41:01Z</dcterms:created>
  <dcterms:modified xsi:type="dcterms:W3CDTF">2026-10-03T08:05:55Z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0x01010026B41CB313B6114197B91560B995E819</vt:lpwstr>
  </property>
  <property fmtid="{D5CDD505-2E9C-101B-9397-08002B2CF9AE}" pid="3" name="MediaServiceImageTags">
    <vt:lpwstr/>
  </property>
  <property fmtid="{D5CDD505-2E9C-101B-9397-08002B2CF9AE}" pid="4" name="Order">
    <vt:lpwstr>131600.000000000</vt:lpwstr>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_ExtendedDescription">
    <vt:lpwstr/>
  </property>
  <property fmtid="{D5CDD505-2E9C-101B-9397-08002B2CF9AE}" pid="9" name="TriggerFlowInfo">
    <vt:lpwstr/>
  </property>
  <property fmtid="{D5CDD505-2E9C-101B-9397-08002B2CF9AE}" pid="10" name="xd_Signature">
    <vt:lpwstr/>
  </property>
  <property fmtid="{D5CDD505-2E9C-101B-9397-08002B2CF9AE}" pid="11" name="_SourceUrl">
    <vt:lpwstr/>
  </property>
  <property fmtid="{D5CDD505-2E9C-101B-9397-08002B2CF9AE}" pid="12" name="_SharedFileIndex">
    <vt:lpwstr/>
  </property>
</Properties>
</file>